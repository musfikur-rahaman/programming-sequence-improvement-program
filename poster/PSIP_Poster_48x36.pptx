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9" r:id="rId1"/>
    <p:sldMasterId id="2147483650" r:id="rId2"/>
    <p:sldMasterId id="2147483651" r:id="rId3"/>
  </p:sldMasterIdLst>
  <p:notesMasterIdLst>
    <p:notesMasterId r:id="rId5"/>
  </p:notesMasterIdLst>
  <p:sldIdLst>
    <p:sldId id="257" r:id="rId4"/>
  </p:sldIdLst>
  <p:sldSz cx="43891200" cy="32918400"/>
  <p:notesSz cx="6858000" cy="9144000"/>
  <p:defaultTextStyle>
    <a:defPPr>
      <a:defRPr lang="en-US"/>
    </a:defPPr>
    <a:lvl1pPr algn="l" rtl="0" eaLnBrk="0" fontAlgn="base" hangingPunct="0">
      <a:spcBef>
        <a:spcPct val="0"/>
      </a:spcBef>
      <a:spcAft>
        <a:spcPct val="0"/>
      </a:spcAft>
      <a:defRPr sz="2900" kern="1200">
        <a:solidFill>
          <a:schemeClr val="tx1"/>
        </a:solidFill>
        <a:latin typeface="Arial Narrow" panose="020B0606020202030204" pitchFamily="34" charset="0"/>
        <a:ea typeface="+mn-ea"/>
        <a:cs typeface="+mn-cs"/>
      </a:defRPr>
    </a:lvl1pPr>
    <a:lvl2pPr marL="457200" algn="l" rtl="0" eaLnBrk="0" fontAlgn="base" hangingPunct="0">
      <a:spcBef>
        <a:spcPct val="0"/>
      </a:spcBef>
      <a:spcAft>
        <a:spcPct val="0"/>
      </a:spcAft>
      <a:defRPr sz="2900" kern="1200">
        <a:solidFill>
          <a:schemeClr val="tx1"/>
        </a:solidFill>
        <a:latin typeface="Arial Narrow" panose="020B0606020202030204" pitchFamily="34" charset="0"/>
        <a:ea typeface="+mn-ea"/>
        <a:cs typeface="+mn-cs"/>
      </a:defRPr>
    </a:lvl2pPr>
    <a:lvl3pPr marL="914400" algn="l" rtl="0" eaLnBrk="0" fontAlgn="base" hangingPunct="0">
      <a:spcBef>
        <a:spcPct val="0"/>
      </a:spcBef>
      <a:spcAft>
        <a:spcPct val="0"/>
      </a:spcAft>
      <a:defRPr sz="2900" kern="1200">
        <a:solidFill>
          <a:schemeClr val="tx1"/>
        </a:solidFill>
        <a:latin typeface="Arial Narrow" panose="020B0606020202030204" pitchFamily="34" charset="0"/>
        <a:ea typeface="+mn-ea"/>
        <a:cs typeface="+mn-cs"/>
      </a:defRPr>
    </a:lvl3pPr>
    <a:lvl4pPr marL="1371600" algn="l" rtl="0" eaLnBrk="0" fontAlgn="base" hangingPunct="0">
      <a:spcBef>
        <a:spcPct val="0"/>
      </a:spcBef>
      <a:spcAft>
        <a:spcPct val="0"/>
      </a:spcAft>
      <a:defRPr sz="2900" kern="1200">
        <a:solidFill>
          <a:schemeClr val="tx1"/>
        </a:solidFill>
        <a:latin typeface="Arial Narrow" panose="020B0606020202030204" pitchFamily="34" charset="0"/>
        <a:ea typeface="+mn-ea"/>
        <a:cs typeface="+mn-cs"/>
      </a:defRPr>
    </a:lvl4pPr>
    <a:lvl5pPr marL="1828800" algn="l" rtl="0" eaLnBrk="0" fontAlgn="base" hangingPunct="0">
      <a:spcBef>
        <a:spcPct val="0"/>
      </a:spcBef>
      <a:spcAft>
        <a:spcPct val="0"/>
      </a:spcAft>
      <a:defRPr sz="2900" kern="1200">
        <a:solidFill>
          <a:schemeClr val="tx1"/>
        </a:solidFill>
        <a:latin typeface="Arial Narrow" panose="020B0606020202030204" pitchFamily="34" charset="0"/>
        <a:ea typeface="+mn-ea"/>
        <a:cs typeface="+mn-cs"/>
      </a:defRPr>
    </a:lvl5pPr>
    <a:lvl6pPr marL="2286000" algn="l" defTabSz="914400" rtl="0" eaLnBrk="1" latinLnBrk="0" hangingPunct="1">
      <a:defRPr sz="2900" kern="1200">
        <a:solidFill>
          <a:schemeClr val="tx1"/>
        </a:solidFill>
        <a:latin typeface="Arial Narrow" panose="020B0606020202030204" pitchFamily="34" charset="0"/>
        <a:ea typeface="+mn-ea"/>
        <a:cs typeface="+mn-cs"/>
      </a:defRPr>
    </a:lvl6pPr>
    <a:lvl7pPr marL="2743200" algn="l" defTabSz="914400" rtl="0" eaLnBrk="1" latinLnBrk="0" hangingPunct="1">
      <a:defRPr sz="2900" kern="1200">
        <a:solidFill>
          <a:schemeClr val="tx1"/>
        </a:solidFill>
        <a:latin typeface="Arial Narrow" panose="020B0606020202030204" pitchFamily="34" charset="0"/>
        <a:ea typeface="+mn-ea"/>
        <a:cs typeface="+mn-cs"/>
      </a:defRPr>
    </a:lvl7pPr>
    <a:lvl8pPr marL="3200400" algn="l" defTabSz="914400" rtl="0" eaLnBrk="1" latinLnBrk="0" hangingPunct="1">
      <a:defRPr sz="2900" kern="1200">
        <a:solidFill>
          <a:schemeClr val="tx1"/>
        </a:solidFill>
        <a:latin typeface="Arial Narrow" panose="020B0606020202030204" pitchFamily="34" charset="0"/>
        <a:ea typeface="+mn-ea"/>
        <a:cs typeface="+mn-cs"/>
      </a:defRPr>
    </a:lvl8pPr>
    <a:lvl9pPr marL="3657600" algn="l" defTabSz="914400" rtl="0" eaLnBrk="1" latinLnBrk="0" hangingPunct="1">
      <a:defRPr sz="2900" kern="1200">
        <a:solidFill>
          <a:schemeClr val="tx1"/>
        </a:solidFill>
        <a:latin typeface="Arial Narrow" panose="020B0606020202030204" pitchFamily="34" charset="0"/>
        <a:ea typeface="+mn-ea"/>
        <a:cs typeface="+mn-cs"/>
      </a:defRPr>
    </a:lvl9pPr>
  </p:defaultTextStyle>
  <p:extLst>
    <p:ext uri="{EFAFB233-063F-42B5-8137-9DF3F51BA10A}">
      <p15:sldGuideLst xmlns:p15="http://schemas.microsoft.com/office/powerpoint/2012/main">
        <p15:guide id="1" orient="horz" pos="3552">
          <p15:clr>
            <a:srgbClr val="A4A3A4"/>
          </p15:clr>
        </p15:guide>
        <p15:guide id="2" orient="horz" pos="20285">
          <p15:clr>
            <a:srgbClr val="A4A3A4"/>
          </p15:clr>
        </p15:guide>
        <p15:guide id="3" pos="437">
          <p15:clr>
            <a:srgbClr val="A4A3A4"/>
          </p15:clr>
        </p15:guide>
        <p15:guide id="4" pos="6725">
          <p15:clr>
            <a:srgbClr val="A4A3A4"/>
          </p15:clr>
        </p15:guide>
        <p15:guide id="5" pos="7238">
          <p15:clr>
            <a:srgbClr val="A4A3A4"/>
          </p15:clr>
        </p15:guide>
        <p15:guide id="6" pos="13526">
          <p15:clr>
            <a:srgbClr val="A4A3A4"/>
          </p15:clr>
        </p15:guide>
        <p15:guide id="7" pos="14030">
          <p15:clr>
            <a:srgbClr val="A4A3A4"/>
          </p15:clr>
        </p15:guide>
        <p15:guide id="8" pos="20318">
          <p15:clr>
            <a:srgbClr val="A4A3A4"/>
          </p15:clr>
        </p15:guide>
        <p15:guide id="9" pos="20837">
          <p15:clr>
            <a:srgbClr val="A4A3A4"/>
          </p15:clr>
        </p15:guide>
        <p15:guide id="10" pos="27125">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HP Authorized Customer" initials="" lastIdx="3"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72D2A"/>
    <a:srgbClr val="FFC711"/>
    <a:srgbClr val="009900"/>
    <a:srgbClr val="3399FF"/>
    <a:srgbClr val="0066FF"/>
    <a:srgbClr val="FF9900"/>
    <a:srgbClr val="CC0000"/>
    <a:srgbClr val="9933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CE0FFE2-8230-ADD6-E838-5A864A710B2D}" v="631" dt="2023-02-06T04:55:22.755"/>
    <p1510:client id="{41019AC5-536B-885C-9360-4EA33E0A6E4D}" v="55" dt="2023-02-06T14:20:23.012"/>
    <p1510:client id="{46FED219-4B2A-6A09-C072-7DCC6F4D41E4}" v="827" dt="2023-02-04T00:18:03.631"/>
    <p1510:client id="{6657E545-05DD-7B34-7B7F-305D33016F5E}" v="6" dt="2023-02-03T23:14:02.887"/>
    <p1510:client id="{7AE34D66-0C20-4A83-3C86-8506D0766240}" v="711" dt="2023-01-24T13:39:31.227"/>
    <p1510:client id="{A4C138BC-3716-B7F8-64BF-F173DF60B97F}" v="246" dt="2023-01-23T13:24:00.686"/>
    <p1510:client id="{D572154D-FF97-AFF0-6A16-6FBBE582FE1B}" v="312" dt="2023-02-04T01:00:03.888"/>
    <p1510:client id="{F80A4C56-F960-2B1E-E077-C2DACA2E8D62}" v="10" dt="2023-03-23T18:48:00.58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3552"/>
        <p:guide orient="horz" pos="20285"/>
        <p:guide pos="437"/>
        <p:guide pos="6725"/>
        <p:guide pos="7238"/>
        <p:guide pos="13526"/>
        <p:guide pos="14030"/>
        <p:guide pos="20318"/>
        <p:guide pos="20837"/>
        <p:guide pos="27125"/>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Master" Target="slideMasters/slideMaster3.xml"/><Relationship Id="rId7" Type="http://schemas.openxmlformats.org/officeDocument/2006/relationships/presProps" Target="presProps.xml"/><Relationship Id="rId12" Type="http://schemas.microsoft.com/office/2015/10/relationships/revisionInfo" Target="revisionInfo.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commentAuthors" Target="commentAuthors.xml"/><Relationship Id="rId11" Type="http://schemas.microsoft.com/office/2016/11/relationships/changesInfo" Target="changesInfos/changesInfo1.xml"/><Relationship Id="rId5" Type="http://schemas.openxmlformats.org/officeDocument/2006/relationships/notesMaster" Target="notesMasters/notesMaster1.xml"/><Relationship Id="rId10" Type="http://schemas.openxmlformats.org/officeDocument/2006/relationships/tableStyles" Target="tableStyles.xml"/><Relationship Id="rId4" Type="http://schemas.openxmlformats.org/officeDocument/2006/relationships/slide" Target="slides/slide1.xml"/><Relationship Id="rId9"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usfikur Rahaman" userId="S::mrahaman@atu.edu::e2f71e0a-9e23-4ee5-8ed6-9379dcf14f3b" providerId="AD" clId="Web-{6657E545-05DD-7B34-7B7F-305D33016F5E}"/>
    <pc:docChg chg="modSld">
      <pc:chgData name="Musfikur Rahaman" userId="S::mrahaman@atu.edu::e2f71e0a-9e23-4ee5-8ed6-9379dcf14f3b" providerId="AD" clId="Web-{6657E545-05DD-7B34-7B7F-305D33016F5E}" dt="2023-02-03T23:14:02.887" v="8"/>
      <pc:docMkLst>
        <pc:docMk/>
      </pc:docMkLst>
      <pc:sldChg chg="addSp delSp modSp">
        <pc:chgData name="Musfikur Rahaman" userId="S::mrahaman@atu.edu::e2f71e0a-9e23-4ee5-8ed6-9379dcf14f3b" providerId="AD" clId="Web-{6657E545-05DD-7B34-7B7F-305D33016F5E}" dt="2023-02-03T23:14:02.887" v="8"/>
        <pc:sldMkLst>
          <pc:docMk/>
          <pc:sldMk cId="0" sldId="256"/>
        </pc:sldMkLst>
        <pc:graphicFrameChg chg="add del mod">
          <ac:chgData name="Musfikur Rahaman" userId="S::mrahaman@atu.edu::e2f71e0a-9e23-4ee5-8ed6-9379dcf14f3b" providerId="AD" clId="Web-{6657E545-05DD-7B34-7B7F-305D33016F5E}" dt="2023-02-03T23:06:26.324" v="2"/>
          <ac:graphicFrameMkLst>
            <pc:docMk/>
            <pc:sldMk cId="0" sldId="256"/>
            <ac:graphicFrameMk id="9" creationId="{4F9000CC-1330-4F1B-9902-761488EFFB37}"/>
          </ac:graphicFrameMkLst>
        </pc:graphicFrameChg>
        <pc:graphicFrameChg chg="add del mod">
          <ac:chgData name="Musfikur Rahaman" userId="S::mrahaman@atu.edu::e2f71e0a-9e23-4ee5-8ed6-9379dcf14f3b" providerId="AD" clId="Web-{6657E545-05DD-7B34-7B7F-305D33016F5E}" dt="2023-02-03T23:07:31.623" v="5"/>
          <ac:graphicFrameMkLst>
            <pc:docMk/>
            <pc:sldMk cId="0" sldId="256"/>
            <ac:graphicFrameMk id="10" creationId="{FA0D7B01-2D0D-ED4B-26A0-78747FDE4567}"/>
          </ac:graphicFrameMkLst>
        </pc:graphicFrameChg>
        <pc:graphicFrameChg chg="add del mod">
          <ac:chgData name="Musfikur Rahaman" userId="S::mrahaman@atu.edu::e2f71e0a-9e23-4ee5-8ed6-9379dcf14f3b" providerId="AD" clId="Web-{6657E545-05DD-7B34-7B7F-305D33016F5E}" dt="2023-02-03T23:14:02.887" v="8"/>
          <ac:graphicFrameMkLst>
            <pc:docMk/>
            <pc:sldMk cId="0" sldId="256"/>
            <ac:graphicFrameMk id="11" creationId="{EA473861-720F-6676-AA8A-B9A06933DC87}"/>
          </ac:graphicFrameMkLst>
        </pc:graphicFrameChg>
      </pc:sldChg>
    </pc:docChg>
  </pc:docChgLst>
  <pc:docChgLst>
    <pc:chgData name="Musfikur Rahaman" userId="S::mrahaman@atu.edu::e2f71e0a-9e23-4ee5-8ed6-9379dcf14f3b" providerId="AD" clId="Web-{2CE0FFE2-8230-ADD6-E838-5A864A710B2D}"/>
    <pc:docChg chg="addSld delSld modSld">
      <pc:chgData name="Musfikur Rahaman" userId="S::mrahaman@atu.edu::e2f71e0a-9e23-4ee5-8ed6-9379dcf14f3b" providerId="AD" clId="Web-{2CE0FFE2-8230-ADD6-E838-5A864A710B2D}" dt="2023-02-06T04:55:22.739" v="457" actId="20577"/>
      <pc:docMkLst>
        <pc:docMk/>
      </pc:docMkLst>
      <pc:sldChg chg="delSp modSp del">
        <pc:chgData name="Musfikur Rahaman" userId="S::mrahaman@atu.edu::e2f71e0a-9e23-4ee5-8ed6-9379dcf14f3b" providerId="AD" clId="Web-{2CE0FFE2-8230-ADD6-E838-5A864A710B2D}" dt="2023-02-06T04:54:10.955" v="447"/>
        <pc:sldMkLst>
          <pc:docMk/>
          <pc:sldMk cId="0" sldId="256"/>
        </pc:sldMkLst>
        <pc:spChg chg="del mod">
          <ac:chgData name="Musfikur Rahaman" userId="S::mrahaman@atu.edu::e2f71e0a-9e23-4ee5-8ed6-9379dcf14f3b" providerId="AD" clId="Web-{2CE0FFE2-8230-ADD6-E838-5A864A710B2D}" dt="2023-02-06T03:45:55.639" v="18"/>
          <ac:spMkLst>
            <pc:docMk/>
            <pc:sldMk cId="0" sldId="256"/>
            <ac:spMk id="8" creationId="{C0FBE046-3A00-DC63-52EE-38A601B21F06}"/>
          </ac:spMkLst>
        </pc:spChg>
        <pc:spChg chg="del">
          <ac:chgData name="Musfikur Rahaman" userId="S::mrahaman@atu.edu::e2f71e0a-9e23-4ee5-8ed6-9379dcf14f3b" providerId="AD" clId="Web-{2CE0FFE2-8230-ADD6-E838-5A864A710B2D}" dt="2023-02-06T03:45:03.294" v="17"/>
          <ac:spMkLst>
            <pc:docMk/>
            <pc:sldMk cId="0" sldId="256"/>
            <ac:spMk id="23" creationId="{FE91F638-3231-634E-C1E8-E27735C1B436}"/>
          </ac:spMkLst>
        </pc:spChg>
        <pc:spChg chg="mod">
          <ac:chgData name="Musfikur Rahaman" userId="S::mrahaman@atu.edu::e2f71e0a-9e23-4ee5-8ed6-9379dcf14f3b" providerId="AD" clId="Web-{2CE0FFE2-8230-ADD6-E838-5A864A710B2D}" dt="2023-02-06T03:44:18.823" v="12" actId="20577"/>
          <ac:spMkLst>
            <pc:docMk/>
            <pc:sldMk cId="0" sldId="256"/>
            <ac:spMk id="2454" creationId="{DE24A8CE-6468-AA08-D3EA-AE4632665E9D}"/>
          </ac:spMkLst>
        </pc:spChg>
        <pc:spChg chg="mod">
          <ac:chgData name="Musfikur Rahaman" userId="S::mrahaman@atu.edu::e2f71e0a-9e23-4ee5-8ed6-9379dcf14f3b" providerId="AD" clId="Web-{2CE0FFE2-8230-ADD6-E838-5A864A710B2D}" dt="2023-02-06T04:50:12.931" v="390" actId="1076"/>
          <ac:spMkLst>
            <pc:docMk/>
            <pc:sldMk cId="0" sldId="256"/>
            <ac:spMk id="2459" creationId="{5B0EE477-C8C8-392D-F87C-86337DADFE13}"/>
          </ac:spMkLst>
        </pc:spChg>
        <pc:spChg chg="del">
          <ac:chgData name="Musfikur Rahaman" userId="S::mrahaman@atu.edu::e2f71e0a-9e23-4ee5-8ed6-9379dcf14f3b" providerId="AD" clId="Web-{2CE0FFE2-8230-ADD6-E838-5A864A710B2D}" dt="2023-02-06T03:48:50.926" v="22"/>
          <ac:spMkLst>
            <pc:docMk/>
            <pc:sldMk cId="0" sldId="256"/>
            <ac:spMk id="2466" creationId="{6D12B1A0-83C5-6F9C-AAF8-41CBD51718A8}"/>
          </ac:spMkLst>
        </pc:spChg>
        <pc:spChg chg="mod">
          <ac:chgData name="Musfikur Rahaman" userId="S::mrahaman@atu.edu::e2f71e0a-9e23-4ee5-8ed6-9379dcf14f3b" providerId="AD" clId="Web-{2CE0FFE2-8230-ADD6-E838-5A864A710B2D}" dt="2023-02-06T03:46:15.109" v="21" actId="1076"/>
          <ac:spMkLst>
            <pc:docMk/>
            <pc:sldMk cId="0" sldId="256"/>
            <ac:spMk id="2529" creationId="{A7738291-EEFE-3E28-DAA5-1FE378697405}"/>
          </ac:spMkLst>
        </pc:spChg>
        <pc:spChg chg="mod">
          <ac:chgData name="Musfikur Rahaman" userId="S::mrahaman@atu.edu::e2f71e0a-9e23-4ee5-8ed6-9379dcf14f3b" providerId="AD" clId="Web-{2CE0FFE2-8230-ADD6-E838-5A864A710B2D}" dt="2023-02-06T03:49:08.630" v="30" actId="1076"/>
          <ac:spMkLst>
            <pc:docMk/>
            <pc:sldMk cId="0" sldId="256"/>
            <ac:spMk id="5130" creationId="{21B8CDBC-7AAD-7DC6-B43E-EF66884DBD10}"/>
          </ac:spMkLst>
        </pc:spChg>
        <pc:spChg chg="del">
          <ac:chgData name="Musfikur Rahaman" userId="S::mrahaman@atu.edu::e2f71e0a-9e23-4ee5-8ed6-9379dcf14f3b" providerId="AD" clId="Web-{2CE0FFE2-8230-ADD6-E838-5A864A710B2D}" dt="2023-02-06T03:46:04.093" v="20"/>
          <ac:spMkLst>
            <pc:docMk/>
            <pc:sldMk cId="0" sldId="256"/>
            <ac:spMk id="5133" creationId="{C8EF0CA1-F18A-D7A6-0EB4-B4FC057AAAFC}"/>
          </ac:spMkLst>
        </pc:spChg>
        <pc:graphicFrameChg chg="del">
          <ac:chgData name="Musfikur Rahaman" userId="S::mrahaman@atu.edu::e2f71e0a-9e23-4ee5-8ed6-9379dcf14f3b" providerId="AD" clId="Web-{2CE0FFE2-8230-ADD6-E838-5A864A710B2D}" dt="2023-02-06T03:44:25.667" v="14"/>
          <ac:graphicFrameMkLst>
            <pc:docMk/>
            <pc:sldMk cId="0" sldId="256"/>
            <ac:graphicFrameMk id="20" creationId="{B2643055-DEE1-58EC-F4A3-EA691719712A}"/>
          </ac:graphicFrameMkLst>
        </pc:graphicFrameChg>
        <pc:graphicFrameChg chg="del">
          <ac:chgData name="Musfikur Rahaman" userId="S::mrahaman@atu.edu::e2f71e0a-9e23-4ee5-8ed6-9379dcf14f3b" providerId="AD" clId="Web-{2CE0FFE2-8230-ADD6-E838-5A864A710B2D}" dt="2023-02-06T03:45:00.122" v="16"/>
          <ac:graphicFrameMkLst>
            <pc:docMk/>
            <pc:sldMk cId="0" sldId="256"/>
            <ac:graphicFrameMk id="22" creationId="{6E9D64B7-F451-7D5B-BC36-4E4E75179678}"/>
          </ac:graphicFrameMkLst>
        </pc:graphicFrameChg>
      </pc:sldChg>
      <pc:sldChg chg="addSp delSp modSp add replId">
        <pc:chgData name="Musfikur Rahaman" userId="S::mrahaman@atu.edu::e2f71e0a-9e23-4ee5-8ed6-9379dcf14f3b" providerId="AD" clId="Web-{2CE0FFE2-8230-ADD6-E838-5A864A710B2D}" dt="2023-02-06T04:55:22.739" v="457" actId="20577"/>
        <pc:sldMkLst>
          <pc:docMk/>
          <pc:sldMk cId="425422505" sldId="257"/>
        </pc:sldMkLst>
        <pc:spChg chg="mod">
          <ac:chgData name="Musfikur Rahaman" userId="S::mrahaman@atu.edu::e2f71e0a-9e23-4ee5-8ed6-9379dcf14f3b" providerId="AD" clId="Web-{2CE0FFE2-8230-ADD6-E838-5A864A710B2D}" dt="2023-02-06T04:50:57.011" v="398" actId="1076"/>
          <ac:spMkLst>
            <pc:docMk/>
            <pc:sldMk cId="425422505" sldId="257"/>
            <ac:spMk id="12" creationId="{9F1D0A66-9400-0FA2-6708-BC8705DCD12A}"/>
          </ac:spMkLst>
        </pc:spChg>
        <pc:spChg chg="mod">
          <ac:chgData name="Musfikur Rahaman" userId="S::mrahaman@atu.edu::e2f71e0a-9e23-4ee5-8ed6-9379dcf14f3b" providerId="AD" clId="Web-{2CE0FFE2-8230-ADD6-E838-5A864A710B2D}" dt="2023-02-06T04:51:02.449" v="399" actId="1076"/>
          <ac:spMkLst>
            <pc:docMk/>
            <pc:sldMk cId="425422505" sldId="257"/>
            <ac:spMk id="16" creationId="{34E5C659-1034-957E-4078-B84975F335EE}"/>
          </ac:spMkLst>
        </pc:spChg>
        <pc:spChg chg="add mod">
          <ac:chgData name="Musfikur Rahaman" userId="S::mrahaman@atu.edu::e2f71e0a-9e23-4ee5-8ed6-9379dcf14f3b" providerId="AD" clId="Web-{2CE0FFE2-8230-ADD6-E838-5A864A710B2D}" dt="2023-02-06T04:44:26.356" v="339" actId="1076"/>
          <ac:spMkLst>
            <pc:docMk/>
            <pc:sldMk cId="425422505" sldId="257"/>
            <ac:spMk id="20" creationId="{91E84958-39CC-62F0-B8C0-B948306B48B2}"/>
          </ac:spMkLst>
        </pc:spChg>
        <pc:spChg chg="add mod">
          <ac:chgData name="Musfikur Rahaman" userId="S::mrahaman@atu.edu::e2f71e0a-9e23-4ee5-8ed6-9379dcf14f3b" providerId="AD" clId="Web-{2CE0FFE2-8230-ADD6-E838-5A864A710B2D}" dt="2023-02-06T04:44:45.482" v="344" actId="1076"/>
          <ac:spMkLst>
            <pc:docMk/>
            <pc:sldMk cId="425422505" sldId="257"/>
            <ac:spMk id="22" creationId="{962A480F-04AF-ADC4-0D2B-312E47867593}"/>
          </ac:spMkLst>
        </pc:spChg>
        <pc:spChg chg="add mod">
          <ac:chgData name="Musfikur Rahaman" userId="S::mrahaman@atu.edu::e2f71e0a-9e23-4ee5-8ed6-9379dcf14f3b" providerId="AD" clId="Web-{2CE0FFE2-8230-ADD6-E838-5A864A710B2D}" dt="2023-02-06T04:48:44.460" v="386" actId="1076"/>
          <ac:spMkLst>
            <pc:docMk/>
            <pc:sldMk cId="425422505" sldId="257"/>
            <ac:spMk id="27" creationId="{D781ED96-B905-04F2-F305-9D9BCD16A262}"/>
          </ac:spMkLst>
        </pc:spChg>
        <pc:spChg chg="add mod">
          <ac:chgData name="Musfikur Rahaman" userId="S::mrahaman@atu.edu::e2f71e0a-9e23-4ee5-8ed6-9379dcf14f3b" providerId="AD" clId="Web-{2CE0FFE2-8230-ADD6-E838-5A864A710B2D}" dt="2023-02-06T04:47:34.473" v="370" actId="1076"/>
          <ac:spMkLst>
            <pc:docMk/>
            <pc:sldMk cId="425422505" sldId="257"/>
            <ac:spMk id="28" creationId="{46CB9E50-7C93-2AF9-6ED8-69617C083024}"/>
          </ac:spMkLst>
        </pc:spChg>
        <pc:spChg chg="add mod">
          <ac:chgData name="Musfikur Rahaman" userId="S::mrahaman@atu.edu::e2f71e0a-9e23-4ee5-8ed6-9379dcf14f3b" providerId="AD" clId="Web-{2CE0FFE2-8230-ADD6-E838-5A864A710B2D}" dt="2023-02-06T04:47:49.880" v="375" actId="1076"/>
          <ac:spMkLst>
            <pc:docMk/>
            <pc:sldMk cId="425422505" sldId="257"/>
            <ac:spMk id="29" creationId="{2B5C3223-8FA6-E7F5-BA59-21AF49C65C4A}"/>
          </ac:spMkLst>
        </pc:spChg>
        <pc:spChg chg="add mod">
          <ac:chgData name="Musfikur Rahaman" userId="S::mrahaman@atu.edu::e2f71e0a-9e23-4ee5-8ed6-9379dcf14f3b" providerId="AD" clId="Web-{2CE0FFE2-8230-ADD6-E838-5A864A710B2D}" dt="2023-02-06T04:48:12.037" v="385" actId="1076"/>
          <ac:spMkLst>
            <pc:docMk/>
            <pc:sldMk cId="425422505" sldId="257"/>
            <ac:spMk id="30" creationId="{3FFF2628-5A68-1BEC-3C20-F4CA054A1103}"/>
          </ac:spMkLst>
        </pc:spChg>
        <pc:spChg chg="mod">
          <ac:chgData name="Musfikur Rahaman" userId="S::mrahaman@atu.edu::e2f71e0a-9e23-4ee5-8ed6-9379dcf14f3b" providerId="AD" clId="Web-{2CE0FFE2-8230-ADD6-E838-5A864A710B2D}" dt="2023-02-06T04:55:22.739" v="457" actId="20577"/>
          <ac:spMkLst>
            <pc:docMk/>
            <pc:sldMk cId="425422505" sldId="257"/>
            <ac:spMk id="2459" creationId="{5B0EE477-C8C8-392D-F87C-86337DADFE13}"/>
          </ac:spMkLst>
        </pc:spChg>
        <pc:spChg chg="mod">
          <ac:chgData name="Musfikur Rahaman" userId="S::mrahaman@atu.edu::e2f71e0a-9e23-4ee5-8ed6-9379dcf14f3b" providerId="AD" clId="Web-{2CE0FFE2-8230-ADD6-E838-5A864A710B2D}" dt="2023-02-06T04:53:55.252" v="446" actId="1076"/>
          <ac:spMkLst>
            <pc:docMk/>
            <pc:sldMk cId="425422505" sldId="257"/>
            <ac:spMk id="2529" creationId="{A7738291-EEFE-3E28-DAA5-1FE378697405}"/>
          </ac:spMkLst>
        </pc:spChg>
        <pc:spChg chg="mod">
          <ac:chgData name="Musfikur Rahaman" userId="S::mrahaman@atu.edu::e2f71e0a-9e23-4ee5-8ed6-9379dcf14f3b" providerId="AD" clId="Web-{2CE0FFE2-8230-ADD6-E838-5A864A710B2D}" dt="2023-02-06T04:54:45.628" v="450" actId="20577"/>
          <ac:spMkLst>
            <pc:docMk/>
            <pc:sldMk cId="425422505" sldId="257"/>
            <ac:spMk id="5128" creationId="{4DEF7959-CB3A-8B46-57AE-8B9976460778}"/>
          </ac:spMkLst>
        </pc:spChg>
        <pc:spChg chg="mod">
          <ac:chgData name="Musfikur Rahaman" userId="S::mrahaman@atu.edu::e2f71e0a-9e23-4ee5-8ed6-9379dcf14f3b" providerId="AD" clId="Web-{2CE0FFE2-8230-ADD6-E838-5A864A710B2D}" dt="2023-02-06T04:52:12.607" v="427" actId="20577"/>
          <ac:spMkLst>
            <pc:docMk/>
            <pc:sldMk cId="425422505" sldId="257"/>
            <ac:spMk id="5130" creationId="{21B8CDBC-7AAD-7DC6-B43E-EF66884DBD10}"/>
          </ac:spMkLst>
        </pc:spChg>
        <pc:spChg chg="mod">
          <ac:chgData name="Musfikur Rahaman" userId="S::mrahaman@atu.edu::e2f71e0a-9e23-4ee5-8ed6-9379dcf14f3b" providerId="AD" clId="Web-{2CE0FFE2-8230-ADD6-E838-5A864A710B2D}" dt="2023-02-06T04:53:00.812" v="438" actId="20577"/>
          <ac:spMkLst>
            <pc:docMk/>
            <pc:sldMk cId="425422505" sldId="257"/>
            <ac:spMk id="5134" creationId="{C733E727-DD01-F97F-0B6C-603AAB130A66}"/>
          </ac:spMkLst>
        </pc:spChg>
        <pc:graphicFrameChg chg="add del mod">
          <ac:chgData name="Musfikur Rahaman" userId="S::mrahaman@atu.edu::e2f71e0a-9e23-4ee5-8ed6-9379dcf14f3b" providerId="AD" clId="Web-{2CE0FFE2-8230-ADD6-E838-5A864A710B2D}" dt="2023-02-06T04:02:59.131" v="64"/>
          <ac:graphicFrameMkLst>
            <pc:docMk/>
            <pc:sldMk cId="425422505" sldId="257"/>
            <ac:graphicFrameMk id="8" creationId="{0C1D708C-D403-134E-8545-FF2F1E40A12D}"/>
          </ac:graphicFrameMkLst>
        </pc:graphicFrameChg>
        <pc:graphicFrameChg chg="add del">
          <ac:chgData name="Musfikur Rahaman" userId="S::mrahaman@atu.edu::e2f71e0a-9e23-4ee5-8ed6-9379dcf14f3b" providerId="AD" clId="Web-{2CE0FFE2-8230-ADD6-E838-5A864A710B2D}" dt="2023-02-06T04:02:35.443" v="63"/>
          <ac:graphicFrameMkLst>
            <pc:docMk/>
            <pc:sldMk cId="425422505" sldId="257"/>
            <ac:graphicFrameMk id="9" creationId="{0C1D708C-D403-134E-8545-FF2F1E40A12D}"/>
          </ac:graphicFrameMkLst>
        </pc:graphicFrameChg>
        <pc:graphicFrameChg chg="mod">
          <ac:chgData name="Musfikur Rahaman" userId="S::mrahaman@atu.edu::e2f71e0a-9e23-4ee5-8ed6-9379dcf14f3b" providerId="AD" clId="Web-{2CE0FFE2-8230-ADD6-E838-5A864A710B2D}" dt="2023-02-06T04:53:40.767" v="445" actId="1076"/>
          <ac:graphicFrameMkLst>
            <pc:docMk/>
            <pc:sldMk cId="425422505" sldId="257"/>
            <ac:graphicFrameMk id="10" creationId="{67BE463D-0AC2-AC37-5444-BE49A730FCE6}"/>
          </ac:graphicFrameMkLst>
        </pc:graphicFrameChg>
        <pc:graphicFrameChg chg="mod">
          <ac:chgData name="Musfikur Rahaman" userId="S::mrahaman@atu.edu::e2f71e0a-9e23-4ee5-8ed6-9379dcf14f3b" providerId="AD" clId="Web-{2CE0FFE2-8230-ADD6-E838-5A864A710B2D}" dt="2023-02-06T04:53:37.517" v="444" actId="1076"/>
          <ac:graphicFrameMkLst>
            <pc:docMk/>
            <pc:sldMk cId="425422505" sldId="257"/>
            <ac:graphicFrameMk id="11" creationId="{FA0D7B01-2D0D-ED4B-26A0-78747FDE4567}"/>
          </ac:graphicFrameMkLst>
        </pc:graphicFrameChg>
        <pc:graphicFrameChg chg="mod">
          <ac:chgData name="Musfikur Rahaman" userId="S::mrahaman@atu.edu::e2f71e0a-9e23-4ee5-8ed6-9379dcf14f3b" providerId="AD" clId="Web-{2CE0FFE2-8230-ADD6-E838-5A864A710B2D}" dt="2023-02-06T04:53:28.923" v="442" actId="1076"/>
          <ac:graphicFrameMkLst>
            <pc:docMk/>
            <pc:sldMk cId="425422505" sldId="257"/>
            <ac:graphicFrameMk id="13" creationId="{EA473861-720F-6676-AA8A-B9A06933DC87}"/>
          </ac:graphicFrameMkLst>
        </pc:graphicFrameChg>
        <pc:picChg chg="add del mod">
          <ac:chgData name="Musfikur Rahaman" userId="S::mrahaman@atu.edu::e2f71e0a-9e23-4ee5-8ed6-9379dcf14f3b" providerId="AD" clId="Web-{2CE0FFE2-8230-ADD6-E838-5A864A710B2D}" dt="2023-02-06T03:57:51.039" v="59"/>
          <ac:picMkLst>
            <pc:docMk/>
            <pc:sldMk cId="425422505" sldId="257"/>
            <ac:picMk id="5" creationId="{6689355F-3699-6594-8F59-F78A283CEED1}"/>
          </ac:picMkLst>
        </pc:picChg>
        <pc:picChg chg="add del mod">
          <ac:chgData name="Musfikur Rahaman" userId="S::mrahaman@atu.edu::e2f71e0a-9e23-4ee5-8ed6-9379dcf14f3b" providerId="AD" clId="Web-{2CE0FFE2-8230-ADD6-E838-5A864A710B2D}" dt="2023-02-06T03:57:50.179" v="58"/>
          <ac:picMkLst>
            <pc:docMk/>
            <pc:sldMk cId="425422505" sldId="257"/>
            <ac:picMk id="6" creationId="{52F33846-CC11-37FE-4DF8-DD0D9B19FD3D}"/>
          </ac:picMkLst>
        </pc:picChg>
        <pc:picChg chg="add del mod">
          <ac:chgData name="Musfikur Rahaman" userId="S::mrahaman@atu.edu::e2f71e0a-9e23-4ee5-8ed6-9379dcf14f3b" providerId="AD" clId="Web-{2CE0FFE2-8230-ADD6-E838-5A864A710B2D}" dt="2023-02-06T03:54:27.094" v="55"/>
          <ac:picMkLst>
            <pc:docMk/>
            <pc:sldMk cId="425422505" sldId="257"/>
            <ac:picMk id="7" creationId="{1ACDC21D-6746-2759-5EC6-AF54A816E062}"/>
          </ac:picMkLst>
        </pc:picChg>
        <pc:picChg chg="add del mod">
          <ac:chgData name="Musfikur Rahaman" userId="S::mrahaman@atu.edu::e2f71e0a-9e23-4ee5-8ed6-9379dcf14f3b" providerId="AD" clId="Web-{2CE0FFE2-8230-ADD6-E838-5A864A710B2D}" dt="2023-02-06T04:03:39.492" v="72"/>
          <ac:picMkLst>
            <pc:docMk/>
            <pc:sldMk cId="425422505" sldId="257"/>
            <ac:picMk id="17" creationId="{80E1BF49-DF63-8972-49F6-57E2A68EAD7C}"/>
          </ac:picMkLst>
        </pc:picChg>
        <pc:picChg chg="add del mod">
          <ac:chgData name="Musfikur Rahaman" userId="S::mrahaman@atu.edu::e2f71e0a-9e23-4ee5-8ed6-9379dcf14f3b" providerId="AD" clId="Web-{2CE0FFE2-8230-ADD6-E838-5A864A710B2D}" dt="2023-02-06T04:12:25.353" v="126"/>
          <ac:picMkLst>
            <pc:docMk/>
            <pc:sldMk cId="425422505" sldId="257"/>
            <ac:picMk id="18" creationId="{8FB6A61C-21BC-B075-E6B5-6F5F2404EE13}"/>
          </ac:picMkLst>
        </pc:picChg>
        <pc:picChg chg="add mod">
          <ac:chgData name="Musfikur Rahaman" userId="S::mrahaman@atu.edu::e2f71e0a-9e23-4ee5-8ed6-9379dcf14f3b" providerId="AD" clId="Web-{2CE0FFE2-8230-ADD6-E838-5A864A710B2D}" dt="2023-02-06T04:43:47.293" v="332" actId="14100"/>
          <ac:picMkLst>
            <pc:docMk/>
            <pc:sldMk cId="425422505" sldId="257"/>
            <ac:picMk id="19" creationId="{CF673E1D-7C81-9FA9-1E30-8DBEA8250A93}"/>
          </ac:picMkLst>
        </pc:picChg>
        <pc:picChg chg="add mod">
          <ac:chgData name="Musfikur Rahaman" userId="S::mrahaman@atu.edu::e2f71e0a-9e23-4ee5-8ed6-9379dcf14f3b" providerId="AD" clId="Web-{2CE0FFE2-8230-ADD6-E838-5A864A710B2D}" dt="2023-02-06T04:47:02.081" v="365" actId="1076"/>
          <ac:picMkLst>
            <pc:docMk/>
            <pc:sldMk cId="425422505" sldId="257"/>
            <ac:picMk id="21" creationId="{D4BFEBE4-18B7-5DC4-6F84-67933AF7FD64}"/>
          </ac:picMkLst>
        </pc:picChg>
        <pc:picChg chg="add mod">
          <ac:chgData name="Musfikur Rahaman" userId="S::mrahaman@atu.edu::e2f71e0a-9e23-4ee5-8ed6-9379dcf14f3b" providerId="AD" clId="Web-{2CE0FFE2-8230-ADD6-E838-5A864A710B2D}" dt="2023-02-06T04:45:53.641" v="357" actId="1076"/>
          <ac:picMkLst>
            <pc:docMk/>
            <pc:sldMk cId="425422505" sldId="257"/>
            <ac:picMk id="23" creationId="{C3E2A509-2266-46CC-C932-96D519278331}"/>
          </ac:picMkLst>
        </pc:picChg>
        <pc:picChg chg="add mod">
          <ac:chgData name="Musfikur Rahaman" userId="S::mrahaman@atu.edu::e2f71e0a-9e23-4ee5-8ed6-9379dcf14f3b" providerId="AD" clId="Web-{2CE0FFE2-8230-ADD6-E838-5A864A710B2D}" dt="2023-02-06T04:46:01.328" v="359" actId="1076"/>
          <ac:picMkLst>
            <pc:docMk/>
            <pc:sldMk cId="425422505" sldId="257"/>
            <ac:picMk id="24" creationId="{3D0FE4FF-E9F2-083E-BEAF-747A17481D8D}"/>
          </ac:picMkLst>
        </pc:picChg>
        <pc:picChg chg="add mod">
          <ac:chgData name="Musfikur Rahaman" userId="S::mrahaman@atu.edu::e2f71e0a-9e23-4ee5-8ed6-9379dcf14f3b" providerId="AD" clId="Web-{2CE0FFE2-8230-ADD6-E838-5A864A710B2D}" dt="2023-02-06T04:46:08.485" v="360" actId="1076"/>
          <ac:picMkLst>
            <pc:docMk/>
            <pc:sldMk cId="425422505" sldId="257"/>
            <ac:picMk id="25" creationId="{EE39CBA8-F886-D6B9-83EF-05626B86482A}"/>
          </ac:picMkLst>
        </pc:picChg>
        <pc:picChg chg="add mod">
          <ac:chgData name="Musfikur Rahaman" userId="S::mrahaman@atu.edu::e2f71e0a-9e23-4ee5-8ed6-9379dcf14f3b" providerId="AD" clId="Web-{2CE0FFE2-8230-ADD6-E838-5A864A710B2D}" dt="2023-02-06T04:45:29.312" v="353" actId="1076"/>
          <ac:picMkLst>
            <pc:docMk/>
            <pc:sldMk cId="425422505" sldId="257"/>
            <ac:picMk id="26" creationId="{A7FC5A27-5BCE-3110-D305-F7A231161A05}"/>
          </ac:picMkLst>
        </pc:picChg>
      </pc:sldChg>
    </pc:docChg>
  </pc:docChgLst>
  <pc:docChgLst>
    <pc:chgData name="Musfikur Rahaman" userId="S::mrahaman@atu.edu::e2f71e0a-9e23-4ee5-8ed6-9379dcf14f3b" providerId="AD" clId="Web-{A4C138BC-3716-B7F8-64BF-F173DF60B97F}"/>
    <pc:docChg chg="modSld">
      <pc:chgData name="Musfikur Rahaman" userId="S::mrahaman@atu.edu::e2f71e0a-9e23-4ee5-8ed6-9379dcf14f3b" providerId="AD" clId="Web-{A4C138BC-3716-B7F8-64BF-F173DF60B97F}" dt="2023-01-23T13:24:00.686" v="153"/>
      <pc:docMkLst>
        <pc:docMk/>
      </pc:docMkLst>
      <pc:sldChg chg="delSp modSp">
        <pc:chgData name="Musfikur Rahaman" userId="S::mrahaman@atu.edu::e2f71e0a-9e23-4ee5-8ed6-9379dcf14f3b" providerId="AD" clId="Web-{A4C138BC-3716-B7F8-64BF-F173DF60B97F}" dt="2023-01-23T13:24:00.686" v="153"/>
        <pc:sldMkLst>
          <pc:docMk/>
          <pc:sldMk cId="0" sldId="256"/>
        </pc:sldMkLst>
        <pc:spChg chg="del">
          <ac:chgData name="Musfikur Rahaman" userId="S::mrahaman@atu.edu::e2f71e0a-9e23-4ee5-8ed6-9379dcf14f3b" providerId="AD" clId="Web-{A4C138BC-3716-B7F8-64BF-F173DF60B97F}" dt="2023-01-23T13:08:07.621" v="48"/>
          <ac:spMkLst>
            <pc:docMk/>
            <pc:sldMk cId="0" sldId="256"/>
            <ac:spMk id="14" creationId="{3A4C06F4-FF0A-7403-9BC4-C74885059FD4}"/>
          </ac:spMkLst>
        </pc:spChg>
        <pc:spChg chg="del mod">
          <ac:chgData name="Musfikur Rahaman" userId="S::mrahaman@atu.edu::e2f71e0a-9e23-4ee5-8ed6-9379dcf14f3b" providerId="AD" clId="Web-{A4C138BC-3716-B7F8-64BF-F173DF60B97F}" dt="2023-01-23T13:08:12.949" v="51"/>
          <ac:spMkLst>
            <pc:docMk/>
            <pc:sldMk cId="0" sldId="256"/>
            <ac:spMk id="118" creationId="{C6886F86-312D-81EB-975D-1E822124A568}"/>
          </ac:spMkLst>
        </pc:spChg>
        <pc:spChg chg="mod">
          <ac:chgData name="Musfikur Rahaman" userId="S::mrahaman@atu.edu::e2f71e0a-9e23-4ee5-8ed6-9379dcf14f3b" providerId="AD" clId="Web-{A4C138BC-3716-B7F8-64BF-F173DF60B97F}" dt="2023-01-23T13:15:46.918" v="126" actId="20577"/>
          <ac:spMkLst>
            <pc:docMk/>
            <pc:sldMk cId="0" sldId="256"/>
            <ac:spMk id="2454" creationId="{DE24A8CE-6468-AA08-D3EA-AE4632665E9D}"/>
          </ac:spMkLst>
        </pc:spChg>
        <pc:spChg chg="mod">
          <ac:chgData name="Musfikur Rahaman" userId="S::mrahaman@atu.edu::e2f71e0a-9e23-4ee5-8ed6-9379dcf14f3b" providerId="AD" clId="Web-{A4C138BC-3716-B7F8-64BF-F173DF60B97F}" dt="2023-01-23T13:03:57.706" v="46" actId="20577"/>
          <ac:spMkLst>
            <pc:docMk/>
            <pc:sldMk cId="0" sldId="256"/>
            <ac:spMk id="5122" creationId="{5F2DBA35-D2B5-1FC2-D3E6-5D5CFE8E802E}"/>
          </ac:spMkLst>
        </pc:spChg>
        <pc:spChg chg="mod">
          <ac:chgData name="Musfikur Rahaman" userId="S::mrahaman@atu.edu::e2f71e0a-9e23-4ee5-8ed6-9379dcf14f3b" providerId="AD" clId="Web-{A4C138BC-3716-B7F8-64BF-F173DF60B97F}" dt="2023-01-23T13:09:16.998" v="78" actId="14100"/>
          <ac:spMkLst>
            <pc:docMk/>
            <pc:sldMk cId="0" sldId="256"/>
            <ac:spMk id="5124" creationId="{17F8CD5D-C2F3-0532-7908-1D6535900059}"/>
          </ac:spMkLst>
        </pc:spChg>
        <pc:spChg chg="mod">
          <ac:chgData name="Musfikur Rahaman" userId="S::mrahaman@atu.edu::e2f71e0a-9e23-4ee5-8ed6-9379dcf14f3b" providerId="AD" clId="Web-{A4C138BC-3716-B7F8-64BF-F173DF60B97F}" dt="2023-01-23T13:17:14.234" v="151" actId="14100"/>
          <ac:spMkLst>
            <pc:docMk/>
            <pc:sldMk cId="0" sldId="256"/>
            <ac:spMk id="5136" creationId="{3AD98B05-94BF-0575-1ADE-09281E0EFFA8}"/>
          </ac:spMkLst>
        </pc:spChg>
        <pc:spChg chg="del">
          <ac:chgData name="Musfikur Rahaman" userId="S::mrahaman@atu.edu::e2f71e0a-9e23-4ee5-8ed6-9379dcf14f3b" providerId="AD" clId="Web-{A4C138BC-3716-B7F8-64BF-F173DF60B97F}" dt="2023-01-23T13:15:15.558" v="118"/>
          <ac:spMkLst>
            <pc:docMk/>
            <pc:sldMk cId="0" sldId="256"/>
            <ac:spMk id="5141" creationId="{08C3EF09-EA02-44B6-A21E-8DC5583A0154}"/>
          </ac:spMkLst>
        </pc:spChg>
        <pc:spChg chg="del">
          <ac:chgData name="Musfikur Rahaman" userId="S::mrahaman@atu.edu::e2f71e0a-9e23-4ee5-8ed6-9379dcf14f3b" providerId="AD" clId="Web-{A4C138BC-3716-B7F8-64BF-F173DF60B97F}" dt="2023-01-23T13:15:24.355" v="119"/>
          <ac:spMkLst>
            <pc:docMk/>
            <pc:sldMk cId="0" sldId="256"/>
            <ac:spMk id="5142" creationId="{7894A6C6-62A9-0C12-4B3C-A79BD9103C79}"/>
          </ac:spMkLst>
        </pc:spChg>
        <pc:spChg chg="del">
          <ac:chgData name="Musfikur Rahaman" userId="S::mrahaman@atu.edu::e2f71e0a-9e23-4ee5-8ed6-9379dcf14f3b" providerId="AD" clId="Web-{A4C138BC-3716-B7F8-64BF-F173DF60B97F}" dt="2023-01-23T13:23:56.451" v="152"/>
          <ac:spMkLst>
            <pc:docMk/>
            <pc:sldMk cId="0" sldId="256"/>
            <ac:spMk id="5144" creationId="{5B9604EE-F841-5465-F2EF-8EE74421EFF0}"/>
          </ac:spMkLst>
        </pc:spChg>
        <pc:spChg chg="del">
          <ac:chgData name="Musfikur Rahaman" userId="S::mrahaman@atu.edu::e2f71e0a-9e23-4ee5-8ed6-9379dcf14f3b" providerId="AD" clId="Web-{A4C138BC-3716-B7F8-64BF-F173DF60B97F}" dt="2023-01-23T13:24:00.686" v="153"/>
          <ac:spMkLst>
            <pc:docMk/>
            <pc:sldMk cId="0" sldId="256"/>
            <ac:spMk id="5145" creationId="{9E584B7E-4F74-1F72-3693-05C788369110}"/>
          </ac:spMkLst>
        </pc:spChg>
        <pc:grpChg chg="del">
          <ac:chgData name="Musfikur Rahaman" userId="S::mrahaman@atu.edu::e2f71e0a-9e23-4ee5-8ed6-9379dcf14f3b" providerId="AD" clId="Web-{A4C138BC-3716-B7F8-64BF-F173DF60B97F}" dt="2023-01-23T13:11:00.330" v="96"/>
          <ac:grpSpMkLst>
            <pc:docMk/>
            <pc:sldMk cId="0" sldId="256"/>
            <ac:grpSpMk id="5140" creationId="{97007E3F-5AA9-86F8-9A6E-898100FB858E}"/>
          </ac:grpSpMkLst>
        </pc:grpChg>
        <pc:grpChg chg="del">
          <ac:chgData name="Musfikur Rahaman" userId="S::mrahaman@atu.edu::e2f71e0a-9e23-4ee5-8ed6-9379dcf14f3b" providerId="AD" clId="Web-{A4C138BC-3716-B7F8-64BF-F173DF60B97F}" dt="2023-01-23T13:10:38.610" v="94"/>
          <ac:grpSpMkLst>
            <pc:docMk/>
            <pc:sldMk cId="0" sldId="256"/>
            <ac:grpSpMk id="5143" creationId="{19DEA131-633E-DCD6-BF41-9EB2DC9501C0}"/>
          </ac:grpSpMkLst>
        </pc:grpChg>
        <pc:grpChg chg="del">
          <ac:chgData name="Musfikur Rahaman" userId="S::mrahaman@atu.edu::e2f71e0a-9e23-4ee5-8ed6-9379dcf14f3b" providerId="AD" clId="Web-{A4C138BC-3716-B7F8-64BF-F173DF60B97F}" dt="2023-01-23T13:10:58.346" v="95"/>
          <ac:grpSpMkLst>
            <pc:docMk/>
            <pc:sldMk cId="0" sldId="256"/>
            <ac:grpSpMk id="5147" creationId="{EE4ACC0D-4C63-25F4-6662-849DA65D9804}"/>
          </ac:grpSpMkLst>
        </pc:grpChg>
        <pc:picChg chg="del">
          <ac:chgData name="Musfikur Rahaman" userId="S::mrahaman@atu.edu::e2f71e0a-9e23-4ee5-8ed6-9379dcf14f3b" providerId="AD" clId="Web-{A4C138BC-3716-B7F8-64BF-F173DF60B97F}" dt="2023-01-23T13:07:31.416" v="47"/>
          <ac:picMkLst>
            <pc:docMk/>
            <pc:sldMk cId="0" sldId="256"/>
            <ac:picMk id="5138" creationId="{0C8F8CFC-BCAC-67E8-42EF-CB7342DC43EB}"/>
          </ac:picMkLst>
        </pc:picChg>
        <pc:picChg chg="del">
          <ac:chgData name="Musfikur Rahaman" userId="S::mrahaman@atu.edu::e2f71e0a-9e23-4ee5-8ed6-9379dcf14f3b" providerId="AD" clId="Web-{A4C138BC-3716-B7F8-64BF-F173DF60B97F}" dt="2023-01-23T13:11:04.064" v="97"/>
          <ac:picMkLst>
            <pc:docMk/>
            <pc:sldMk cId="0" sldId="256"/>
            <ac:picMk id="5146" creationId="{C8707143-56B2-5007-9A26-A55854998D49}"/>
          </ac:picMkLst>
        </pc:picChg>
        <pc:picChg chg="mod">
          <ac:chgData name="Musfikur Rahaman" userId="S::mrahaman@atu.edu::e2f71e0a-9e23-4ee5-8ed6-9379dcf14f3b" providerId="AD" clId="Web-{A4C138BC-3716-B7F8-64BF-F173DF60B97F}" dt="2023-01-23T13:03:54.581" v="45"/>
          <ac:picMkLst>
            <pc:docMk/>
            <pc:sldMk cId="0" sldId="256"/>
            <ac:picMk id="5151" creationId="{490C29B7-88DF-4E88-A981-4235CC504819}"/>
          </ac:picMkLst>
        </pc:picChg>
      </pc:sldChg>
    </pc:docChg>
  </pc:docChgLst>
  <pc:docChgLst>
    <pc:chgData name="Robin Ghosh" userId="S::rghosh@atu.edu::cea01928-5504-4796-84c1-be75077cd5de" providerId="AD" clId="Web-{D572154D-FF97-AFF0-6A16-6FBBE582FE1B}"/>
    <pc:docChg chg="modSld">
      <pc:chgData name="Robin Ghosh" userId="S::rghosh@atu.edu::cea01928-5504-4796-84c1-be75077cd5de" providerId="AD" clId="Web-{D572154D-FF97-AFF0-6A16-6FBBE582FE1B}" dt="2023-02-04T01:00:01.998" v="157" actId="20577"/>
      <pc:docMkLst>
        <pc:docMk/>
      </pc:docMkLst>
      <pc:sldChg chg="modSp">
        <pc:chgData name="Robin Ghosh" userId="S::rghosh@atu.edu::cea01928-5504-4796-84c1-be75077cd5de" providerId="AD" clId="Web-{D572154D-FF97-AFF0-6A16-6FBBE582FE1B}" dt="2023-02-04T01:00:01.998" v="157" actId="20577"/>
        <pc:sldMkLst>
          <pc:docMk/>
          <pc:sldMk cId="0" sldId="256"/>
        </pc:sldMkLst>
        <pc:spChg chg="mod">
          <ac:chgData name="Robin Ghosh" userId="S::rghosh@atu.edu::cea01928-5504-4796-84c1-be75077cd5de" providerId="AD" clId="Web-{D572154D-FF97-AFF0-6A16-6FBBE582FE1B}" dt="2023-02-04T00:59:20.792" v="133" actId="1076"/>
          <ac:spMkLst>
            <pc:docMk/>
            <pc:sldMk cId="0" sldId="256"/>
            <ac:spMk id="15" creationId="{95242E79-9140-8295-232E-F017C8B1056F}"/>
          </ac:spMkLst>
        </pc:spChg>
        <pc:spChg chg="mod">
          <ac:chgData name="Robin Ghosh" userId="S::rghosh@atu.edu::cea01928-5504-4796-84c1-be75077cd5de" providerId="AD" clId="Web-{D572154D-FF97-AFF0-6A16-6FBBE582FE1B}" dt="2023-02-04T00:50:35.543" v="91" actId="20577"/>
          <ac:spMkLst>
            <pc:docMk/>
            <pc:sldMk cId="0" sldId="256"/>
            <ac:spMk id="2454" creationId="{DE24A8CE-6468-AA08-D3EA-AE4632665E9D}"/>
          </ac:spMkLst>
        </pc:spChg>
        <pc:spChg chg="mod">
          <ac:chgData name="Robin Ghosh" userId="S::rghosh@atu.edu::cea01928-5504-4796-84c1-be75077cd5de" providerId="AD" clId="Web-{D572154D-FF97-AFF0-6A16-6FBBE582FE1B}" dt="2023-02-04T00:51:26.734" v="92" actId="20577"/>
          <ac:spMkLst>
            <pc:docMk/>
            <pc:sldMk cId="0" sldId="256"/>
            <ac:spMk id="2466" creationId="{6D12B1A0-83C5-6F9C-AAF8-41CBD51718A8}"/>
          </ac:spMkLst>
        </pc:spChg>
        <pc:spChg chg="mod">
          <ac:chgData name="Robin Ghosh" userId="S::rghosh@atu.edu::cea01928-5504-4796-84c1-be75077cd5de" providerId="AD" clId="Web-{D572154D-FF97-AFF0-6A16-6FBBE582FE1B}" dt="2023-02-04T01:00:01.998" v="157" actId="20577"/>
          <ac:spMkLst>
            <pc:docMk/>
            <pc:sldMk cId="0" sldId="256"/>
            <ac:spMk id="5122" creationId="{5F2DBA35-D2B5-1FC2-D3E6-5D5CFE8E802E}"/>
          </ac:spMkLst>
        </pc:spChg>
      </pc:sldChg>
    </pc:docChg>
  </pc:docChgLst>
  <pc:docChgLst>
    <pc:chgData name="Musfikur Rahaman" userId="S::mrahaman@atu.edu::e2f71e0a-9e23-4ee5-8ed6-9379dcf14f3b" providerId="AD" clId="Web-{F80A4C56-F960-2B1E-E077-C2DACA2E8D62}"/>
    <pc:docChg chg="modSld">
      <pc:chgData name="Musfikur Rahaman" userId="S::mrahaman@atu.edu::e2f71e0a-9e23-4ee5-8ed6-9379dcf14f3b" providerId="AD" clId="Web-{F80A4C56-F960-2B1E-E077-C2DACA2E8D62}" dt="2023-03-23T18:48:00.553" v="4" actId="20577"/>
      <pc:docMkLst>
        <pc:docMk/>
      </pc:docMkLst>
      <pc:sldChg chg="modSp">
        <pc:chgData name="Musfikur Rahaman" userId="S::mrahaman@atu.edu::e2f71e0a-9e23-4ee5-8ed6-9379dcf14f3b" providerId="AD" clId="Web-{F80A4C56-F960-2B1E-E077-C2DACA2E8D62}" dt="2023-03-23T18:48:00.553" v="4" actId="20577"/>
        <pc:sldMkLst>
          <pc:docMk/>
          <pc:sldMk cId="425422505" sldId="257"/>
        </pc:sldMkLst>
        <pc:spChg chg="mod">
          <ac:chgData name="Musfikur Rahaman" userId="S::mrahaman@atu.edu::e2f71e0a-9e23-4ee5-8ed6-9379dcf14f3b" providerId="AD" clId="Web-{F80A4C56-F960-2B1E-E077-C2DACA2E8D62}" dt="2023-03-23T18:48:00.553" v="4" actId="20577"/>
          <ac:spMkLst>
            <pc:docMk/>
            <pc:sldMk cId="425422505" sldId="257"/>
            <ac:spMk id="2459" creationId="{5B0EE477-C8C8-392D-F87C-86337DADFE13}"/>
          </ac:spMkLst>
        </pc:spChg>
      </pc:sldChg>
    </pc:docChg>
  </pc:docChgLst>
  <pc:docChgLst>
    <pc:chgData name="Musfikur Rahaman" userId="S::mrahaman@atu.edu::e2f71e0a-9e23-4ee5-8ed6-9379dcf14f3b" providerId="AD" clId="Web-{46FED219-4B2A-6A09-C072-7DCC6F4D41E4}"/>
    <pc:docChg chg="modSld">
      <pc:chgData name="Musfikur Rahaman" userId="S::mrahaman@atu.edu::e2f71e0a-9e23-4ee5-8ed6-9379dcf14f3b" providerId="AD" clId="Web-{46FED219-4B2A-6A09-C072-7DCC6F4D41E4}" dt="2023-02-04T00:18:03.631" v="593" actId="20577"/>
      <pc:docMkLst>
        <pc:docMk/>
      </pc:docMkLst>
      <pc:sldChg chg="addSp delSp modSp">
        <pc:chgData name="Musfikur Rahaman" userId="S::mrahaman@atu.edu::e2f71e0a-9e23-4ee5-8ed6-9379dcf14f3b" providerId="AD" clId="Web-{46FED219-4B2A-6A09-C072-7DCC6F4D41E4}" dt="2023-02-04T00:18:03.631" v="593" actId="20577"/>
        <pc:sldMkLst>
          <pc:docMk/>
          <pc:sldMk cId="0" sldId="256"/>
        </pc:sldMkLst>
        <pc:spChg chg="del">
          <ac:chgData name="Musfikur Rahaman" userId="S::mrahaman@atu.edu::e2f71e0a-9e23-4ee5-8ed6-9379dcf14f3b" providerId="AD" clId="Web-{46FED219-4B2A-6A09-C072-7DCC6F4D41E4}" dt="2023-02-03T23:43:42.862" v="276"/>
          <ac:spMkLst>
            <pc:docMk/>
            <pc:sldMk cId="0" sldId="256"/>
            <ac:spMk id="6" creationId="{545D2BF4-29EA-A26C-9343-6DFF53AA26F4}"/>
          </ac:spMkLst>
        </pc:spChg>
        <pc:spChg chg="mod">
          <ac:chgData name="Musfikur Rahaman" userId="S::mrahaman@atu.edu::e2f71e0a-9e23-4ee5-8ed6-9379dcf14f3b" providerId="AD" clId="Web-{46FED219-4B2A-6A09-C072-7DCC6F4D41E4}" dt="2023-02-04T00:06:30.070" v="467" actId="14100"/>
          <ac:spMkLst>
            <pc:docMk/>
            <pc:sldMk cId="0" sldId="256"/>
            <ac:spMk id="8" creationId="{C0FBE046-3A00-DC63-52EE-38A601B21F06}"/>
          </ac:spMkLst>
        </pc:spChg>
        <pc:spChg chg="add mod">
          <ac:chgData name="Musfikur Rahaman" userId="S::mrahaman@atu.edu::e2f71e0a-9e23-4ee5-8ed6-9379dcf14f3b" providerId="AD" clId="Web-{46FED219-4B2A-6A09-C072-7DCC6F4D41E4}" dt="2023-02-03T23:48:57.233" v="360" actId="20577"/>
          <ac:spMkLst>
            <pc:docMk/>
            <pc:sldMk cId="0" sldId="256"/>
            <ac:spMk id="12" creationId="{9F1D0A66-9400-0FA2-6708-BC8705DCD12A}"/>
          </ac:spMkLst>
        </pc:spChg>
        <pc:spChg chg="add mod">
          <ac:chgData name="Musfikur Rahaman" userId="S::mrahaman@atu.edu::e2f71e0a-9e23-4ee5-8ed6-9379dcf14f3b" providerId="AD" clId="Web-{46FED219-4B2A-6A09-C072-7DCC6F4D41E4}" dt="2023-02-04T00:05:25.020" v="459" actId="1076"/>
          <ac:spMkLst>
            <pc:docMk/>
            <pc:sldMk cId="0" sldId="256"/>
            <ac:spMk id="14" creationId="{9742161D-7EA3-B176-98A7-10744D6A412C}"/>
          </ac:spMkLst>
        </pc:spChg>
        <pc:spChg chg="add mod">
          <ac:chgData name="Musfikur Rahaman" userId="S::mrahaman@atu.edu::e2f71e0a-9e23-4ee5-8ed6-9379dcf14f3b" providerId="AD" clId="Web-{46FED219-4B2A-6A09-C072-7DCC6F4D41E4}" dt="2023-02-04T00:05:20.801" v="458" actId="1076"/>
          <ac:spMkLst>
            <pc:docMk/>
            <pc:sldMk cId="0" sldId="256"/>
            <ac:spMk id="15" creationId="{95242E79-9140-8295-232E-F017C8B1056F}"/>
          </ac:spMkLst>
        </pc:spChg>
        <pc:spChg chg="add mod">
          <ac:chgData name="Musfikur Rahaman" userId="S::mrahaman@atu.edu::e2f71e0a-9e23-4ee5-8ed6-9379dcf14f3b" providerId="AD" clId="Web-{46FED219-4B2A-6A09-C072-7DCC6F4D41E4}" dt="2023-02-03T23:48:45.733" v="356" actId="20577"/>
          <ac:spMkLst>
            <pc:docMk/>
            <pc:sldMk cId="0" sldId="256"/>
            <ac:spMk id="16" creationId="{34E5C659-1034-957E-4078-B84975F335EE}"/>
          </ac:spMkLst>
        </pc:spChg>
        <pc:spChg chg="add mod">
          <ac:chgData name="Musfikur Rahaman" userId="S::mrahaman@atu.edu::e2f71e0a-9e23-4ee5-8ed6-9379dcf14f3b" providerId="AD" clId="Web-{46FED219-4B2A-6A09-C072-7DCC6F4D41E4}" dt="2023-02-04T00:18:03.631" v="593" actId="20577"/>
          <ac:spMkLst>
            <pc:docMk/>
            <pc:sldMk cId="0" sldId="256"/>
            <ac:spMk id="23" creationId="{FE91F638-3231-634E-C1E8-E27735C1B436}"/>
          </ac:spMkLst>
        </pc:spChg>
        <pc:spChg chg="mod">
          <ac:chgData name="Musfikur Rahaman" userId="S::mrahaman@atu.edu::e2f71e0a-9e23-4ee5-8ed6-9379dcf14f3b" providerId="AD" clId="Web-{46FED219-4B2A-6A09-C072-7DCC6F4D41E4}" dt="2023-02-04T00:07:06.415" v="472" actId="1076"/>
          <ac:spMkLst>
            <pc:docMk/>
            <pc:sldMk cId="0" sldId="256"/>
            <ac:spMk id="2466" creationId="{6D12B1A0-83C5-6F9C-AAF8-41CBD51718A8}"/>
          </ac:spMkLst>
        </pc:spChg>
        <pc:spChg chg="mod">
          <ac:chgData name="Musfikur Rahaman" userId="S::mrahaman@atu.edu::e2f71e0a-9e23-4ee5-8ed6-9379dcf14f3b" providerId="AD" clId="Web-{46FED219-4B2A-6A09-C072-7DCC6F4D41E4}" dt="2023-02-04T00:06:02.944" v="463" actId="1076"/>
          <ac:spMkLst>
            <pc:docMk/>
            <pc:sldMk cId="0" sldId="256"/>
            <ac:spMk id="2529" creationId="{A7738291-EEFE-3E28-DAA5-1FE378697405}"/>
          </ac:spMkLst>
        </pc:spChg>
        <pc:spChg chg="mod">
          <ac:chgData name="Musfikur Rahaman" userId="S::mrahaman@atu.edu::e2f71e0a-9e23-4ee5-8ed6-9379dcf14f3b" providerId="AD" clId="Web-{46FED219-4B2A-6A09-C072-7DCC6F4D41E4}" dt="2023-02-04T00:06:57.633" v="471" actId="1076"/>
          <ac:spMkLst>
            <pc:docMk/>
            <pc:sldMk cId="0" sldId="256"/>
            <ac:spMk id="5130" creationId="{21B8CDBC-7AAD-7DC6-B43E-EF66884DBD10}"/>
          </ac:spMkLst>
        </pc:spChg>
        <pc:spChg chg="mod">
          <ac:chgData name="Musfikur Rahaman" userId="S::mrahaman@atu.edu::e2f71e0a-9e23-4ee5-8ed6-9379dcf14f3b" providerId="AD" clId="Web-{46FED219-4B2A-6A09-C072-7DCC6F4D41E4}" dt="2023-02-04T00:05:49.365" v="461" actId="1076"/>
          <ac:spMkLst>
            <pc:docMk/>
            <pc:sldMk cId="0" sldId="256"/>
            <ac:spMk id="5133" creationId="{C8EF0CA1-F18A-D7A6-0EB4-B4FC057AAAFC}"/>
          </ac:spMkLst>
        </pc:spChg>
        <pc:spChg chg="mod">
          <ac:chgData name="Musfikur Rahaman" userId="S::mrahaman@atu.edu::e2f71e0a-9e23-4ee5-8ed6-9379dcf14f3b" providerId="AD" clId="Web-{46FED219-4B2A-6A09-C072-7DCC6F4D41E4}" dt="2023-02-03T23:42:31.344" v="263" actId="14100"/>
          <ac:spMkLst>
            <pc:docMk/>
            <pc:sldMk cId="0" sldId="256"/>
            <ac:spMk id="5134" creationId="{C733E727-DD01-F97F-0B6C-603AAB130A66}"/>
          </ac:spMkLst>
        </pc:spChg>
        <pc:spChg chg="mod">
          <ac:chgData name="Musfikur Rahaman" userId="S::mrahaman@atu.edu::e2f71e0a-9e23-4ee5-8ed6-9379dcf14f3b" providerId="AD" clId="Web-{46FED219-4B2A-6A09-C072-7DCC6F4D41E4}" dt="2023-02-04T00:07:25.900" v="473" actId="1076"/>
          <ac:spMkLst>
            <pc:docMk/>
            <pc:sldMk cId="0" sldId="256"/>
            <ac:spMk id="5136" creationId="{3AD98B05-94BF-0575-1ADE-09281E0EFFA8}"/>
          </ac:spMkLst>
        </pc:spChg>
        <pc:spChg chg="del">
          <ac:chgData name="Musfikur Rahaman" userId="S::mrahaman@atu.edu::e2f71e0a-9e23-4ee5-8ed6-9379dcf14f3b" providerId="AD" clId="Web-{46FED219-4B2A-6A09-C072-7DCC6F4D41E4}" dt="2023-02-03T23:16:15.612" v="4"/>
          <ac:spMkLst>
            <pc:docMk/>
            <pc:sldMk cId="0" sldId="256"/>
            <ac:spMk id="5149" creationId="{BB84E352-6324-BE50-04AF-8F41AF923931}"/>
          </ac:spMkLst>
        </pc:spChg>
        <pc:graphicFrameChg chg="add del mod">
          <ac:chgData name="Musfikur Rahaman" userId="S::mrahaman@atu.edu::e2f71e0a-9e23-4ee5-8ed6-9379dcf14f3b" providerId="AD" clId="Web-{46FED219-4B2A-6A09-C072-7DCC6F4D41E4}" dt="2023-02-03T23:32:19.789" v="229"/>
          <ac:graphicFrameMkLst>
            <pc:docMk/>
            <pc:sldMk cId="0" sldId="256"/>
            <ac:graphicFrameMk id="9" creationId="{EA473861-720F-6676-AA8A-B9A06933DC87}"/>
          </ac:graphicFrameMkLst>
        </pc:graphicFrameChg>
        <pc:graphicFrameChg chg="add mod">
          <ac:chgData name="Musfikur Rahaman" userId="S::mrahaman@atu.edu::e2f71e0a-9e23-4ee5-8ed6-9379dcf14f3b" providerId="AD" clId="Web-{46FED219-4B2A-6A09-C072-7DCC6F4D41E4}" dt="2023-02-03T23:45:27.600" v="297" actId="1076"/>
          <ac:graphicFrameMkLst>
            <pc:docMk/>
            <pc:sldMk cId="0" sldId="256"/>
            <ac:graphicFrameMk id="10" creationId="{67BE463D-0AC2-AC37-5444-BE49A730FCE6}"/>
          </ac:graphicFrameMkLst>
        </pc:graphicFrameChg>
        <pc:graphicFrameChg chg="add mod">
          <ac:chgData name="Musfikur Rahaman" userId="S::mrahaman@atu.edu::e2f71e0a-9e23-4ee5-8ed6-9379dcf14f3b" providerId="AD" clId="Web-{46FED219-4B2A-6A09-C072-7DCC6F4D41E4}" dt="2023-02-03T23:44:53.661" v="292" actId="14100"/>
          <ac:graphicFrameMkLst>
            <pc:docMk/>
            <pc:sldMk cId="0" sldId="256"/>
            <ac:graphicFrameMk id="11" creationId="{FA0D7B01-2D0D-ED4B-26A0-78747FDE4567}"/>
          </ac:graphicFrameMkLst>
        </pc:graphicFrameChg>
        <pc:graphicFrameChg chg="add mod">
          <ac:chgData name="Musfikur Rahaman" userId="S::mrahaman@atu.edu::e2f71e0a-9e23-4ee5-8ed6-9379dcf14f3b" providerId="AD" clId="Web-{46FED219-4B2A-6A09-C072-7DCC6F4D41E4}" dt="2023-02-03T23:46:10.571" v="302" actId="14100"/>
          <ac:graphicFrameMkLst>
            <pc:docMk/>
            <pc:sldMk cId="0" sldId="256"/>
            <ac:graphicFrameMk id="13" creationId="{EA473861-720F-6676-AA8A-B9A06933DC87}"/>
          </ac:graphicFrameMkLst>
        </pc:graphicFrameChg>
        <pc:graphicFrameChg chg="add del mod modGraphic">
          <ac:chgData name="Musfikur Rahaman" userId="S::mrahaman@atu.edu::e2f71e0a-9e23-4ee5-8ed6-9379dcf14f3b" providerId="AD" clId="Web-{46FED219-4B2A-6A09-C072-7DCC6F4D41E4}" dt="2023-02-03T23:58:38.989" v="368"/>
          <ac:graphicFrameMkLst>
            <pc:docMk/>
            <pc:sldMk cId="0" sldId="256"/>
            <ac:graphicFrameMk id="18" creationId="{62139677-655D-EFC4-575E-92686D72C057}"/>
          </ac:graphicFrameMkLst>
        </pc:graphicFrameChg>
        <pc:graphicFrameChg chg="add mod modGraphic">
          <ac:chgData name="Musfikur Rahaman" userId="S::mrahaman@atu.edu::e2f71e0a-9e23-4ee5-8ed6-9379dcf14f3b" providerId="AD" clId="Web-{46FED219-4B2A-6A09-C072-7DCC6F4D41E4}" dt="2023-02-04T00:06:41.492" v="468" actId="1076"/>
          <ac:graphicFrameMkLst>
            <pc:docMk/>
            <pc:sldMk cId="0" sldId="256"/>
            <ac:graphicFrameMk id="20" creationId="{B2643055-DEE1-58EC-F4A3-EA691719712A}"/>
          </ac:graphicFrameMkLst>
        </pc:graphicFrameChg>
        <pc:graphicFrameChg chg="add mod modGraphic">
          <ac:chgData name="Musfikur Rahaman" userId="S::mrahaman@atu.edu::e2f71e0a-9e23-4ee5-8ed6-9379dcf14f3b" providerId="AD" clId="Web-{46FED219-4B2A-6A09-C072-7DCC6F4D41E4}" dt="2023-02-04T00:17:51.725" v="591" actId="1076"/>
          <ac:graphicFrameMkLst>
            <pc:docMk/>
            <pc:sldMk cId="0" sldId="256"/>
            <ac:graphicFrameMk id="22" creationId="{6E9D64B7-F451-7D5B-BC36-4E4E75179678}"/>
          </ac:graphicFrameMkLst>
        </pc:graphicFrameChg>
        <pc:picChg chg="del mod">
          <ac:chgData name="Musfikur Rahaman" userId="S::mrahaman@atu.edu::e2f71e0a-9e23-4ee5-8ed6-9379dcf14f3b" providerId="AD" clId="Web-{46FED219-4B2A-6A09-C072-7DCC6F4D41E4}" dt="2023-02-03T23:43:38.549" v="275"/>
          <ac:picMkLst>
            <pc:docMk/>
            <pc:sldMk cId="0" sldId="256"/>
            <ac:picMk id="5" creationId="{5E4687FE-A4FA-EDD7-69F0-53D7CB52D1EA}"/>
          </ac:picMkLst>
        </pc:picChg>
        <pc:picChg chg="del mod">
          <ac:chgData name="Musfikur Rahaman" userId="S::mrahaman@atu.edu::e2f71e0a-9e23-4ee5-8ed6-9379dcf14f3b" providerId="AD" clId="Web-{46FED219-4B2A-6A09-C072-7DCC6F4D41E4}" dt="2023-02-03T23:53:59.166" v="364"/>
          <ac:picMkLst>
            <pc:docMk/>
            <pc:sldMk cId="0" sldId="256"/>
            <ac:picMk id="7" creationId="{0A955CD5-A3C0-01F5-77FA-6E58F7C63AB9}"/>
          </ac:picMkLst>
        </pc:picChg>
      </pc:sldChg>
    </pc:docChg>
  </pc:docChgLst>
  <pc:docChgLst>
    <pc:chgData name="Musfikur Rahaman" userId="S::mrahaman@atu.edu::e2f71e0a-9e23-4ee5-8ed6-9379dcf14f3b" providerId="AD" clId="Web-{7AE34D66-0C20-4A83-3C86-8506D0766240}"/>
    <pc:docChg chg="modSld">
      <pc:chgData name="Musfikur Rahaman" userId="S::mrahaman@atu.edu::e2f71e0a-9e23-4ee5-8ed6-9379dcf14f3b" providerId="AD" clId="Web-{7AE34D66-0C20-4A83-3C86-8506D0766240}" dt="2023-01-24T13:39:29.242" v="425" actId="20577"/>
      <pc:docMkLst>
        <pc:docMk/>
      </pc:docMkLst>
      <pc:sldChg chg="addSp modSp">
        <pc:chgData name="Musfikur Rahaman" userId="S::mrahaman@atu.edu::e2f71e0a-9e23-4ee5-8ed6-9379dcf14f3b" providerId="AD" clId="Web-{7AE34D66-0C20-4A83-3C86-8506D0766240}" dt="2023-01-24T13:39:29.242" v="425" actId="20577"/>
        <pc:sldMkLst>
          <pc:docMk/>
          <pc:sldMk cId="0" sldId="256"/>
        </pc:sldMkLst>
        <pc:spChg chg="add mod">
          <ac:chgData name="Musfikur Rahaman" userId="S::mrahaman@atu.edu::e2f71e0a-9e23-4ee5-8ed6-9379dcf14f3b" providerId="AD" clId="Web-{7AE34D66-0C20-4A83-3C86-8506D0766240}" dt="2023-01-24T13:32:54.416" v="340" actId="1076"/>
          <ac:spMkLst>
            <pc:docMk/>
            <pc:sldMk cId="0" sldId="256"/>
            <ac:spMk id="6" creationId="{545D2BF4-29EA-A26C-9343-6DFF53AA26F4}"/>
          </ac:spMkLst>
        </pc:spChg>
        <pc:spChg chg="add mod">
          <ac:chgData name="Musfikur Rahaman" userId="S::mrahaman@atu.edu::e2f71e0a-9e23-4ee5-8ed6-9379dcf14f3b" providerId="AD" clId="Web-{7AE34D66-0C20-4A83-3C86-8506D0766240}" dt="2023-01-24T13:39:29.242" v="425" actId="20577"/>
          <ac:spMkLst>
            <pc:docMk/>
            <pc:sldMk cId="0" sldId="256"/>
            <ac:spMk id="8" creationId="{C0FBE046-3A00-DC63-52EE-38A601B21F06}"/>
          </ac:spMkLst>
        </pc:spChg>
        <pc:spChg chg="mod">
          <ac:chgData name="Musfikur Rahaman" userId="S::mrahaman@atu.edu::e2f71e0a-9e23-4ee5-8ed6-9379dcf14f3b" providerId="AD" clId="Web-{7AE34D66-0C20-4A83-3C86-8506D0766240}" dt="2023-01-24T13:08:11.241" v="44" actId="20577"/>
          <ac:spMkLst>
            <pc:docMk/>
            <pc:sldMk cId="0" sldId="256"/>
            <ac:spMk id="2454" creationId="{DE24A8CE-6468-AA08-D3EA-AE4632665E9D}"/>
          </ac:spMkLst>
        </pc:spChg>
        <pc:spChg chg="mod">
          <ac:chgData name="Musfikur Rahaman" userId="S::mrahaman@atu.edu::e2f71e0a-9e23-4ee5-8ed6-9379dcf14f3b" providerId="AD" clId="Web-{7AE34D66-0C20-4A83-3C86-8506D0766240}" dt="2023-01-24T13:24:53.994" v="219" actId="20577"/>
          <ac:spMkLst>
            <pc:docMk/>
            <pc:sldMk cId="0" sldId="256"/>
            <ac:spMk id="2459" creationId="{5B0EE477-C8C8-392D-F87C-86337DADFE13}"/>
          </ac:spMkLst>
        </pc:spChg>
        <pc:spChg chg="mod">
          <ac:chgData name="Musfikur Rahaman" userId="S::mrahaman@atu.edu::e2f71e0a-9e23-4ee5-8ed6-9379dcf14f3b" providerId="AD" clId="Web-{7AE34D66-0C20-4A83-3C86-8506D0766240}" dt="2023-01-24T13:32:00.914" v="336" actId="20577"/>
          <ac:spMkLst>
            <pc:docMk/>
            <pc:sldMk cId="0" sldId="256"/>
            <ac:spMk id="2466" creationId="{6D12B1A0-83C5-6F9C-AAF8-41CBD51718A8}"/>
          </ac:spMkLst>
        </pc:spChg>
        <pc:spChg chg="mod">
          <ac:chgData name="Musfikur Rahaman" userId="S::mrahaman@atu.edu::e2f71e0a-9e23-4ee5-8ed6-9379dcf14f3b" providerId="AD" clId="Web-{7AE34D66-0C20-4A83-3C86-8506D0766240}" dt="2023-01-24T13:36:32.127" v="398" actId="20577"/>
          <ac:spMkLst>
            <pc:docMk/>
            <pc:sldMk cId="0" sldId="256"/>
            <ac:spMk id="2529" creationId="{A7738291-EEFE-3E28-DAA5-1FE378697405}"/>
          </ac:spMkLst>
        </pc:spChg>
        <pc:spChg chg="mod">
          <ac:chgData name="Musfikur Rahaman" userId="S::mrahaman@atu.edu::e2f71e0a-9e23-4ee5-8ed6-9379dcf14f3b" providerId="AD" clId="Web-{7AE34D66-0C20-4A83-3C86-8506D0766240}" dt="2023-01-24T13:16:25.023" v="115" actId="20577"/>
          <ac:spMkLst>
            <pc:docMk/>
            <pc:sldMk cId="0" sldId="256"/>
            <ac:spMk id="5128" creationId="{4DEF7959-CB3A-8B46-57AE-8B9976460778}"/>
          </ac:spMkLst>
        </pc:spChg>
        <pc:spChg chg="mod">
          <ac:chgData name="Musfikur Rahaman" userId="S::mrahaman@atu.edu::e2f71e0a-9e23-4ee5-8ed6-9379dcf14f3b" providerId="AD" clId="Web-{7AE34D66-0C20-4A83-3C86-8506D0766240}" dt="2023-01-24T13:35:37.515" v="393" actId="1076"/>
          <ac:spMkLst>
            <pc:docMk/>
            <pc:sldMk cId="0" sldId="256"/>
            <ac:spMk id="5130" creationId="{21B8CDBC-7AAD-7DC6-B43E-EF66884DBD10}"/>
          </ac:spMkLst>
        </pc:spChg>
        <pc:spChg chg="mod">
          <ac:chgData name="Musfikur Rahaman" userId="S::mrahaman@atu.edu::e2f71e0a-9e23-4ee5-8ed6-9379dcf14f3b" providerId="AD" clId="Web-{7AE34D66-0C20-4A83-3C86-8506D0766240}" dt="2023-01-24T13:34:33.076" v="374" actId="20577"/>
          <ac:spMkLst>
            <pc:docMk/>
            <pc:sldMk cId="0" sldId="256"/>
            <ac:spMk id="5132" creationId="{E17B5CDB-42AA-10D1-D27C-8B7C7B5B349C}"/>
          </ac:spMkLst>
        </pc:spChg>
        <pc:spChg chg="mod">
          <ac:chgData name="Musfikur Rahaman" userId="S::mrahaman@atu.edu::e2f71e0a-9e23-4ee5-8ed6-9379dcf14f3b" providerId="AD" clId="Web-{7AE34D66-0C20-4A83-3C86-8506D0766240}" dt="2023-01-24T13:37:41.520" v="409" actId="1076"/>
          <ac:spMkLst>
            <pc:docMk/>
            <pc:sldMk cId="0" sldId="256"/>
            <ac:spMk id="5133" creationId="{C8EF0CA1-F18A-D7A6-0EB4-B4FC057AAAFC}"/>
          </ac:spMkLst>
        </pc:spChg>
        <pc:spChg chg="mod">
          <ac:chgData name="Musfikur Rahaman" userId="S::mrahaman@atu.edu::e2f71e0a-9e23-4ee5-8ed6-9379dcf14f3b" providerId="AD" clId="Web-{7AE34D66-0C20-4A83-3C86-8506D0766240}" dt="2023-01-24T13:11:35.654" v="65" actId="20577"/>
          <ac:spMkLst>
            <pc:docMk/>
            <pc:sldMk cId="0" sldId="256"/>
            <ac:spMk id="5148" creationId="{40043B01-A5AB-001E-45A3-93A00FF81DCD}"/>
          </ac:spMkLst>
        </pc:spChg>
        <pc:picChg chg="add mod modCrop">
          <ac:chgData name="Musfikur Rahaman" userId="S::mrahaman@atu.edu::e2f71e0a-9e23-4ee5-8ed6-9379dcf14f3b" providerId="AD" clId="Web-{7AE34D66-0C20-4A83-3C86-8506D0766240}" dt="2023-01-24T13:14:03.362" v="85" actId="1076"/>
          <ac:picMkLst>
            <pc:docMk/>
            <pc:sldMk cId="0" sldId="256"/>
            <ac:picMk id="2" creationId="{8B5E7F35-A9A1-592D-E927-341BDC811950}"/>
          </ac:picMkLst>
        </pc:picChg>
        <pc:picChg chg="add mod modCrop">
          <ac:chgData name="Musfikur Rahaman" userId="S::mrahaman@atu.edu::e2f71e0a-9e23-4ee5-8ed6-9379dcf14f3b" providerId="AD" clId="Web-{7AE34D66-0C20-4A83-3C86-8506D0766240}" dt="2023-01-24T13:14:17.675" v="88" actId="1076"/>
          <ac:picMkLst>
            <pc:docMk/>
            <pc:sldMk cId="0" sldId="256"/>
            <ac:picMk id="3" creationId="{F3DA6F08-6FB7-4AC0-D5E1-6A17AC8B8EEE}"/>
          </ac:picMkLst>
        </pc:picChg>
        <pc:picChg chg="add mod modCrop">
          <ac:chgData name="Musfikur Rahaman" userId="S::mrahaman@atu.edu::e2f71e0a-9e23-4ee5-8ed6-9379dcf14f3b" providerId="AD" clId="Web-{7AE34D66-0C20-4A83-3C86-8506D0766240}" dt="2023-01-24T13:14:11.222" v="86" actId="1076"/>
          <ac:picMkLst>
            <pc:docMk/>
            <pc:sldMk cId="0" sldId="256"/>
            <ac:picMk id="4" creationId="{1B0656A5-5DA0-AB23-478C-86DE786FD82B}"/>
          </ac:picMkLst>
        </pc:picChg>
        <pc:picChg chg="add mod modCrop">
          <ac:chgData name="Musfikur Rahaman" userId="S::mrahaman@atu.edu::e2f71e0a-9e23-4ee5-8ed6-9379dcf14f3b" providerId="AD" clId="Web-{7AE34D66-0C20-4A83-3C86-8506D0766240}" dt="2023-01-24T13:32:48.713" v="339" actId="1076"/>
          <ac:picMkLst>
            <pc:docMk/>
            <pc:sldMk cId="0" sldId="256"/>
            <ac:picMk id="5" creationId="{5E4687FE-A4FA-EDD7-69F0-53D7CB52D1EA}"/>
          </ac:picMkLst>
        </pc:picChg>
        <pc:picChg chg="add mod modCrop">
          <ac:chgData name="Musfikur Rahaman" userId="S::mrahaman@atu.edu::e2f71e0a-9e23-4ee5-8ed6-9379dcf14f3b" providerId="AD" clId="Web-{7AE34D66-0C20-4A83-3C86-8506D0766240}" dt="2023-01-24T13:38:31.834" v="412" actId="1076"/>
          <ac:picMkLst>
            <pc:docMk/>
            <pc:sldMk cId="0" sldId="256"/>
            <ac:picMk id="7" creationId="{0A955CD5-A3C0-01F5-77FA-6E58F7C63AB9}"/>
          </ac:picMkLst>
        </pc:picChg>
      </pc:sldChg>
    </pc:docChg>
  </pc:docChgLst>
  <pc:docChgLst>
    <pc:chgData name="Musfikur Rahaman" userId="S::mrahaman@atu.edu::e2f71e0a-9e23-4ee5-8ed6-9379dcf14f3b" providerId="AD" clId="Web-{41019AC5-536B-885C-9360-4EA33E0A6E4D}"/>
    <pc:docChg chg="modSld">
      <pc:chgData name="Musfikur Rahaman" userId="S::mrahaman@atu.edu::e2f71e0a-9e23-4ee5-8ed6-9379dcf14f3b" providerId="AD" clId="Web-{41019AC5-536B-885C-9360-4EA33E0A6E4D}" dt="2023-02-06T14:20:23.012" v="51" actId="1076"/>
      <pc:docMkLst>
        <pc:docMk/>
      </pc:docMkLst>
      <pc:sldChg chg="addSp delSp modSp mod modClrScheme chgLayout">
        <pc:chgData name="Musfikur Rahaman" userId="S::mrahaman@atu.edu::e2f71e0a-9e23-4ee5-8ed6-9379dcf14f3b" providerId="AD" clId="Web-{41019AC5-536B-885C-9360-4EA33E0A6E4D}" dt="2023-02-06T14:20:23.012" v="51" actId="1076"/>
        <pc:sldMkLst>
          <pc:docMk/>
          <pc:sldMk cId="425422505" sldId="257"/>
        </pc:sldMkLst>
        <pc:spChg chg="add del mod ord">
          <ac:chgData name="Musfikur Rahaman" userId="S::mrahaman@atu.edu::e2f71e0a-9e23-4ee5-8ed6-9379dcf14f3b" providerId="AD" clId="Web-{41019AC5-536B-885C-9360-4EA33E0A6E4D}" dt="2023-02-06T14:15:05.017" v="3"/>
          <ac:spMkLst>
            <pc:docMk/>
            <pc:sldMk cId="425422505" sldId="257"/>
            <ac:spMk id="5" creationId="{92DB6194-D00E-98AF-5DBA-4DFB9CAD58B9}"/>
          </ac:spMkLst>
        </pc:spChg>
        <pc:spChg chg="add del mod ord">
          <ac:chgData name="Musfikur Rahaman" userId="S::mrahaman@atu.edu::e2f71e0a-9e23-4ee5-8ed6-9379dcf14f3b" providerId="AD" clId="Web-{41019AC5-536B-885C-9360-4EA33E0A6E4D}" dt="2023-02-06T14:15:05.017" v="3"/>
          <ac:spMkLst>
            <pc:docMk/>
            <pc:sldMk cId="425422505" sldId="257"/>
            <ac:spMk id="6" creationId="{9CF451B8-CE3B-7C0B-C82F-A4279C514538}"/>
          </ac:spMkLst>
        </pc:spChg>
        <pc:spChg chg="add del mod ord">
          <ac:chgData name="Musfikur Rahaman" userId="S::mrahaman@atu.edu::e2f71e0a-9e23-4ee5-8ed6-9379dcf14f3b" providerId="AD" clId="Web-{41019AC5-536B-885C-9360-4EA33E0A6E4D}" dt="2023-02-06T14:15:05.017" v="3"/>
          <ac:spMkLst>
            <pc:docMk/>
            <pc:sldMk cId="425422505" sldId="257"/>
            <ac:spMk id="7" creationId="{2266BA00-941C-C18D-C0EA-D95A0A7DEF59}"/>
          </ac:spMkLst>
        </pc:spChg>
        <pc:spChg chg="mod">
          <ac:chgData name="Musfikur Rahaman" userId="S::mrahaman@atu.edu::e2f71e0a-9e23-4ee5-8ed6-9379dcf14f3b" providerId="AD" clId="Web-{41019AC5-536B-885C-9360-4EA33E0A6E4D}" dt="2023-02-06T14:19:56.901" v="47" actId="1076"/>
          <ac:spMkLst>
            <pc:docMk/>
            <pc:sldMk cId="425422505" sldId="257"/>
            <ac:spMk id="20" creationId="{91E84958-39CC-62F0-B8C0-B948306B48B2}"/>
          </ac:spMkLst>
        </pc:spChg>
        <pc:spChg chg="mod">
          <ac:chgData name="Musfikur Rahaman" userId="S::mrahaman@atu.edu::e2f71e0a-9e23-4ee5-8ed6-9379dcf14f3b" providerId="AD" clId="Web-{41019AC5-536B-885C-9360-4EA33E0A6E4D}" dt="2023-02-06T14:20:23.012" v="51" actId="1076"/>
          <ac:spMkLst>
            <pc:docMk/>
            <pc:sldMk cId="425422505" sldId="257"/>
            <ac:spMk id="22" creationId="{962A480F-04AF-ADC4-0D2B-312E47867593}"/>
          </ac:spMkLst>
        </pc:spChg>
        <pc:spChg chg="mod">
          <ac:chgData name="Musfikur Rahaman" userId="S::mrahaman@atu.edu::e2f71e0a-9e23-4ee5-8ed6-9379dcf14f3b" providerId="AD" clId="Web-{41019AC5-536B-885C-9360-4EA33E0A6E4D}" dt="2023-02-06T14:18:35.836" v="34" actId="1076"/>
          <ac:spMkLst>
            <pc:docMk/>
            <pc:sldMk cId="425422505" sldId="257"/>
            <ac:spMk id="2529" creationId="{A7738291-EEFE-3E28-DAA5-1FE378697405}"/>
          </ac:spMkLst>
        </pc:spChg>
        <pc:spChg chg="mod">
          <ac:chgData name="Musfikur Rahaman" userId="S::mrahaman@atu.edu::e2f71e0a-9e23-4ee5-8ed6-9379dcf14f3b" providerId="AD" clId="Web-{41019AC5-536B-885C-9360-4EA33E0A6E4D}" dt="2023-02-06T14:15:21.690" v="5" actId="1076"/>
          <ac:spMkLst>
            <pc:docMk/>
            <pc:sldMk cId="425422505" sldId="257"/>
            <ac:spMk id="5123" creationId="{2B20C775-4C7E-31A4-040E-FA9140481366}"/>
          </ac:spMkLst>
        </pc:spChg>
        <pc:spChg chg="mod">
          <ac:chgData name="Musfikur Rahaman" userId="S::mrahaman@atu.edu::e2f71e0a-9e23-4ee5-8ed6-9379dcf14f3b" providerId="AD" clId="Web-{41019AC5-536B-885C-9360-4EA33E0A6E4D}" dt="2023-02-06T14:15:28.143" v="6" actId="1076"/>
          <ac:spMkLst>
            <pc:docMk/>
            <pc:sldMk cId="425422505" sldId="257"/>
            <ac:spMk id="5124" creationId="{17F8CD5D-C2F3-0532-7908-1D6535900059}"/>
          </ac:spMkLst>
        </pc:spChg>
        <pc:spChg chg="mod">
          <ac:chgData name="Musfikur Rahaman" userId="S::mrahaman@atu.edu::e2f71e0a-9e23-4ee5-8ed6-9379dcf14f3b" providerId="AD" clId="Web-{41019AC5-536B-885C-9360-4EA33E0A6E4D}" dt="2023-02-06T14:18:57.353" v="39" actId="1076"/>
          <ac:spMkLst>
            <pc:docMk/>
            <pc:sldMk cId="425422505" sldId="257"/>
            <ac:spMk id="5125" creationId="{C2E9D27E-2473-FA94-8735-14FCE976CBB2}"/>
          </ac:spMkLst>
        </pc:spChg>
        <pc:spChg chg="mod">
          <ac:chgData name="Musfikur Rahaman" userId="S::mrahaman@atu.edu::e2f71e0a-9e23-4ee5-8ed6-9379dcf14f3b" providerId="AD" clId="Web-{41019AC5-536B-885C-9360-4EA33E0A6E4D}" dt="2023-02-06T14:19:11.338" v="41" actId="1076"/>
          <ac:spMkLst>
            <pc:docMk/>
            <pc:sldMk cId="425422505" sldId="257"/>
            <ac:spMk id="5130" creationId="{21B8CDBC-7AAD-7DC6-B43E-EF66884DBD10}"/>
          </ac:spMkLst>
        </pc:spChg>
        <pc:spChg chg="mod">
          <ac:chgData name="Musfikur Rahaman" userId="S::mrahaman@atu.edu::e2f71e0a-9e23-4ee5-8ed6-9379dcf14f3b" providerId="AD" clId="Web-{41019AC5-536B-885C-9360-4EA33E0A6E4D}" dt="2023-02-06T14:18:42.962" v="36" actId="1076"/>
          <ac:spMkLst>
            <pc:docMk/>
            <pc:sldMk cId="425422505" sldId="257"/>
            <ac:spMk id="5132" creationId="{E17B5CDB-42AA-10D1-D27C-8B7C7B5B349C}"/>
          </ac:spMkLst>
        </pc:spChg>
        <pc:spChg chg="add del mod">
          <ac:chgData name="Musfikur Rahaman" userId="S::mrahaman@atu.edu::e2f71e0a-9e23-4ee5-8ed6-9379dcf14f3b" providerId="AD" clId="Web-{41019AC5-536B-885C-9360-4EA33E0A6E4D}" dt="2023-02-06T14:19:02.353" v="40" actId="1076"/>
          <ac:spMkLst>
            <pc:docMk/>
            <pc:sldMk cId="425422505" sldId="257"/>
            <ac:spMk id="5136" creationId="{3AD98B05-94BF-0575-1ADE-09281E0EFFA8}"/>
          </ac:spMkLst>
        </pc:spChg>
        <pc:picChg chg="mod">
          <ac:chgData name="Musfikur Rahaman" userId="S::mrahaman@atu.edu::e2f71e0a-9e23-4ee5-8ed6-9379dcf14f3b" providerId="AD" clId="Web-{41019AC5-536B-885C-9360-4EA33E0A6E4D}" dt="2023-02-06T14:19:48.542" v="46" actId="14100"/>
          <ac:picMkLst>
            <pc:docMk/>
            <pc:sldMk cId="425422505" sldId="257"/>
            <ac:picMk id="19" creationId="{CF673E1D-7C81-9FA9-1E30-8DBEA8250A93}"/>
          </ac:picMkLst>
        </pc:picChg>
        <pc:picChg chg="mod">
          <ac:chgData name="Musfikur Rahaman" userId="S::mrahaman@atu.edu::e2f71e0a-9e23-4ee5-8ed6-9379dcf14f3b" providerId="AD" clId="Web-{41019AC5-536B-885C-9360-4EA33E0A6E4D}" dt="2023-02-06T14:20:15.855" v="50" actId="14100"/>
          <ac:picMkLst>
            <pc:docMk/>
            <pc:sldMk cId="425422505" sldId="257"/>
            <ac:picMk id="21" creationId="{D4BFEBE4-18B7-5DC4-6F84-67933AF7FD64}"/>
          </ac:picMkLst>
        </pc:picChg>
      </pc:sldChg>
    </pc:docChg>
  </pc:docChgLst>
</pc:chgInfo>
</file>

<file path=ppt/charts/_rels/chart1.xml.rels><?xml version="1.0" encoding="UTF-8" standalone="yes"?>
<Relationships xmlns="http://schemas.openxmlformats.org/package/2006/relationships"><Relationship Id="rId3" Type="http://schemas.openxmlformats.org/officeDocument/2006/relationships/oleObject" Target="Grade%20Data%20Collection%20for%20grant.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Grade%20Data%20Collection%20for%20grant.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Grade%20Data%20Collection%20for%20grant.xlsx" TargetMode="External"/><Relationship Id="rId2" Type="http://schemas.microsoft.com/office/2011/relationships/chartColorStyle" Target="colors3.xml"/><Relationship Id="rId1" Type="http://schemas.microsoft.com/office/2011/relationships/chartStyle" Target="style3.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000" b="1" i="0" u="none" strike="noStrike" kern="1200" spc="0" baseline="0">
                <a:solidFill>
                  <a:srgbClr val="FF0000"/>
                </a:solidFill>
                <a:latin typeface="+mn-lt"/>
                <a:ea typeface="+mn-ea"/>
                <a:cs typeface="+mn-cs"/>
              </a:defRPr>
            </a:pPr>
            <a:r>
              <a:rPr lang="en-US"/>
              <a:t>DFWI (COMS 2203)</a:t>
            </a:r>
          </a:p>
        </c:rich>
      </c:tx>
      <c:overlay val="0"/>
      <c:spPr>
        <a:noFill/>
        <a:ln>
          <a:noFill/>
        </a:ln>
        <a:effectLst/>
      </c:spPr>
      <c:txPr>
        <a:bodyPr rot="0" spcFirstLastPara="1" vertOverflow="ellipsis" vert="horz" wrap="square" anchor="ctr" anchorCtr="1"/>
        <a:lstStyle/>
        <a:p>
          <a:pPr>
            <a:defRPr sz="1000" b="1" i="0" u="none" strike="noStrike" kern="1200" spc="0" baseline="0">
              <a:solidFill>
                <a:srgbClr val="FF0000"/>
              </a:solidFill>
              <a:latin typeface="+mn-lt"/>
              <a:ea typeface="+mn-ea"/>
              <a:cs typeface="+mn-cs"/>
            </a:defRPr>
          </a:pPr>
          <a:endParaRPr lang="en-US"/>
        </a:p>
      </c:txPr>
    </c:title>
    <c:autoTitleDeleted val="0"/>
    <c:plotArea>
      <c:layout/>
      <c:barChart>
        <c:barDir val="col"/>
        <c:grouping val="clustered"/>
        <c:varyColors val="0"/>
        <c:ser>
          <c:idx val="0"/>
          <c:order val="0"/>
          <c:tx>
            <c:strRef>
              <c:f>'[Grade Data Collection for grant.xlsx]Prog II'!$AC$11</c:f>
              <c:strCache>
                <c:ptCount val="1"/>
                <c:pt idx="0">
                  <c:v>DFWI</c:v>
                </c:pt>
              </c:strCache>
            </c:strRef>
          </c:tx>
          <c:spPr>
            <a:solidFill>
              <a:srgbClr val="FFC000"/>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trendline>
            <c:spPr>
              <a:ln w="19050" cap="rnd">
                <a:solidFill>
                  <a:srgbClr val="FF0000"/>
                </a:solidFill>
                <a:prstDash val="solid"/>
              </a:ln>
              <a:effectLst/>
            </c:spPr>
            <c:trendlineType val="poly"/>
            <c:order val="2"/>
            <c:dispRSqr val="0"/>
            <c:dispEq val="0"/>
          </c:trendline>
          <c:cat>
            <c:strRef>
              <c:f>'[Grade Data Collection for grant.xlsx]Prog II'!$AD$10:$AG$10</c:f>
              <c:strCache>
                <c:ptCount val="4"/>
                <c:pt idx="0">
                  <c:v>2015-2019</c:v>
                </c:pt>
                <c:pt idx="1">
                  <c:v>Spring 2022</c:v>
                </c:pt>
                <c:pt idx="2">
                  <c:v>Fall 2022</c:v>
                </c:pt>
                <c:pt idx="3">
                  <c:v>Proposed</c:v>
                </c:pt>
              </c:strCache>
            </c:strRef>
          </c:cat>
          <c:val>
            <c:numRef>
              <c:f>'[Grade Data Collection for grant.xlsx]Prog II'!$AD$11:$AG$11</c:f>
              <c:numCache>
                <c:formatCode>0%</c:formatCode>
                <c:ptCount val="4"/>
                <c:pt idx="0">
                  <c:v>0.35</c:v>
                </c:pt>
                <c:pt idx="1">
                  <c:v>0.33300000000000002</c:v>
                </c:pt>
                <c:pt idx="2">
                  <c:v>0.153</c:v>
                </c:pt>
                <c:pt idx="3" formatCode="0.00%">
                  <c:v>0.25</c:v>
                </c:pt>
              </c:numCache>
            </c:numRef>
          </c:val>
          <c:extLst>
            <c:ext xmlns:c16="http://schemas.microsoft.com/office/drawing/2014/chart" uri="{C3380CC4-5D6E-409C-BE32-E72D297353CC}">
              <c16:uniqueId val="{00000001-534E-4658-B704-9A91BE26F4AF}"/>
            </c:ext>
          </c:extLst>
        </c:ser>
        <c:dLbls>
          <c:dLblPos val="outEnd"/>
          <c:showLegendKey val="0"/>
          <c:showVal val="1"/>
          <c:showCatName val="0"/>
          <c:showSerName val="0"/>
          <c:showPercent val="0"/>
          <c:showBubbleSize val="0"/>
        </c:dLbls>
        <c:gapWidth val="219"/>
        <c:overlap val="-27"/>
        <c:axId val="2043168480"/>
        <c:axId val="2043158912"/>
      </c:barChart>
      <c:catAx>
        <c:axId val="204316848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043158912"/>
        <c:crosses val="autoZero"/>
        <c:auto val="1"/>
        <c:lblAlgn val="ctr"/>
        <c:lblOffset val="100"/>
        <c:noMultiLvlLbl val="0"/>
      </c:catAx>
      <c:valAx>
        <c:axId val="2043158912"/>
        <c:scaling>
          <c:orientation val="minMax"/>
        </c:scaling>
        <c:delete val="0"/>
        <c:axPos val="l"/>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043168480"/>
        <c:crosses val="autoZero"/>
        <c:crossBetween val="between"/>
      </c:valAx>
      <c:dTable>
        <c:showHorzBorder val="1"/>
        <c:showVertBorder val="1"/>
        <c:showOutline val="1"/>
        <c:showKeys val="1"/>
        <c:spPr>
          <a:noFill/>
          <a:ln w="9525" cap="flat" cmpd="sng" algn="ctr">
            <a:solidFill>
              <a:schemeClr val="tx1">
                <a:lumMod val="15000"/>
                <a:lumOff val="85000"/>
              </a:schemeClr>
            </a:solidFill>
            <a:round/>
          </a:ln>
          <a:effectLst/>
        </c:spPr>
        <c:txPr>
          <a:bodyPr rot="0" spcFirstLastPara="1" vertOverflow="ellipsis" vert="horz" wrap="square" anchor="ctr" anchorCtr="1"/>
          <a:lstStyle/>
          <a:p>
            <a:pPr rtl="0">
              <a:defRPr sz="900" b="0" i="0" u="none" strike="noStrike" kern="1200" baseline="0">
                <a:solidFill>
                  <a:schemeClr val="tx1">
                    <a:lumMod val="65000"/>
                    <a:lumOff val="35000"/>
                  </a:schemeClr>
                </a:solidFill>
                <a:latin typeface="+mn-lt"/>
                <a:ea typeface="+mn-ea"/>
                <a:cs typeface="+mn-cs"/>
              </a:defRPr>
            </a:pPr>
            <a:endParaRPr lang="en-US"/>
          </a:p>
        </c:txPr>
      </c:dTable>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000" b="1" i="0" u="none" strike="noStrike" kern="1200" spc="0" baseline="0">
                <a:solidFill>
                  <a:srgbClr val="FF0000"/>
                </a:solidFill>
                <a:latin typeface="+mn-lt"/>
                <a:ea typeface="+mn-ea"/>
                <a:cs typeface="+mn-cs"/>
              </a:defRPr>
            </a:pPr>
            <a:r>
              <a:rPr lang="en-US"/>
              <a:t>DFWI (COMS 2213)</a:t>
            </a:r>
          </a:p>
        </c:rich>
      </c:tx>
      <c:overlay val="0"/>
      <c:spPr>
        <a:noFill/>
        <a:ln>
          <a:noFill/>
        </a:ln>
        <a:effectLst/>
      </c:spPr>
      <c:txPr>
        <a:bodyPr rot="0" spcFirstLastPara="1" vertOverflow="ellipsis" vert="horz" wrap="square" anchor="ctr" anchorCtr="1"/>
        <a:lstStyle/>
        <a:p>
          <a:pPr>
            <a:defRPr sz="1000" b="1" i="0" u="none" strike="noStrike" kern="1200" spc="0" baseline="0">
              <a:solidFill>
                <a:srgbClr val="FF0000"/>
              </a:solidFill>
              <a:latin typeface="+mn-lt"/>
              <a:ea typeface="+mn-ea"/>
              <a:cs typeface="+mn-cs"/>
            </a:defRPr>
          </a:pPr>
          <a:endParaRPr lang="en-US"/>
        </a:p>
      </c:txPr>
    </c:title>
    <c:autoTitleDeleted val="0"/>
    <c:plotArea>
      <c:layout/>
      <c:barChart>
        <c:barDir val="col"/>
        <c:grouping val="clustered"/>
        <c:varyColors val="0"/>
        <c:ser>
          <c:idx val="0"/>
          <c:order val="0"/>
          <c:tx>
            <c:strRef>
              <c:f>'[Grade Data Collection for grant.xlsx]Data Str'!$AA$11</c:f>
              <c:strCache>
                <c:ptCount val="1"/>
                <c:pt idx="0">
                  <c:v>DFWI</c:v>
                </c:pt>
              </c:strCache>
            </c:strRef>
          </c:tx>
          <c:spPr>
            <a:solidFill>
              <a:srgbClr val="FFC000"/>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trendline>
            <c:spPr>
              <a:ln w="19050" cap="rnd">
                <a:solidFill>
                  <a:srgbClr val="FF0000"/>
                </a:solidFill>
                <a:prstDash val="solid"/>
              </a:ln>
              <a:effectLst/>
            </c:spPr>
            <c:trendlineType val="poly"/>
            <c:order val="2"/>
            <c:dispRSqr val="0"/>
            <c:dispEq val="0"/>
          </c:trendline>
          <c:cat>
            <c:strRef>
              <c:f>'[Grade Data Collection for grant.xlsx]Data Str'!$AB$10:$AE$10</c:f>
              <c:strCache>
                <c:ptCount val="4"/>
                <c:pt idx="0">
                  <c:v>2015-2019</c:v>
                </c:pt>
                <c:pt idx="1">
                  <c:v>Spring 2022</c:v>
                </c:pt>
                <c:pt idx="2">
                  <c:v>Fall 2022</c:v>
                </c:pt>
                <c:pt idx="3">
                  <c:v>Proposed</c:v>
                </c:pt>
              </c:strCache>
            </c:strRef>
          </c:cat>
          <c:val>
            <c:numRef>
              <c:f>'[Grade Data Collection for grant.xlsx]Data Str'!$AB$11:$AE$11</c:f>
              <c:numCache>
                <c:formatCode>0.0%</c:formatCode>
                <c:ptCount val="4"/>
                <c:pt idx="0" formatCode="0%">
                  <c:v>0.27</c:v>
                </c:pt>
                <c:pt idx="1">
                  <c:v>0.13300000000000001</c:v>
                </c:pt>
                <c:pt idx="2" formatCode="0%">
                  <c:v>0</c:v>
                </c:pt>
                <c:pt idx="3" formatCode="0.00%">
                  <c:v>0.17</c:v>
                </c:pt>
              </c:numCache>
            </c:numRef>
          </c:val>
          <c:extLst>
            <c:ext xmlns:c16="http://schemas.microsoft.com/office/drawing/2014/chart" uri="{C3380CC4-5D6E-409C-BE32-E72D297353CC}">
              <c16:uniqueId val="{00000001-5CDD-4DA5-86B9-6E20E5A21C5D}"/>
            </c:ext>
          </c:extLst>
        </c:ser>
        <c:dLbls>
          <c:dLblPos val="outEnd"/>
          <c:showLegendKey val="0"/>
          <c:showVal val="1"/>
          <c:showCatName val="0"/>
          <c:showSerName val="0"/>
          <c:showPercent val="0"/>
          <c:showBubbleSize val="0"/>
        </c:dLbls>
        <c:gapWidth val="219"/>
        <c:overlap val="-27"/>
        <c:axId val="106455184"/>
        <c:axId val="106440624"/>
      </c:barChart>
      <c:catAx>
        <c:axId val="10645518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06440624"/>
        <c:crosses val="autoZero"/>
        <c:auto val="1"/>
        <c:lblAlgn val="ctr"/>
        <c:lblOffset val="100"/>
        <c:noMultiLvlLbl val="0"/>
      </c:catAx>
      <c:valAx>
        <c:axId val="106440624"/>
        <c:scaling>
          <c:orientation val="minMax"/>
        </c:scaling>
        <c:delete val="0"/>
        <c:axPos val="l"/>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06455184"/>
        <c:crosses val="autoZero"/>
        <c:crossBetween val="between"/>
      </c:valAx>
      <c:dTable>
        <c:showHorzBorder val="1"/>
        <c:showVertBorder val="1"/>
        <c:showOutline val="1"/>
        <c:showKeys val="1"/>
        <c:spPr>
          <a:noFill/>
          <a:ln w="9525" cap="flat" cmpd="sng" algn="ctr">
            <a:solidFill>
              <a:schemeClr val="tx1">
                <a:lumMod val="15000"/>
                <a:lumOff val="85000"/>
              </a:schemeClr>
            </a:solidFill>
            <a:round/>
          </a:ln>
          <a:effectLst/>
        </c:spPr>
        <c:txPr>
          <a:bodyPr rot="0" spcFirstLastPara="1" vertOverflow="ellipsis" vert="horz" wrap="square" anchor="ctr" anchorCtr="1"/>
          <a:lstStyle/>
          <a:p>
            <a:pPr rtl="0">
              <a:defRPr sz="900" b="0" i="0" u="none" strike="noStrike" kern="1200" baseline="0">
                <a:solidFill>
                  <a:schemeClr val="tx1">
                    <a:lumMod val="65000"/>
                    <a:lumOff val="35000"/>
                  </a:schemeClr>
                </a:solidFill>
                <a:latin typeface="+mn-lt"/>
                <a:ea typeface="+mn-ea"/>
                <a:cs typeface="+mn-cs"/>
              </a:defRPr>
            </a:pPr>
            <a:endParaRPr lang="en-US"/>
          </a:p>
        </c:txPr>
      </c:dTable>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000" b="1" i="0" u="none" strike="noStrike" kern="1200" baseline="0">
                <a:solidFill>
                  <a:srgbClr val="FF0000"/>
                </a:solidFill>
                <a:latin typeface="+mn-lt"/>
                <a:ea typeface="+mn-ea"/>
                <a:cs typeface="+mn-cs"/>
              </a:defRPr>
            </a:pPr>
            <a:r>
              <a:rPr lang="en-US"/>
              <a:t>DFWI (COMS 2104)</a:t>
            </a:r>
          </a:p>
        </c:rich>
      </c:tx>
      <c:overlay val="0"/>
      <c:spPr>
        <a:noFill/>
        <a:ln>
          <a:noFill/>
        </a:ln>
        <a:effectLst/>
      </c:spPr>
      <c:txPr>
        <a:bodyPr rot="0" spcFirstLastPara="1" vertOverflow="ellipsis" vert="horz" wrap="square" anchor="ctr" anchorCtr="1"/>
        <a:lstStyle/>
        <a:p>
          <a:pPr>
            <a:defRPr sz="1000" b="1" i="0" u="none" strike="noStrike" kern="1200" baseline="0">
              <a:solidFill>
                <a:srgbClr val="FF0000"/>
              </a:solidFill>
              <a:latin typeface="+mn-lt"/>
              <a:ea typeface="+mn-ea"/>
              <a:cs typeface="+mn-cs"/>
            </a:defRPr>
          </a:pPr>
          <a:endParaRPr lang="en-US"/>
        </a:p>
      </c:txPr>
    </c:title>
    <c:autoTitleDeleted val="0"/>
    <c:plotArea>
      <c:layout/>
      <c:barChart>
        <c:barDir val="col"/>
        <c:grouping val="clustered"/>
        <c:varyColors val="0"/>
        <c:ser>
          <c:idx val="0"/>
          <c:order val="0"/>
          <c:tx>
            <c:strRef>
              <c:f>'[Grade Data Collection for grant.xlsx]Prog I'!$Y$18</c:f>
              <c:strCache>
                <c:ptCount val="1"/>
                <c:pt idx="0">
                  <c:v>DFWI</c:v>
                </c:pt>
              </c:strCache>
            </c:strRef>
          </c:tx>
          <c:spPr>
            <a:solidFill>
              <a:srgbClr val="FFC000"/>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trendline>
            <c:spPr>
              <a:ln w="19050" cap="rnd">
                <a:solidFill>
                  <a:srgbClr val="FF0000"/>
                </a:solidFill>
              </a:ln>
              <a:effectLst/>
            </c:spPr>
            <c:trendlineType val="poly"/>
            <c:order val="2"/>
            <c:dispRSqr val="0"/>
            <c:dispEq val="0"/>
          </c:trendline>
          <c:cat>
            <c:strRef>
              <c:f>'[Grade Data Collection for grant.xlsx]Prog I'!$Z$17:$AC$17</c:f>
              <c:strCache>
                <c:ptCount val="4"/>
                <c:pt idx="0">
                  <c:v>2015-2019</c:v>
                </c:pt>
                <c:pt idx="1">
                  <c:v>Spring 2022</c:v>
                </c:pt>
                <c:pt idx="2">
                  <c:v>Fall 2022</c:v>
                </c:pt>
                <c:pt idx="3">
                  <c:v>Proposed</c:v>
                </c:pt>
              </c:strCache>
            </c:strRef>
          </c:cat>
          <c:val>
            <c:numRef>
              <c:f>'[Grade Data Collection for grant.xlsx]Prog I'!$Z$18:$AC$18</c:f>
              <c:numCache>
                <c:formatCode>0.00%</c:formatCode>
                <c:ptCount val="4"/>
                <c:pt idx="0" formatCode="0%">
                  <c:v>0.32</c:v>
                </c:pt>
                <c:pt idx="1">
                  <c:v>0.35699999999999998</c:v>
                </c:pt>
                <c:pt idx="2">
                  <c:v>0.23</c:v>
                </c:pt>
                <c:pt idx="3">
                  <c:v>0.22</c:v>
                </c:pt>
              </c:numCache>
            </c:numRef>
          </c:val>
          <c:extLst>
            <c:ext xmlns:c16="http://schemas.microsoft.com/office/drawing/2014/chart" uri="{C3380CC4-5D6E-409C-BE32-E72D297353CC}">
              <c16:uniqueId val="{00000001-0B11-4BEA-B386-30D3B323B154}"/>
            </c:ext>
          </c:extLst>
        </c:ser>
        <c:dLbls>
          <c:dLblPos val="outEnd"/>
          <c:showLegendKey val="0"/>
          <c:showVal val="1"/>
          <c:showCatName val="0"/>
          <c:showSerName val="0"/>
          <c:showPercent val="0"/>
          <c:showBubbleSize val="0"/>
        </c:dLbls>
        <c:gapWidth val="219"/>
        <c:overlap val="-24"/>
        <c:axId val="2014579024"/>
        <c:axId val="2014601072"/>
      </c:barChart>
      <c:catAx>
        <c:axId val="2014579024"/>
        <c:scaling>
          <c:orientation val="minMax"/>
        </c:scaling>
        <c:delete val="0"/>
        <c:axPos val="b"/>
        <c:numFmt formatCode="General" sourceLinked="1"/>
        <c:majorTickMark val="none"/>
        <c:minorTickMark val="none"/>
        <c:tickLblPos val="nextTo"/>
        <c:spPr>
          <a:noFill/>
          <a:ln w="12700"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014601072"/>
        <c:crosses val="autoZero"/>
        <c:auto val="1"/>
        <c:lblAlgn val="ctr"/>
        <c:lblOffset val="100"/>
        <c:noMultiLvlLbl val="0"/>
      </c:catAx>
      <c:valAx>
        <c:axId val="2014601072"/>
        <c:scaling>
          <c:orientation val="minMax"/>
        </c:scaling>
        <c:delete val="0"/>
        <c:axPos val="l"/>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014579024"/>
        <c:crosses val="autoZero"/>
        <c:crossBetween val="between"/>
      </c:valAx>
      <c:dTable>
        <c:showHorzBorder val="1"/>
        <c:showVertBorder val="1"/>
        <c:showOutline val="1"/>
        <c:showKeys val="1"/>
        <c:spPr>
          <a:noFill/>
          <a:ln w="9525" cap="flat" cmpd="sng" algn="ctr">
            <a:solidFill>
              <a:schemeClr val="tx1">
                <a:lumMod val="15000"/>
                <a:lumOff val="85000"/>
              </a:schemeClr>
            </a:solidFill>
            <a:round/>
          </a:ln>
          <a:effectLst/>
        </c:spPr>
        <c:txPr>
          <a:bodyPr rot="0" spcFirstLastPara="1" vertOverflow="ellipsis" vert="horz" wrap="square" anchor="ctr" anchorCtr="1"/>
          <a:lstStyle/>
          <a:p>
            <a:pPr rtl="0">
              <a:defRPr sz="900" b="0" i="0" u="none" strike="noStrike" kern="1200" baseline="0">
                <a:solidFill>
                  <a:schemeClr val="tx1">
                    <a:lumMod val="65000"/>
                    <a:lumOff val="35000"/>
                  </a:schemeClr>
                </a:solidFill>
                <a:latin typeface="+mn-lt"/>
                <a:ea typeface="+mn-ea"/>
                <a:cs typeface="+mn-cs"/>
              </a:defRPr>
            </a:pPr>
            <a:endParaRPr lang="en-US"/>
          </a:p>
        </c:txPr>
      </c:dTable>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340">
  <cs:axisTitle>
    <cs:lnRef idx="0"/>
    <cs:fillRef idx="0"/>
    <cs:effectRef idx="0"/>
    <cs:fontRef idx="minor">
      <a:schemeClr val="tx1">
        <a:lumMod val="65000"/>
        <a:lumOff val="35000"/>
      </a:schemeClr>
    </cs:fontRef>
    <cs:defRPr sz="900" kern="1200"/>
  </cs:axisTitle>
  <cs:category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lt1"/>
    </cs:fontRef>
  </cs:dataPoint>
  <cs:dataPoint3D>
    <cs:lnRef idx="0"/>
    <cs:fillRef idx="3">
      <cs:styleClr val="auto"/>
    </cs:fillRef>
    <cs:effectRef idx="3"/>
    <cs:fontRef idx="minor">
      <a:schemeClr val="lt1"/>
    </cs:fontRef>
  </cs:dataPoint3D>
  <cs:dataPointLine>
    <cs:lnRef idx="0">
      <cs:styleClr val="auto"/>
    </cs:lnRef>
    <cs:fillRef idx="3"/>
    <cs:effectRef idx="3"/>
    <cs:fontRef idx="minor">
      <a:schemeClr val="lt1"/>
    </cs:fontRef>
    <cs:spPr>
      <a:ln w="34925" cap="rnd">
        <a:solidFill>
          <a:schemeClr val="phClr"/>
        </a:solidFill>
        <a:round/>
      </a:ln>
    </cs:spPr>
  </cs:dataPointLine>
  <cs:dataPointMarker>
    <cs:lnRef idx="0">
      <cs:styleClr val="auto"/>
    </cs:lnRef>
    <cs:fillRef idx="3">
      <cs:styleClr val="auto"/>
    </cs:fillRef>
    <cs:effectRef idx="3"/>
    <cs:fontRef idx="minor">
      <a:schemeClr val="lt1"/>
    </cs:fontRef>
    <cs:spPr>
      <a:ln w="9525">
        <a:solidFill>
          <a:schemeClr val="phClr"/>
        </a:solidFill>
        <a:round/>
      </a:ln>
    </cs:spPr>
  </cs:dataPointMarker>
  <cs:dataPointMarkerLayout symbol="circle" size="6"/>
  <cs:dataPointWireframe>
    <cs:lnRef idx="0">
      <cs:styleClr val="auto"/>
    </cs:lnRef>
    <cs:fillRef idx="3"/>
    <cs:effectRef idx="3"/>
    <cs:fontRef idx="minor">
      <a:schemeClr val="lt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lt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600" b="1" kern="1200" baseline="0"/>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lt1"/>
    </cs:fontRef>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0530" name="Rectangle 2">
            <a:extLst>
              <a:ext uri="{FF2B5EF4-FFF2-40B4-BE49-F238E27FC236}">
                <a16:creationId xmlns:a16="http://schemas.microsoft.com/office/drawing/2014/main" id="{431BBBB7-E4FD-6A02-25F9-86DC1CA2FA38}"/>
              </a:ext>
            </a:extLst>
          </p:cNvPr>
          <p:cNvSpPr>
            <a:spLocks noGrp="1" noChangeArrowheads="1"/>
          </p:cNvSpPr>
          <p:nvPr>
            <p:ph type="hdr" sz="quarter"/>
          </p:nvPr>
        </p:nvSpPr>
        <p:spPr bwMode="auto">
          <a:xfrm>
            <a:off x="0" y="0"/>
            <a:ext cx="2971800" cy="457200"/>
          </a:xfrm>
          <a:prstGeom prst="rect">
            <a:avLst/>
          </a:prstGeom>
          <a:noFill/>
          <a:ln>
            <a:noFill/>
          </a:ln>
          <a:effectLst/>
        </p:spPr>
        <p:txBody>
          <a:bodyPr vert="horz" wrap="square" lIns="91440" tIns="45720" rIns="91440" bIns="45720" numCol="1" anchor="t" anchorCtr="0" compatLnSpc="1">
            <a:prstTxWarp prst="textNoShape">
              <a:avLst/>
            </a:prstTxWarp>
          </a:bodyPr>
          <a:lstStyle>
            <a:lvl1pPr eaLnBrk="1" hangingPunct="1">
              <a:defRPr sz="1200">
                <a:latin typeface="Arial" panose="020B0604020202020204" pitchFamily="34" charset="0"/>
              </a:defRPr>
            </a:lvl1pPr>
          </a:lstStyle>
          <a:p>
            <a:pPr>
              <a:defRPr/>
            </a:pPr>
            <a:endParaRPr lang="en-US" altLang="en-US"/>
          </a:p>
        </p:txBody>
      </p:sp>
      <p:sp>
        <p:nvSpPr>
          <p:cNvPr id="150531" name="Rectangle 3">
            <a:extLst>
              <a:ext uri="{FF2B5EF4-FFF2-40B4-BE49-F238E27FC236}">
                <a16:creationId xmlns:a16="http://schemas.microsoft.com/office/drawing/2014/main" id="{E0816C13-731E-E24A-835C-89C66A258DE2}"/>
              </a:ext>
            </a:extLst>
          </p:cNvPr>
          <p:cNvSpPr>
            <a:spLocks noGrp="1" noChangeArrowheads="1"/>
          </p:cNvSpPr>
          <p:nvPr>
            <p:ph type="dt" idx="1"/>
          </p:nvPr>
        </p:nvSpPr>
        <p:spPr bwMode="auto">
          <a:xfrm>
            <a:off x="3884613" y="0"/>
            <a:ext cx="2971800" cy="457200"/>
          </a:xfrm>
          <a:prstGeom prst="rect">
            <a:avLst/>
          </a:prstGeom>
          <a:noFill/>
          <a:ln>
            <a:noFill/>
          </a:ln>
          <a:effectLst/>
        </p:spPr>
        <p:txBody>
          <a:bodyPr vert="horz" wrap="square" lIns="91440" tIns="45720" rIns="91440" bIns="45720" numCol="1" anchor="t" anchorCtr="0" compatLnSpc="1">
            <a:prstTxWarp prst="textNoShape">
              <a:avLst/>
            </a:prstTxWarp>
          </a:bodyPr>
          <a:lstStyle>
            <a:lvl1pPr algn="r" eaLnBrk="1" hangingPunct="1">
              <a:defRPr sz="1200">
                <a:latin typeface="Arial" panose="020B0604020202020204" pitchFamily="34" charset="0"/>
              </a:defRPr>
            </a:lvl1pPr>
          </a:lstStyle>
          <a:p>
            <a:pPr>
              <a:defRPr/>
            </a:pPr>
            <a:endParaRPr lang="en-US" altLang="en-US"/>
          </a:p>
        </p:txBody>
      </p:sp>
      <p:sp>
        <p:nvSpPr>
          <p:cNvPr id="4100" name="Rectangle 4">
            <a:extLst>
              <a:ext uri="{FF2B5EF4-FFF2-40B4-BE49-F238E27FC236}">
                <a16:creationId xmlns:a16="http://schemas.microsoft.com/office/drawing/2014/main" id="{CD9F0FCE-28CE-0691-441D-F8D1C5F66F08}"/>
              </a:ext>
            </a:extLst>
          </p:cNvPr>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150533" name="Rectangle 5">
            <a:extLst>
              <a:ext uri="{FF2B5EF4-FFF2-40B4-BE49-F238E27FC236}">
                <a16:creationId xmlns:a16="http://schemas.microsoft.com/office/drawing/2014/main" id="{4DE0D214-2D49-3CCF-454C-D20FAD30AAD2}"/>
              </a:ext>
            </a:extLst>
          </p:cNvPr>
          <p:cNvSpPr>
            <a:spLocks noGrp="1" noChangeArrowheads="1"/>
          </p:cNvSpPr>
          <p:nvPr>
            <p:ph type="body" sz="quarter" idx="3"/>
          </p:nvPr>
        </p:nvSpPr>
        <p:spPr bwMode="auto">
          <a:xfrm>
            <a:off x="685800" y="4343400"/>
            <a:ext cx="5486400" cy="4114800"/>
          </a:xfrm>
          <a:prstGeom prst="rect">
            <a:avLst/>
          </a:prstGeom>
          <a:noFill/>
          <a:ln>
            <a:noFill/>
          </a:ln>
          <a:effectLst/>
        </p:spPr>
        <p:txBody>
          <a:bodyPr vert="horz" wrap="square" lIns="91440" tIns="45720" rIns="91440" bIns="45720" numCol="1" anchor="t" anchorCtr="0" compatLnSpc="1">
            <a:prstTxWarp prst="textNoShape">
              <a:avLst/>
            </a:prstTxWarp>
          </a:bodyPr>
          <a:lstStyle/>
          <a:p>
            <a:pPr lvl="0"/>
            <a:r>
              <a:rPr lang="en-US" altLang="en-US" noProof="0"/>
              <a:t>Click to edit Master text styles</a:t>
            </a:r>
          </a:p>
          <a:p>
            <a:pPr lvl="1"/>
            <a:r>
              <a:rPr lang="en-US" altLang="en-US" noProof="0"/>
              <a:t>Second level</a:t>
            </a:r>
          </a:p>
          <a:p>
            <a:pPr lvl="2"/>
            <a:r>
              <a:rPr lang="en-US" altLang="en-US" noProof="0"/>
              <a:t>Third level</a:t>
            </a:r>
          </a:p>
          <a:p>
            <a:pPr lvl="3"/>
            <a:r>
              <a:rPr lang="en-US" altLang="en-US" noProof="0"/>
              <a:t>Fourth level</a:t>
            </a:r>
          </a:p>
          <a:p>
            <a:pPr lvl="4"/>
            <a:r>
              <a:rPr lang="en-US" altLang="en-US" noProof="0"/>
              <a:t>Fifth level</a:t>
            </a:r>
          </a:p>
        </p:txBody>
      </p:sp>
      <p:sp>
        <p:nvSpPr>
          <p:cNvPr id="150534" name="Rectangle 6">
            <a:extLst>
              <a:ext uri="{FF2B5EF4-FFF2-40B4-BE49-F238E27FC236}">
                <a16:creationId xmlns:a16="http://schemas.microsoft.com/office/drawing/2014/main" id="{1C3251F7-8309-FE06-7792-827E0C895150}"/>
              </a:ext>
            </a:extLst>
          </p:cNvPr>
          <p:cNvSpPr>
            <a:spLocks noGrp="1" noChangeArrowheads="1"/>
          </p:cNvSpPr>
          <p:nvPr>
            <p:ph type="ftr" sz="quarter" idx="4"/>
          </p:nvPr>
        </p:nvSpPr>
        <p:spPr bwMode="auto">
          <a:xfrm>
            <a:off x="0" y="8685213"/>
            <a:ext cx="29718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eaLnBrk="1" hangingPunct="1">
              <a:defRPr sz="1200">
                <a:latin typeface="Arial" panose="020B0604020202020204" pitchFamily="34" charset="0"/>
              </a:defRPr>
            </a:lvl1pPr>
          </a:lstStyle>
          <a:p>
            <a:pPr>
              <a:defRPr/>
            </a:pPr>
            <a:endParaRPr lang="en-US" altLang="en-US"/>
          </a:p>
        </p:txBody>
      </p:sp>
      <p:sp>
        <p:nvSpPr>
          <p:cNvPr id="150535" name="Rectangle 7">
            <a:extLst>
              <a:ext uri="{FF2B5EF4-FFF2-40B4-BE49-F238E27FC236}">
                <a16:creationId xmlns:a16="http://schemas.microsoft.com/office/drawing/2014/main" id="{921548D0-AFE1-E78D-1E2B-C19CB8E6CBB8}"/>
              </a:ext>
            </a:extLst>
          </p:cNvPr>
          <p:cNvSpPr>
            <a:spLocks noGrp="1" noChangeArrowheads="1"/>
          </p:cNvSpPr>
          <p:nvPr>
            <p:ph type="sldNum" sz="quarter" idx="5"/>
          </p:nvPr>
        </p:nvSpPr>
        <p:spPr bwMode="auto">
          <a:xfrm>
            <a:off x="3884613" y="8685213"/>
            <a:ext cx="29718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algn="r" eaLnBrk="1" hangingPunct="1">
              <a:defRPr sz="1200" smtClean="0">
                <a:latin typeface="Arial" panose="020B0604020202020204" pitchFamily="34" charset="0"/>
              </a:defRPr>
            </a:lvl1pPr>
          </a:lstStyle>
          <a:p>
            <a:pPr>
              <a:defRPr/>
            </a:pPr>
            <a:fld id="{C4B09D87-DD20-44F4-B8BB-36DE0F12BFA4}"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7">
            <a:extLst>
              <a:ext uri="{FF2B5EF4-FFF2-40B4-BE49-F238E27FC236}">
                <a16:creationId xmlns:a16="http://schemas.microsoft.com/office/drawing/2014/main" id="{14E4619F-9889-5958-463F-D18B9961D6BD}"/>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900">
                <a:solidFill>
                  <a:schemeClr val="tx1"/>
                </a:solidFill>
                <a:latin typeface="Arial Narrow" panose="020B0606020202030204" pitchFamily="34" charset="0"/>
              </a:defRPr>
            </a:lvl1pPr>
            <a:lvl2pPr marL="742950" indent="-285750">
              <a:defRPr sz="2900">
                <a:solidFill>
                  <a:schemeClr val="tx1"/>
                </a:solidFill>
                <a:latin typeface="Arial Narrow" panose="020B0606020202030204" pitchFamily="34" charset="0"/>
              </a:defRPr>
            </a:lvl2pPr>
            <a:lvl3pPr marL="1143000" indent="-228600">
              <a:defRPr sz="2900">
                <a:solidFill>
                  <a:schemeClr val="tx1"/>
                </a:solidFill>
                <a:latin typeface="Arial Narrow" panose="020B0606020202030204" pitchFamily="34" charset="0"/>
              </a:defRPr>
            </a:lvl3pPr>
            <a:lvl4pPr marL="1600200" indent="-228600">
              <a:defRPr sz="2900">
                <a:solidFill>
                  <a:schemeClr val="tx1"/>
                </a:solidFill>
                <a:latin typeface="Arial Narrow" panose="020B0606020202030204" pitchFamily="34" charset="0"/>
              </a:defRPr>
            </a:lvl4pPr>
            <a:lvl5pPr marL="2057400" indent="-228600">
              <a:defRPr sz="2900">
                <a:solidFill>
                  <a:schemeClr val="tx1"/>
                </a:solidFill>
                <a:latin typeface="Arial Narrow" panose="020B0606020202030204" pitchFamily="34" charset="0"/>
              </a:defRPr>
            </a:lvl5pPr>
            <a:lvl6pPr marL="2514600" indent="-228600" eaLnBrk="0" fontAlgn="base" hangingPunct="0">
              <a:spcBef>
                <a:spcPct val="0"/>
              </a:spcBef>
              <a:spcAft>
                <a:spcPct val="0"/>
              </a:spcAft>
              <a:defRPr sz="2900">
                <a:solidFill>
                  <a:schemeClr val="tx1"/>
                </a:solidFill>
                <a:latin typeface="Arial Narrow" panose="020B0606020202030204" pitchFamily="34" charset="0"/>
              </a:defRPr>
            </a:lvl6pPr>
            <a:lvl7pPr marL="2971800" indent="-228600" eaLnBrk="0" fontAlgn="base" hangingPunct="0">
              <a:spcBef>
                <a:spcPct val="0"/>
              </a:spcBef>
              <a:spcAft>
                <a:spcPct val="0"/>
              </a:spcAft>
              <a:defRPr sz="2900">
                <a:solidFill>
                  <a:schemeClr val="tx1"/>
                </a:solidFill>
                <a:latin typeface="Arial Narrow" panose="020B0606020202030204" pitchFamily="34" charset="0"/>
              </a:defRPr>
            </a:lvl7pPr>
            <a:lvl8pPr marL="3429000" indent="-228600" eaLnBrk="0" fontAlgn="base" hangingPunct="0">
              <a:spcBef>
                <a:spcPct val="0"/>
              </a:spcBef>
              <a:spcAft>
                <a:spcPct val="0"/>
              </a:spcAft>
              <a:defRPr sz="2900">
                <a:solidFill>
                  <a:schemeClr val="tx1"/>
                </a:solidFill>
                <a:latin typeface="Arial Narrow" panose="020B0606020202030204" pitchFamily="34" charset="0"/>
              </a:defRPr>
            </a:lvl8pPr>
            <a:lvl9pPr marL="3886200" indent="-228600" eaLnBrk="0" fontAlgn="base" hangingPunct="0">
              <a:spcBef>
                <a:spcPct val="0"/>
              </a:spcBef>
              <a:spcAft>
                <a:spcPct val="0"/>
              </a:spcAft>
              <a:defRPr sz="2900">
                <a:solidFill>
                  <a:schemeClr val="tx1"/>
                </a:solidFill>
                <a:latin typeface="Arial Narrow" panose="020B0606020202030204" pitchFamily="34" charset="0"/>
              </a:defRPr>
            </a:lvl9pPr>
          </a:lstStyle>
          <a:p>
            <a:fld id="{F65ECA3E-C27C-4C78-AAC2-5835B97D89C3}" type="slidenum">
              <a:rPr lang="en-US" altLang="en-US" sz="1200">
                <a:latin typeface="Arial" panose="020B0604020202020204" pitchFamily="34" charset="0"/>
              </a:rPr>
              <a:pPr/>
              <a:t>1</a:t>
            </a:fld>
            <a:endParaRPr lang="en-US" altLang="en-US" sz="1200">
              <a:latin typeface="Arial" panose="020B0604020202020204" pitchFamily="34" charset="0"/>
            </a:endParaRPr>
          </a:p>
        </p:txBody>
      </p:sp>
      <p:sp>
        <p:nvSpPr>
          <p:cNvPr id="6147" name="Rectangle 2">
            <a:extLst>
              <a:ext uri="{FF2B5EF4-FFF2-40B4-BE49-F238E27FC236}">
                <a16:creationId xmlns:a16="http://schemas.microsoft.com/office/drawing/2014/main" id="{5E94D2C9-CE84-66A7-064A-005787BB0FC4}"/>
              </a:ext>
            </a:extLst>
          </p:cNvPr>
          <p:cNvSpPr>
            <a:spLocks noGrp="1" noRot="1" noChangeAspect="1" noChangeArrowheads="1" noTextEdit="1"/>
          </p:cNvSpPr>
          <p:nvPr>
            <p:ph type="sldImg"/>
          </p:nvPr>
        </p:nvSpPr>
        <p:spPr>
          <a:ln/>
        </p:spPr>
      </p:sp>
      <p:sp>
        <p:nvSpPr>
          <p:cNvPr id="6148" name="Rectangle 3">
            <a:extLst>
              <a:ext uri="{FF2B5EF4-FFF2-40B4-BE49-F238E27FC236}">
                <a16:creationId xmlns:a16="http://schemas.microsoft.com/office/drawing/2014/main" id="{09398498-5E4C-1B18-6AE1-57D552FFB8E6}"/>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p>
        </p:txBody>
      </p:sp>
    </p:spTree>
    <p:extLst>
      <p:ext uri="{BB962C8B-B14F-4D97-AF65-F5344CB8AC3E}">
        <p14:creationId xmlns:p14="http://schemas.microsoft.com/office/powerpoint/2010/main" val="393445944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486400" y="5387975"/>
            <a:ext cx="32918400" cy="11460163"/>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5486400" y="17289463"/>
            <a:ext cx="32918400" cy="794861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Tree>
    <p:extLst>
      <p:ext uri="{BB962C8B-B14F-4D97-AF65-F5344CB8AC3E}">
        <p14:creationId xmlns:p14="http://schemas.microsoft.com/office/powerpoint/2010/main" val="9307065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35972480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994025" y="8207375"/>
            <a:ext cx="37857113" cy="13692188"/>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2994025" y="22029738"/>
            <a:ext cx="37857113" cy="7200900"/>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Tree>
    <p:extLst>
      <p:ext uri="{BB962C8B-B14F-4D97-AF65-F5344CB8AC3E}">
        <p14:creationId xmlns:p14="http://schemas.microsoft.com/office/powerpoint/2010/main" val="6070461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693738" y="5638800"/>
            <a:ext cx="4910137" cy="265636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5756275" y="5638800"/>
            <a:ext cx="4911725" cy="265636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2537789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3022600" y="1752600"/>
            <a:ext cx="37857113" cy="6362700"/>
          </a:xfrm>
        </p:spPr>
        <p:txBody>
          <a:bodyPr/>
          <a:lstStyle/>
          <a:p>
            <a:r>
              <a:rPr lang="en-US"/>
              <a:t>Click to edit Master title style</a:t>
            </a:r>
            <a:endParaRPr lang="en-IN"/>
          </a:p>
        </p:txBody>
      </p:sp>
      <p:sp>
        <p:nvSpPr>
          <p:cNvPr id="3" name="Text Placeholder 2"/>
          <p:cNvSpPr>
            <a:spLocks noGrp="1"/>
          </p:cNvSpPr>
          <p:nvPr>
            <p:ph type="body" idx="1"/>
          </p:nvPr>
        </p:nvSpPr>
        <p:spPr>
          <a:xfrm>
            <a:off x="3022600" y="8069263"/>
            <a:ext cx="18568988" cy="39544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3022600" y="12023725"/>
            <a:ext cx="18568988" cy="17686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22220238" y="8069263"/>
            <a:ext cx="18659475" cy="39544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22220238" y="12023725"/>
            <a:ext cx="18659475" cy="17686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37977951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Tree>
    <p:extLst>
      <p:ext uri="{BB962C8B-B14F-4D97-AF65-F5344CB8AC3E}">
        <p14:creationId xmlns:p14="http://schemas.microsoft.com/office/powerpoint/2010/main" val="41934804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1423816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022600" y="2193925"/>
            <a:ext cx="14157325" cy="7681913"/>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18659475" y="4740275"/>
            <a:ext cx="22220238" cy="2339340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3022600" y="9875838"/>
            <a:ext cx="14157325" cy="18295937"/>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Tree>
    <p:extLst>
      <p:ext uri="{BB962C8B-B14F-4D97-AF65-F5344CB8AC3E}">
        <p14:creationId xmlns:p14="http://schemas.microsoft.com/office/powerpoint/2010/main" val="9128614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022600" y="2193925"/>
            <a:ext cx="14157325" cy="7681913"/>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18659475" y="4740275"/>
            <a:ext cx="22220238" cy="233934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IN" noProof="0"/>
          </a:p>
        </p:txBody>
      </p:sp>
      <p:sp>
        <p:nvSpPr>
          <p:cNvPr id="4" name="Text Placeholder 3"/>
          <p:cNvSpPr>
            <a:spLocks noGrp="1"/>
          </p:cNvSpPr>
          <p:nvPr>
            <p:ph type="body" sz="half" idx="2"/>
          </p:nvPr>
        </p:nvSpPr>
        <p:spPr>
          <a:xfrm>
            <a:off x="3022600" y="9875838"/>
            <a:ext cx="14157325" cy="18295937"/>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Tree>
    <p:extLst>
      <p:ext uri="{BB962C8B-B14F-4D97-AF65-F5344CB8AC3E}">
        <p14:creationId xmlns:p14="http://schemas.microsoft.com/office/powerpoint/2010/main" val="9060090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10186090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32337375" y="1273175"/>
            <a:ext cx="10547350" cy="30929263"/>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693738" y="1273175"/>
            <a:ext cx="31491237" cy="3092926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274353947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486400" y="5387975"/>
            <a:ext cx="32918400" cy="11460163"/>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5486400" y="17289463"/>
            <a:ext cx="32918400" cy="794861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Tree>
    <p:extLst>
      <p:ext uri="{BB962C8B-B14F-4D97-AF65-F5344CB8AC3E}">
        <p14:creationId xmlns:p14="http://schemas.microsoft.com/office/powerpoint/2010/main" val="158471023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hidden="1"/>
          <p:cNvSpPr>
            <a:spLocks noGrp="1"/>
          </p:cNvSpPr>
          <p:nvPr>
            <p:ph type="title"/>
          </p:nvPr>
        </p:nvSpPr>
        <p:spPr>
          <a:noFill/>
        </p:spPr>
        <p:txBody>
          <a:bodyPr/>
          <a:lstStyle/>
          <a:p>
            <a:r>
              <a:rPr lang="en-US"/>
              <a:t>Click to edit Master title style</a:t>
            </a:r>
            <a:endParaRPr lang="en-IN"/>
          </a:p>
        </p:txBody>
      </p:sp>
      <p:sp>
        <p:nvSpPr>
          <p:cNvPr id="3" name="Content Placeholder 2" hidden="1"/>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269025696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994025" y="8207375"/>
            <a:ext cx="37857113" cy="13692188"/>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2994025" y="22029738"/>
            <a:ext cx="37857113" cy="7200900"/>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Tree>
    <p:extLst>
      <p:ext uri="{BB962C8B-B14F-4D97-AF65-F5344CB8AC3E}">
        <p14:creationId xmlns:p14="http://schemas.microsoft.com/office/powerpoint/2010/main" val="252712969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693738" y="5638800"/>
            <a:ext cx="4910137" cy="265636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5756275" y="5638800"/>
            <a:ext cx="4911725" cy="265636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339497009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3022600" y="1752600"/>
            <a:ext cx="37857113" cy="6362700"/>
          </a:xfrm>
        </p:spPr>
        <p:txBody>
          <a:bodyPr/>
          <a:lstStyle/>
          <a:p>
            <a:r>
              <a:rPr lang="en-US"/>
              <a:t>Click to edit Master title style</a:t>
            </a:r>
            <a:endParaRPr lang="en-IN"/>
          </a:p>
        </p:txBody>
      </p:sp>
      <p:sp>
        <p:nvSpPr>
          <p:cNvPr id="3" name="Text Placeholder 2"/>
          <p:cNvSpPr>
            <a:spLocks noGrp="1"/>
          </p:cNvSpPr>
          <p:nvPr>
            <p:ph type="body" idx="1"/>
          </p:nvPr>
        </p:nvSpPr>
        <p:spPr>
          <a:xfrm>
            <a:off x="3022600" y="8069263"/>
            <a:ext cx="18568988" cy="39544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3022600" y="12023725"/>
            <a:ext cx="18568988" cy="17686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22220238" y="8069263"/>
            <a:ext cx="18659475" cy="39544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22220238" y="12023725"/>
            <a:ext cx="18659475" cy="17686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142189635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Tree>
    <p:extLst>
      <p:ext uri="{BB962C8B-B14F-4D97-AF65-F5344CB8AC3E}">
        <p14:creationId xmlns:p14="http://schemas.microsoft.com/office/powerpoint/2010/main" val="303720254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00930755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022600" y="2193925"/>
            <a:ext cx="14157325" cy="7681913"/>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18659475" y="4740275"/>
            <a:ext cx="22220238" cy="2339340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3022600" y="9875838"/>
            <a:ext cx="14157325" cy="18295937"/>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Tree>
    <p:extLst>
      <p:ext uri="{BB962C8B-B14F-4D97-AF65-F5344CB8AC3E}">
        <p14:creationId xmlns:p14="http://schemas.microsoft.com/office/powerpoint/2010/main" val="158249876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022600" y="2193925"/>
            <a:ext cx="14157325" cy="7681913"/>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18659475" y="4740275"/>
            <a:ext cx="22220238" cy="233934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IN" noProof="0"/>
          </a:p>
        </p:txBody>
      </p:sp>
      <p:sp>
        <p:nvSpPr>
          <p:cNvPr id="4" name="Text Placeholder 3"/>
          <p:cNvSpPr>
            <a:spLocks noGrp="1"/>
          </p:cNvSpPr>
          <p:nvPr>
            <p:ph type="body" sz="half" idx="2"/>
          </p:nvPr>
        </p:nvSpPr>
        <p:spPr>
          <a:xfrm>
            <a:off x="3022600" y="9875838"/>
            <a:ext cx="14157325" cy="18295937"/>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Tree>
    <p:extLst>
      <p:ext uri="{BB962C8B-B14F-4D97-AF65-F5344CB8AC3E}">
        <p14:creationId xmlns:p14="http://schemas.microsoft.com/office/powerpoint/2010/main" val="316866724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335663100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32337375" y="1273175"/>
            <a:ext cx="10547350" cy="30929263"/>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693738" y="1273175"/>
            <a:ext cx="31491237" cy="3092926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428779301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486400" y="5387975"/>
            <a:ext cx="32918400" cy="11460163"/>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5486400" y="17289463"/>
            <a:ext cx="32918400" cy="794861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Tree>
    <p:extLst>
      <p:ext uri="{BB962C8B-B14F-4D97-AF65-F5344CB8AC3E}">
        <p14:creationId xmlns:p14="http://schemas.microsoft.com/office/powerpoint/2010/main" val="387099072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235889973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994025" y="8207375"/>
            <a:ext cx="37857113" cy="13692188"/>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2994025" y="22029738"/>
            <a:ext cx="37857113" cy="7200900"/>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Tree>
    <p:extLst>
      <p:ext uri="{BB962C8B-B14F-4D97-AF65-F5344CB8AC3E}">
        <p14:creationId xmlns:p14="http://schemas.microsoft.com/office/powerpoint/2010/main" val="87087481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693738" y="5638800"/>
            <a:ext cx="21018500" cy="265636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21864638" y="5638800"/>
            <a:ext cx="21020087" cy="265636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90860375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3022600" y="1752600"/>
            <a:ext cx="37857113" cy="6362700"/>
          </a:xfrm>
        </p:spPr>
        <p:txBody>
          <a:bodyPr/>
          <a:lstStyle/>
          <a:p>
            <a:r>
              <a:rPr lang="en-US"/>
              <a:t>Click to edit Master title style</a:t>
            </a:r>
            <a:endParaRPr lang="en-IN"/>
          </a:p>
        </p:txBody>
      </p:sp>
      <p:sp>
        <p:nvSpPr>
          <p:cNvPr id="3" name="Text Placeholder 2"/>
          <p:cNvSpPr>
            <a:spLocks noGrp="1"/>
          </p:cNvSpPr>
          <p:nvPr>
            <p:ph type="body" idx="1"/>
          </p:nvPr>
        </p:nvSpPr>
        <p:spPr>
          <a:xfrm>
            <a:off x="3022600" y="8069263"/>
            <a:ext cx="18568988" cy="39544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3022600" y="12023725"/>
            <a:ext cx="18568988" cy="17686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22220238" y="8069263"/>
            <a:ext cx="18659475" cy="39544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22220238" y="12023725"/>
            <a:ext cx="18659475" cy="17686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303265261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Tree>
    <p:extLst>
      <p:ext uri="{BB962C8B-B14F-4D97-AF65-F5344CB8AC3E}">
        <p14:creationId xmlns:p14="http://schemas.microsoft.com/office/powerpoint/2010/main" val="2455685717"/>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814215045"/>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022600" y="2193925"/>
            <a:ext cx="14157325" cy="7681913"/>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18659475" y="4740275"/>
            <a:ext cx="22220238" cy="2339340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3022600" y="9875838"/>
            <a:ext cx="14157325" cy="18295937"/>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Tree>
    <p:extLst>
      <p:ext uri="{BB962C8B-B14F-4D97-AF65-F5344CB8AC3E}">
        <p14:creationId xmlns:p14="http://schemas.microsoft.com/office/powerpoint/2010/main" val="3741019030"/>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022600" y="2193925"/>
            <a:ext cx="14157325" cy="7681913"/>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18659475" y="4740275"/>
            <a:ext cx="22220238" cy="233934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IN" noProof="0"/>
          </a:p>
        </p:txBody>
      </p:sp>
      <p:sp>
        <p:nvSpPr>
          <p:cNvPr id="4" name="Text Placeholder 3"/>
          <p:cNvSpPr>
            <a:spLocks noGrp="1"/>
          </p:cNvSpPr>
          <p:nvPr>
            <p:ph type="body" sz="half" idx="2"/>
          </p:nvPr>
        </p:nvSpPr>
        <p:spPr>
          <a:xfrm>
            <a:off x="3022600" y="9875838"/>
            <a:ext cx="14157325" cy="18295937"/>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Tree>
    <p:extLst>
      <p:ext uri="{BB962C8B-B14F-4D97-AF65-F5344CB8AC3E}">
        <p14:creationId xmlns:p14="http://schemas.microsoft.com/office/powerpoint/2010/main" val="3859367791"/>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3475747938"/>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32337375" y="1273175"/>
            <a:ext cx="10547350" cy="30929263"/>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693738" y="1273175"/>
            <a:ext cx="31491237" cy="3092926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2907073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36">
            <a:extLst>
              <a:ext uri="{FF2B5EF4-FFF2-40B4-BE49-F238E27FC236}">
                <a16:creationId xmlns:a16="http://schemas.microsoft.com/office/drawing/2014/main" id="{5950A2DC-2D48-679A-7878-2EEDDB683ED1}"/>
              </a:ext>
            </a:extLst>
          </p:cNvPr>
          <p:cNvSpPr>
            <a:spLocks noChangeArrowheads="1"/>
          </p:cNvSpPr>
          <p:nvPr userDrawn="1"/>
        </p:nvSpPr>
        <p:spPr bwMode="auto">
          <a:xfrm>
            <a:off x="0" y="0"/>
            <a:ext cx="43891200" cy="4800600"/>
          </a:xfrm>
          <a:prstGeom prst="rect">
            <a:avLst/>
          </a:prstGeom>
          <a:solidFill>
            <a:schemeClr val="accent1"/>
          </a:solidFill>
          <a:ln w="9525">
            <a:solidFill>
              <a:schemeClr val="tx1"/>
            </a:solidFill>
            <a:miter lim="800000"/>
            <a:headEnd/>
            <a:tailEnd/>
          </a:ln>
          <a:effectLst/>
        </p:spPr>
        <p:txBody>
          <a:bodyPr wrap="none" anchor="ctr"/>
          <a:lstStyle>
            <a:lvl1pPr>
              <a:defRPr sz="2900">
                <a:solidFill>
                  <a:schemeClr val="tx1"/>
                </a:solidFill>
                <a:latin typeface="Arial Narrow" panose="020B0606020202030204" pitchFamily="34" charset="0"/>
              </a:defRPr>
            </a:lvl1pPr>
            <a:lvl2pPr marL="742950" indent="-285750">
              <a:defRPr sz="2900">
                <a:solidFill>
                  <a:schemeClr val="tx1"/>
                </a:solidFill>
                <a:latin typeface="Arial Narrow" panose="020B0606020202030204" pitchFamily="34" charset="0"/>
              </a:defRPr>
            </a:lvl2pPr>
            <a:lvl3pPr marL="1143000" indent="-228600">
              <a:defRPr sz="2900">
                <a:solidFill>
                  <a:schemeClr val="tx1"/>
                </a:solidFill>
                <a:latin typeface="Arial Narrow" panose="020B0606020202030204" pitchFamily="34" charset="0"/>
              </a:defRPr>
            </a:lvl3pPr>
            <a:lvl4pPr marL="1600200" indent="-228600">
              <a:defRPr sz="2900">
                <a:solidFill>
                  <a:schemeClr val="tx1"/>
                </a:solidFill>
                <a:latin typeface="Arial Narrow" panose="020B0606020202030204" pitchFamily="34" charset="0"/>
              </a:defRPr>
            </a:lvl4pPr>
            <a:lvl5pPr marL="2057400" indent="-228600">
              <a:defRPr sz="2900">
                <a:solidFill>
                  <a:schemeClr val="tx1"/>
                </a:solidFill>
                <a:latin typeface="Arial Narrow" panose="020B0606020202030204" pitchFamily="34" charset="0"/>
              </a:defRPr>
            </a:lvl5pPr>
            <a:lvl6pPr marL="2514600" indent="-228600" eaLnBrk="0" fontAlgn="base" hangingPunct="0">
              <a:spcBef>
                <a:spcPct val="0"/>
              </a:spcBef>
              <a:spcAft>
                <a:spcPct val="0"/>
              </a:spcAft>
              <a:defRPr sz="2900">
                <a:solidFill>
                  <a:schemeClr val="tx1"/>
                </a:solidFill>
                <a:latin typeface="Arial Narrow" panose="020B0606020202030204" pitchFamily="34" charset="0"/>
              </a:defRPr>
            </a:lvl6pPr>
            <a:lvl7pPr marL="2971800" indent="-228600" eaLnBrk="0" fontAlgn="base" hangingPunct="0">
              <a:spcBef>
                <a:spcPct val="0"/>
              </a:spcBef>
              <a:spcAft>
                <a:spcPct val="0"/>
              </a:spcAft>
              <a:defRPr sz="2900">
                <a:solidFill>
                  <a:schemeClr val="tx1"/>
                </a:solidFill>
                <a:latin typeface="Arial Narrow" panose="020B0606020202030204" pitchFamily="34" charset="0"/>
              </a:defRPr>
            </a:lvl7pPr>
            <a:lvl8pPr marL="3429000" indent="-228600" eaLnBrk="0" fontAlgn="base" hangingPunct="0">
              <a:spcBef>
                <a:spcPct val="0"/>
              </a:spcBef>
              <a:spcAft>
                <a:spcPct val="0"/>
              </a:spcAft>
              <a:defRPr sz="2900">
                <a:solidFill>
                  <a:schemeClr val="tx1"/>
                </a:solidFill>
                <a:latin typeface="Arial Narrow" panose="020B0606020202030204" pitchFamily="34" charset="0"/>
              </a:defRPr>
            </a:lvl8pPr>
            <a:lvl9pPr marL="3886200" indent="-228600" eaLnBrk="0" fontAlgn="base" hangingPunct="0">
              <a:spcBef>
                <a:spcPct val="0"/>
              </a:spcBef>
              <a:spcAft>
                <a:spcPct val="0"/>
              </a:spcAft>
              <a:defRPr sz="2900">
                <a:solidFill>
                  <a:schemeClr val="tx1"/>
                </a:solidFill>
                <a:latin typeface="Arial Narrow" panose="020B0606020202030204" pitchFamily="34" charset="0"/>
              </a:defRPr>
            </a:lvl9pPr>
          </a:lstStyle>
          <a:p>
            <a:pPr eaLnBrk="1" hangingPunct="1">
              <a:defRPr/>
            </a:pPr>
            <a:endParaRPr lang="en-IN" altLang="en-US"/>
          </a:p>
        </p:txBody>
      </p:sp>
      <p:sp>
        <p:nvSpPr>
          <p:cNvPr id="1027" name="Rectangle 33">
            <a:extLst>
              <a:ext uri="{FF2B5EF4-FFF2-40B4-BE49-F238E27FC236}">
                <a16:creationId xmlns:a16="http://schemas.microsoft.com/office/drawing/2014/main" id="{8277D278-8361-B1B0-C6D3-87B56CD04F32}"/>
              </a:ext>
            </a:extLst>
          </p:cNvPr>
          <p:cNvSpPr>
            <a:spLocks noChangeArrowheads="1"/>
          </p:cNvSpPr>
          <p:nvPr userDrawn="1"/>
        </p:nvSpPr>
        <p:spPr bwMode="auto">
          <a:xfrm>
            <a:off x="693738" y="5638800"/>
            <a:ext cx="9974262" cy="26563638"/>
          </a:xfrm>
          <a:prstGeom prst="rect">
            <a:avLst/>
          </a:prstGeom>
          <a:solidFill>
            <a:schemeClr val="accent1"/>
          </a:solidFill>
          <a:ln w="9525">
            <a:solidFill>
              <a:schemeClr val="tx1"/>
            </a:solidFill>
            <a:miter lim="800000"/>
            <a:headEnd/>
            <a:tailEnd/>
          </a:ln>
          <a:effectLst/>
        </p:spPr>
        <p:txBody>
          <a:bodyPr wrap="none" anchor="ctr"/>
          <a:lstStyle>
            <a:lvl1pPr>
              <a:defRPr sz="2900">
                <a:solidFill>
                  <a:schemeClr val="tx1"/>
                </a:solidFill>
                <a:latin typeface="Arial Narrow" panose="020B0606020202030204" pitchFamily="34" charset="0"/>
              </a:defRPr>
            </a:lvl1pPr>
            <a:lvl2pPr marL="742950" indent="-285750">
              <a:defRPr sz="2900">
                <a:solidFill>
                  <a:schemeClr val="tx1"/>
                </a:solidFill>
                <a:latin typeface="Arial Narrow" panose="020B0606020202030204" pitchFamily="34" charset="0"/>
              </a:defRPr>
            </a:lvl2pPr>
            <a:lvl3pPr marL="1143000" indent="-228600">
              <a:defRPr sz="2900">
                <a:solidFill>
                  <a:schemeClr val="tx1"/>
                </a:solidFill>
                <a:latin typeface="Arial Narrow" panose="020B0606020202030204" pitchFamily="34" charset="0"/>
              </a:defRPr>
            </a:lvl3pPr>
            <a:lvl4pPr marL="1600200" indent="-228600">
              <a:defRPr sz="2900">
                <a:solidFill>
                  <a:schemeClr val="tx1"/>
                </a:solidFill>
                <a:latin typeface="Arial Narrow" panose="020B0606020202030204" pitchFamily="34" charset="0"/>
              </a:defRPr>
            </a:lvl4pPr>
            <a:lvl5pPr marL="2057400" indent="-228600">
              <a:defRPr sz="2900">
                <a:solidFill>
                  <a:schemeClr val="tx1"/>
                </a:solidFill>
                <a:latin typeface="Arial Narrow" panose="020B0606020202030204" pitchFamily="34" charset="0"/>
              </a:defRPr>
            </a:lvl5pPr>
            <a:lvl6pPr marL="2514600" indent="-228600" eaLnBrk="0" fontAlgn="base" hangingPunct="0">
              <a:spcBef>
                <a:spcPct val="0"/>
              </a:spcBef>
              <a:spcAft>
                <a:spcPct val="0"/>
              </a:spcAft>
              <a:defRPr sz="2900">
                <a:solidFill>
                  <a:schemeClr val="tx1"/>
                </a:solidFill>
                <a:latin typeface="Arial Narrow" panose="020B0606020202030204" pitchFamily="34" charset="0"/>
              </a:defRPr>
            </a:lvl6pPr>
            <a:lvl7pPr marL="2971800" indent="-228600" eaLnBrk="0" fontAlgn="base" hangingPunct="0">
              <a:spcBef>
                <a:spcPct val="0"/>
              </a:spcBef>
              <a:spcAft>
                <a:spcPct val="0"/>
              </a:spcAft>
              <a:defRPr sz="2900">
                <a:solidFill>
                  <a:schemeClr val="tx1"/>
                </a:solidFill>
                <a:latin typeface="Arial Narrow" panose="020B0606020202030204" pitchFamily="34" charset="0"/>
              </a:defRPr>
            </a:lvl7pPr>
            <a:lvl8pPr marL="3429000" indent="-228600" eaLnBrk="0" fontAlgn="base" hangingPunct="0">
              <a:spcBef>
                <a:spcPct val="0"/>
              </a:spcBef>
              <a:spcAft>
                <a:spcPct val="0"/>
              </a:spcAft>
              <a:defRPr sz="2900">
                <a:solidFill>
                  <a:schemeClr val="tx1"/>
                </a:solidFill>
                <a:latin typeface="Arial Narrow" panose="020B0606020202030204" pitchFamily="34" charset="0"/>
              </a:defRPr>
            </a:lvl8pPr>
            <a:lvl9pPr marL="3886200" indent="-228600" eaLnBrk="0" fontAlgn="base" hangingPunct="0">
              <a:spcBef>
                <a:spcPct val="0"/>
              </a:spcBef>
              <a:spcAft>
                <a:spcPct val="0"/>
              </a:spcAft>
              <a:defRPr sz="2900">
                <a:solidFill>
                  <a:schemeClr val="tx1"/>
                </a:solidFill>
                <a:latin typeface="Arial Narrow" panose="020B0606020202030204" pitchFamily="34" charset="0"/>
              </a:defRPr>
            </a:lvl9pPr>
          </a:lstStyle>
          <a:p>
            <a:pPr eaLnBrk="1" hangingPunct="1">
              <a:defRPr/>
            </a:pPr>
            <a:endParaRPr lang="en-IN" altLang="en-US"/>
          </a:p>
        </p:txBody>
      </p:sp>
      <p:sp>
        <p:nvSpPr>
          <p:cNvPr id="1028" name="Rectangle 9">
            <a:extLst>
              <a:ext uri="{FF2B5EF4-FFF2-40B4-BE49-F238E27FC236}">
                <a16:creationId xmlns:a16="http://schemas.microsoft.com/office/drawing/2014/main" id="{43009B74-F65B-74DF-E6CE-F5C570622074}"/>
              </a:ext>
            </a:extLst>
          </p:cNvPr>
          <p:cNvSpPr>
            <a:spLocks noChangeArrowheads="1"/>
          </p:cNvSpPr>
          <p:nvPr userDrawn="1"/>
        </p:nvSpPr>
        <p:spPr bwMode="auto">
          <a:xfrm>
            <a:off x="0" y="4800600"/>
            <a:ext cx="43891200" cy="130175"/>
          </a:xfrm>
          <a:prstGeom prst="rect">
            <a:avLst/>
          </a:prstGeom>
          <a:solidFill>
            <a:srgbClr val="660000"/>
          </a:solidFill>
          <a:ln>
            <a:noFill/>
          </a:ln>
          <a:effectLst/>
        </p:spPr>
        <p:txBody>
          <a:bodyPr wrap="none" anchor="ctr"/>
          <a:lstStyle>
            <a:lvl1pPr>
              <a:defRPr sz="2900">
                <a:solidFill>
                  <a:schemeClr val="tx1"/>
                </a:solidFill>
                <a:latin typeface="Arial Narrow" panose="020B0606020202030204" pitchFamily="34" charset="0"/>
              </a:defRPr>
            </a:lvl1pPr>
            <a:lvl2pPr marL="742950" indent="-285750">
              <a:defRPr sz="2900">
                <a:solidFill>
                  <a:schemeClr val="tx1"/>
                </a:solidFill>
                <a:latin typeface="Arial Narrow" panose="020B0606020202030204" pitchFamily="34" charset="0"/>
              </a:defRPr>
            </a:lvl2pPr>
            <a:lvl3pPr marL="1143000" indent="-228600">
              <a:defRPr sz="2900">
                <a:solidFill>
                  <a:schemeClr val="tx1"/>
                </a:solidFill>
                <a:latin typeface="Arial Narrow" panose="020B0606020202030204" pitchFamily="34" charset="0"/>
              </a:defRPr>
            </a:lvl3pPr>
            <a:lvl4pPr marL="1600200" indent="-228600">
              <a:defRPr sz="2900">
                <a:solidFill>
                  <a:schemeClr val="tx1"/>
                </a:solidFill>
                <a:latin typeface="Arial Narrow" panose="020B0606020202030204" pitchFamily="34" charset="0"/>
              </a:defRPr>
            </a:lvl4pPr>
            <a:lvl5pPr marL="2057400" indent="-228600">
              <a:defRPr sz="2900">
                <a:solidFill>
                  <a:schemeClr val="tx1"/>
                </a:solidFill>
                <a:latin typeface="Arial Narrow" panose="020B0606020202030204" pitchFamily="34" charset="0"/>
              </a:defRPr>
            </a:lvl5pPr>
            <a:lvl6pPr marL="2514600" indent="-228600" eaLnBrk="0" fontAlgn="base" hangingPunct="0">
              <a:spcBef>
                <a:spcPct val="0"/>
              </a:spcBef>
              <a:spcAft>
                <a:spcPct val="0"/>
              </a:spcAft>
              <a:defRPr sz="2900">
                <a:solidFill>
                  <a:schemeClr val="tx1"/>
                </a:solidFill>
                <a:latin typeface="Arial Narrow" panose="020B0606020202030204" pitchFamily="34" charset="0"/>
              </a:defRPr>
            </a:lvl6pPr>
            <a:lvl7pPr marL="2971800" indent="-228600" eaLnBrk="0" fontAlgn="base" hangingPunct="0">
              <a:spcBef>
                <a:spcPct val="0"/>
              </a:spcBef>
              <a:spcAft>
                <a:spcPct val="0"/>
              </a:spcAft>
              <a:defRPr sz="2900">
                <a:solidFill>
                  <a:schemeClr val="tx1"/>
                </a:solidFill>
                <a:latin typeface="Arial Narrow" panose="020B0606020202030204" pitchFamily="34" charset="0"/>
              </a:defRPr>
            </a:lvl7pPr>
            <a:lvl8pPr marL="3429000" indent="-228600" eaLnBrk="0" fontAlgn="base" hangingPunct="0">
              <a:spcBef>
                <a:spcPct val="0"/>
              </a:spcBef>
              <a:spcAft>
                <a:spcPct val="0"/>
              </a:spcAft>
              <a:defRPr sz="2900">
                <a:solidFill>
                  <a:schemeClr val="tx1"/>
                </a:solidFill>
                <a:latin typeface="Arial Narrow" panose="020B0606020202030204" pitchFamily="34" charset="0"/>
              </a:defRPr>
            </a:lvl8pPr>
            <a:lvl9pPr marL="3886200" indent="-228600" eaLnBrk="0" fontAlgn="base" hangingPunct="0">
              <a:spcBef>
                <a:spcPct val="0"/>
              </a:spcBef>
              <a:spcAft>
                <a:spcPct val="0"/>
              </a:spcAft>
              <a:defRPr sz="2900">
                <a:solidFill>
                  <a:schemeClr val="tx1"/>
                </a:solidFill>
                <a:latin typeface="Arial Narrow" panose="020B0606020202030204" pitchFamily="34" charset="0"/>
              </a:defRPr>
            </a:lvl9pPr>
          </a:lstStyle>
          <a:p>
            <a:pPr eaLnBrk="1" hangingPunct="1">
              <a:defRPr/>
            </a:pPr>
            <a:endParaRPr lang="en-IN" altLang="en-US"/>
          </a:p>
        </p:txBody>
      </p:sp>
      <p:sp>
        <p:nvSpPr>
          <p:cNvPr id="1029" name="Text Box 14">
            <a:extLst>
              <a:ext uri="{FF2B5EF4-FFF2-40B4-BE49-F238E27FC236}">
                <a16:creationId xmlns:a16="http://schemas.microsoft.com/office/drawing/2014/main" id="{EBC5A099-E03D-F9BA-5D12-03C2102B40C0}"/>
              </a:ext>
            </a:extLst>
          </p:cNvPr>
          <p:cNvSpPr txBox="1">
            <a:spLocks noChangeArrowheads="1"/>
          </p:cNvSpPr>
          <p:nvPr userDrawn="1"/>
        </p:nvSpPr>
        <p:spPr bwMode="auto">
          <a:xfrm>
            <a:off x="609600" y="32445325"/>
            <a:ext cx="2514600" cy="315913"/>
          </a:xfrm>
          <a:prstGeom prst="rect">
            <a:avLst/>
          </a:prstGeom>
          <a:noFill/>
          <a:ln>
            <a:noFill/>
          </a:ln>
          <a:effectLst/>
        </p:spPr>
        <p:txBody>
          <a:bodyPr lIns="91267" tIns="45624" rIns="91267" bIns="45624">
            <a:spAutoFit/>
          </a:bodyPr>
          <a:lstStyle>
            <a:lvl1pPr>
              <a:defRPr sz="2900">
                <a:solidFill>
                  <a:schemeClr val="tx1"/>
                </a:solidFill>
                <a:latin typeface="Arial Narrow" panose="020B0606020202030204" pitchFamily="34" charset="0"/>
              </a:defRPr>
            </a:lvl1pPr>
            <a:lvl2pPr marL="742950" indent="-285750">
              <a:defRPr sz="2900">
                <a:solidFill>
                  <a:schemeClr val="tx1"/>
                </a:solidFill>
                <a:latin typeface="Arial Narrow" panose="020B0606020202030204" pitchFamily="34" charset="0"/>
              </a:defRPr>
            </a:lvl2pPr>
            <a:lvl3pPr marL="1143000" indent="-228600">
              <a:defRPr sz="2900">
                <a:solidFill>
                  <a:schemeClr val="tx1"/>
                </a:solidFill>
                <a:latin typeface="Arial Narrow" panose="020B0606020202030204" pitchFamily="34" charset="0"/>
              </a:defRPr>
            </a:lvl3pPr>
            <a:lvl4pPr marL="1600200" indent="-228600">
              <a:defRPr sz="2900">
                <a:solidFill>
                  <a:schemeClr val="tx1"/>
                </a:solidFill>
                <a:latin typeface="Arial Narrow" panose="020B0606020202030204" pitchFamily="34" charset="0"/>
              </a:defRPr>
            </a:lvl4pPr>
            <a:lvl5pPr marL="2057400" indent="-228600">
              <a:defRPr sz="2900">
                <a:solidFill>
                  <a:schemeClr val="tx1"/>
                </a:solidFill>
                <a:latin typeface="Arial Narrow" panose="020B0606020202030204" pitchFamily="34" charset="0"/>
              </a:defRPr>
            </a:lvl5pPr>
            <a:lvl6pPr marL="2514600" indent="-228600" eaLnBrk="0" fontAlgn="base" hangingPunct="0">
              <a:spcBef>
                <a:spcPct val="0"/>
              </a:spcBef>
              <a:spcAft>
                <a:spcPct val="0"/>
              </a:spcAft>
              <a:defRPr sz="2900">
                <a:solidFill>
                  <a:schemeClr val="tx1"/>
                </a:solidFill>
                <a:latin typeface="Arial Narrow" panose="020B0606020202030204" pitchFamily="34" charset="0"/>
              </a:defRPr>
            </a:lvl6pPr>
            <a:lvl7pPr marL="2971800" indent="-228600" eaLnBrk="0" fontAlgn="base" hangingPunct="0">
              <a:spcBef>
                <a:spcPct val="0"/>
              </a:spcBef>
              <a:spcAft>
                <a:spcPct val="0"/>
              </a:spcAft>
              <a:defRPr sz="2900">
                <a:solidFill>
                  <a:schemeClr val="tx1"/>
                </a:solidFill>
                <a:latin typeface="Arial Narrow" panose="020B0606020202030204" pitchFamily="34" charset="0"/>
              </a:defRPr>
            </a:lvl7pPr>
            <a:lvl8pPr marL="3429000" indent="-228600" eaLnBrk="0" fontAlgn="base" hangingPunct="0">
              <a:spcBef>
                <a:spcPct val="0"/>
              </a:spcBef>
              <a:spcAft>
                <a:spcPct val="0"/>
              </a:spcAft>
              <a:defRPr sz="2900">
                <a:solidFill>
                  <a:schemeClr val="tx1"/>
                </a:solidFill>
                <a:latin typeface="Arial Narrow" panose="020B0606020202030204" pitchFamily="34" charset="0"/>
              </a:defRPr>
            </a:lvl8pPr>
            <a:lvl9pPr marL="3886200" indent="-228600" eaLnBrk="0" fontAlgn="base" hangingPunct="0">
              <a:spcBef>
                <a:spcPct val="0"/>
              </a:spcBef>
              <a:spcAft>
                <a:spcPct val="0"/>
              </a:spcAft>
              <a:defRPr sz="2900">
                <a:solidFill>
                  <a:schemeClr val="tx1"/>
                </a:solidFill>
                <a:latin typeface="Arial Narrow" panose="020B0606020202030204" pitchFamily="34" charset="0"/>
              </a:defRPr>
            </a:lvl9pPr>
          </a:lstStyle>
          <a:p>
            <a:pPr>
              <a:lnSpc>
                <a:spcPct val="65000"/>
              </a:lnSpc>
              <a:spcBef>
                <a:spcPct val="50000"/>
              </a:spcBef>
              <a:defRPr/>
            </a:pPr>
            <a:r>
              <a:rPr lang="en-US" altLang="en-US" sz="500" b="1">
                <a:solidFill>
                  <a:schemeClr val="bg2"/>
                </a:solidFill>
                <a:latin typeface="Arial" panose="020B0604020202020204" pitchFamily="34" charset="0"/>
              </a:rPr>
              <a:t>TEMPLATE DESIGN © 2008</a:t>
            </a:r>
          </a:p>
          <a:p>
            <a:pPr>
              <a:lnSpc>
                <a:spcPct val="65000"/>
              </a:lnSpc>
              <a:spcBef>
                <a:spcPct val="50000"/>
              </a:spcBef>
              <a:defRPr/>
            </a:pPr>
            <a:r>
              <a:rPr lang="en-US" altLang="en-US" sz="1000" b="1">
                <a:solidFill>
                  <a:schemeClr val="bg2"/>
                </a:solidFill>
                <a:latin typeface="Arial" panose="020B0604020202020204" pitchFamily="34" charset="0"/>
              </a:rPr>
              <a:t>www.PosterPresentations.com</a:t>
            </a:r>
          </a:p>
        </p:txBody>
      </p:sp>
      <p:sp>
        <p:nvSpPr>
          <p:cNvPr id="1030" name="Rectangle 15">
            <a:extLst>
              <a:ext uri="{FF2B5EF4-FFF2-40B4-BE49-F238E27FC236}">
                <a16:creationId xmlns:a16="http://schemas.microsoft.com/office/drawing/2014/main" id="{9146A706-AD5A-880C-6FBC-579969E588C5}"/>
              </a:ext>
            </a:extLst>
          </p:cNvPr>
          <p:cNvSpPr>
            <a:spLocks noGrp="1" noChangeArrowheads="1"/>
          </p:cNvSpPr>
          <p:nvPr>
            <p:ph type="title"/>
          </p:nvPr>
        </p:nvSpPr>
        <p:spPr bwMode="auto">
          <a:xfrm>
            <a:off x="960438" y="1273175"/>
            <a:ext cx="41924287" cy="22018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267" tIns="45624" rIns="91267" bIns="45624" numCol="1" anchor="ctr" anchorCtr="0" compatLnSpc="1">
            <a:prstTxWarp prst="textNoShape">
              <a:avLst/>
            </a:prstTxWarp>
          </a:bodyPr>
          <a:lstStyle/>
          <a:p>
            <a:pPr lvl="0"/>
            <a:r>
              <a:rPr lang="en-US" altLang="en-US"/>
              <a:t>Click to edit Master title style</a:t>
            </a:r>
          </a:p>
        </p:txBody>
      </p:sp>
      <p:sp>
        <p:nvSpPr>
          <p:cNvPr id="1031" name="Rectangle 16">
            <a:extLst>
              <a:ext uri="{FF2B5EF4-FFF2-40B4-BE49-F238E27FC236}">
                <a16:creationId xmlns:a16="http://schemas.microsoft.com/office/drawing/2014/main" id="{39182CCD-47F4-D926-09A5-62C149D99F43}"/>
              </a:ext>
            </a:extLst>
          </p:cNvPr>
          <p:cNvSpPr>
            <a:spLocks noGrp="1" noChangeArrowheads="1"/>
          </p:cNvSpPr>
          <p:nvPr>
            <p:ph type="body" idx="1"/>
          </p:nvPr>
        </p:nvSpPr>
        <p:spPr bwMode="auto">
          <a:xfrm>
            <a:off x="693738" y="5638800"/>
            <a:ext cx="9974262" cy="26563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456408" tIns="456408" rIns="456408" bIns="456408" numCol="1" anchor="t" anchorCtr="0" compatLnSpc="1">
            <a:prstTxWarp prst="textNoShape">
              <a:avLst/>
            </a:prstTxWarp>
          </a:bodyPr>
          <a:lstStyle/>
          <a:p>
            <a:pPr lvl="0"/>
            <a:r>
              <a:rPr lang="en-US" altLang="en-US"/>
              <a:t>Click to edit Master text styles</a:t>
            </a:r>
          </a:p>
          <a:p>
            <a:pPr lvl="1"/>
            <a:r>
              <a:rPr lang="en-US" altLang="en-US"/>
              <a:t>Second level</a:t>
            </a:r>
          </a:p>
        </p:txBody>
      </p:sp>
      <p:sp>
        <p:nvSpPr>
          <p:cNvPr id="1032" name="Rectangle 25">
            <a:extLst>
              <a:ext uri="{FF2B5EF4-FFF2-40B4-BE49-F238E27FC236}">
                <a16:creationId xmlns:a16="http://schemas.microsoft.com/office/drawing/2014/main" id="{328E94C7-21CD-0A79-7CD4-558BCC9B35A0}"/>
              </a:ext>
            </a:extLst>
          </p:cNvPr>
          <p:cNvSpPr>
            <a:spLocks noChangeArrowheads="1"/>
          </p:cNvSpPr>
          <p:nvPr userDrawn="1"/>
        </p:nvSpPr>
        <p:spPr bwMode="auto">
          <a:xfrm>
            <a:off x="0" y="0"/>
            <a:ext cx="43891200" cy="32918400"/>
          </a:xfrm>
          <a:prstGeom prst="rect">
            <a:avLst/>
          </a:prstGeom>
          <a:noFill/>
          <a:ln w="3175">
            <a:solidFill>
              <a:schemeClr val="tx2"/>
            </a:solidFill>
            <a:miter lim="800000"/>
            <a:headEnd/>
            <a:tailEnd/>
          </a:ln>
          <a:effectLst/>
        </p:spPr>
        <p:txBody>
          <a:bodyPr wrap="none" anchor="ctr"/>
          <a:lstStyle>
            <a:lvl1pPr>
              <a:defRPr sz="2900">
                <a:solidFill>
                  <a:schemeClr val="tx1"/>
                </a:solidFill>
                <a:latin typeface="Arial Narrow" panose="020B0606020202030204" pitchFamily="34" charset="0"/>
              </a:defRPr>
            </a:lvl1pPr>
            <a:lvl2pPr marL="742950" indent="-285750">
              <a:defRPr sz="2900">
                <a:solidFill>
                  <a:schemeClr val="tx1"/>
                </a:solidFill>
                <a:latin typeface="Arial Narrow" panose="020B0606020202030204" pitchFamily="34" charset="0"/>
              </a:defRPr>
            </a:lvl2pPr>
            <a:lvl3pPr marL="1143000" indent="-228600">
              <a:defRPr sz="2900">
                <a:solidFill>
                  <a:schemeClr val="tx1"/>
                </a:solidFill>
                <a:latin typeface="Arial Narrow" panose="020B0606020202030204" pitchFamily="34" charset="0"/>
              </a:defRPr>
            </a:lvl3pPr>
            <a:lvl4pPr marL="1600200" indent="-228600">
              <a:defRPr sz="2900">
                <a:solidFill>
                  <a:schemeClr val="tx1"/>
                </a:solidFill>
                <a:latin typeface="Arial Narrow" panose="020B0606020202030204" pitchFamily="34" charset="0"/>
              </a:defRPr>
            </a:lvl4pPr>
            <a:lvl5pPr marL="2057400" indent="-228600">
              <a:defRPr sz="2900">
                <a:solidFill>
                  <a:schemeClr val="tx1"/>
                </a:solidFill>
                <a:latin typeface="Arial Narrow" panose="020B0606020202030204" pitchFamily="34" charset="0"/>
              </a:defRPr>
            </a:lvl5pPr>
            <a:lvl6pPr marL="2514600" indent="-228600" eaLnBrk="0" fontAlgn="base" hangingPunct="0">
              <a:spcBef>
                <a:spcPct val="0"/>
              </a:spcBef>
              <a:spcAft>
                <a:spcPct val="0"/>
              </a:spcAft>
              <a:defRPr sz="2900">
                <a:solidFill>
                  <a:schemeClr val="tx1"/>
                </a:solidFill>
                <a:latin typeface="Arial Narrow" panose="020B0606020202030204" pitchFamily="34" charset="0"/>
              </a:defRPr>
            </a:lvl6pPr>
            <a:lvl7pPr marL="2971800" indent="-228600" eaLnBrk="0" fontAlgn="base" hangingPunct="0">
              <a:spcBef>
                <a:spcPct val="0"/>
              </a:spcBef>
              <a:spcAft>
                <a:spcPct val="0"/>
              </a:spcAft>
              <a:defRPr sz="2900">
                <a:solidFill>
                  <a:schemeClr val="tx1"/>
                </a:solidFill>
                <a:latin typeface="Arial Narrow" panose="020B0606020202030204" pitchFamily="34" charset="0"/>
              </a:defRPr>
            </a:lvl7pPr>
            <a:lvl8pPr marL="3429000" indent="-228600" eaLnBrk="0" fontAlgn="base" hangingPunct="0">
              <a:spcBef>
                <a:spcPct val="0"/>
              </a:spcBef>
              <a:spcAft>
                <a:spcPct val="0"/>
              </a:spcAft>
              <a:defRPr sz="2900">
                <a:solidFill>
                  <a:schemeClr val="tx1"/>
                </a:solidFill>
                <a:latin typeface="Arial Narrow" panose="020B0606020202030204" pitchFamily="34" charset="0"/>
              </a:defRPr>
            </a:lvl8pPr>
            <a:lvl9pPr marL="3886200" indent="-228600" eaLnBrk="0" fontAlgn="base" hangingPunct="0">
              <a:spcBef>
                <a:spcPct val="0"/>
              </a:spcBef>
              <a:spcAft>
                <a:spcPct val="0"/>
              </a:spcAft>
              <a:defRPr sz="2900">
                <a:solidFill>
                  <a:schemeClr val="tx1"/>
                </a:solidFill>
                <a:latin typeface="Arial Narrow" panose="020B0606020202030204" pitchFamily="34" charset="0"/>
              </a:defRPr>
            </a:lvl9pPr>
          </a:lstStyle>
          <a:p>
            <a:pPr eaLnBrk="1" hangingPunct="1">
              <a:defRPr/>
            </a:pPr>
            <a:endParaRPr lang="en-IN" altLang="en-US"/>
          </a:p>
        </p:txBody>
      </p:sp>
      <p:sp>
        <p:nvSpPr>
          <p:cNvPr id="1033" name="Rectangle 32">
            <a:extLst>
              <a:ext uri="{FF2B5EF4-FFF2-40B4-BE49-F238E27FC236}">
                <a16:creationId xmlns:a16="http://schemas.microsoft.com/office/drawing/2014/main" id="{03E59163-A777-3DDD-4BFE-ABE81A3BF0F4}"/>
              </a:ext>
            </a:extLst>
          </p:cNvPr>
          <p:cNvSpPr>
            <a:spLocks noChangeArrowheads="1"/>
          </p:cNvSpPr>
          <p:nvPr userDrawn="1"/>
        </p:nvSpPr>
        <p:spPr bwMode="auto">
          <a:xfrm>
            <a:off x="11490325" y="5638800"/>
            <a:ext cx="9982200" cy="26563638"/>
          </a:xfrm>
          <a:prstGeom prst="rect">
            <a:avLst/>
          </a:prstGeom>
          <a:solidFill>
            <a:schemeClr val="accent1"/>
          </a:solidFill>
          <a:ln w="9525">
            <a:solidFill>
              <a:schemeClr val="tx1"/>
            </a:solidFill>
            <a:miter lim="800000"/>
            <a:headEnd/>
            <a:tailEnd/>
          </a:ln>
          <a:effectLst/>
        </p:spPr>
        <p:txBody>
          <a:bodyPr wrap="none" anchor="ctr"/>
          <a:lstStyle>
            <a:lvl1pPr>
              <a:defRPr sz="2900">
                <a:solidFill>
                  <a:schemeClr val="tx1"/>
                </a:solidFill>
                <a:latin typeface="Arial Narrow" panose="020B0606020202030204" pitchFamily="34" charset="0"/>
              </a:defRPr>
            </a:lvl1pPr>
            <a:lvl2pPr marL="742950" indent="-285750">
              <a:defRPr sz="2900">
                <a:solidFill>
                  <a:schemeClr val="tx1"/>
                </a:solidFill>
                <a:latin typeface="Arial Narrow" panose="020B0606020202030204" pitchFamily="34" charset="0"/>
              </a:defRPr>
            </a:lvl2pPr>
            <a:lvl3pPr marL="1143000" indent="-228600">
              <a:defRPr sz="2900">
                <a:solidFill>
                  <a:schemeClr val="tx1"/>
                </a:solidFill>
                <a:latin typeface="Arial Narrow" panose="020B0606020202030204" pitchFamily="34" charset="0"/>
              </a:defRPr>
            </a:lvl3pPr>
            <a:lvl4pPr marL="1600200" indent="-228600">
              <a:defRPr sz="2900">
                <a:solidFill>
                  <a:schemeClr val="tx1"/>
                </a:solidFill>
                <a:latin typeface="Arial Narrow" panose="020B0606020202030204" pitchFamily="34" charset="0"/>
              </a:defRPr>
            </a:lvl4pPr>
            <a:lvl5pPr marL="2057400" indent="-228600">
              <a:defRPr sz="2900">
                <a:solidFill>
                  <a:schemeClr val="tx1"/>
                </a:solidFill>
                <a:latin typeface="Arial Narrow" panose="020B0606020202030204" pitchFamily="34" charset="0"/>
              </a:defRPr>
            </a:lvl5pPr>
            <a:lvl6pPr marL="2514600" indent="-228600" eaLnBrk="0" fontAlgn="base" hangingPunct="0">
              <a:spcBef>
                <a:spcPct val="0"/>
              </a:spcBef>
              <a:spcAft>
                <a:spcPct val="0"/>
              </a:spcAft>
              <a:defRPr sz="2900">
                <a:solidFill>
                  <a:schemeClr val="tx1"/>
                </a:solidFill>
                <a:latin typeface="Arial Narrow" panose="020B0606020202030204" pitchFamily="34" charset="0"/>
              </a:defRPr>
            </a:lvl6pPr>
            <a:lvl7pPr marL="2971800" indent="-228600" eaLnBrk="0" fontAlgn="base" hangingPunct="0">
              <a:spcBef>
                <a:spcPct val="0"/>
              </a:spcBef>
              <a:spcAft>
                <a:spcPct val="0"/>
              </a:spcAft>
              <a:defRPr sz="2900">
                <a:solidFill>
                  <a:schemeClr val="tx1"/>
                </a:solidFill>
                <a:latin typeface="Arial Narrow" panose="020B0606020202030204" pitchFamily="34" charset="0"/>
              </a:defRPr>
            </a:lvl7pPr>
            <a:lvl8pPr marL="3429000" indent="-228600" eaLnBrk="0" fontAlgn="base" hangingPunct="0">
              <a:spcBef>
                <a:spcPct val="0"/>
              </a:spcBef>
              <a:spcAft>
                <a:spcPct val="0"/>
              </a:spcAft>
              <a:defRPr sz="2900">
                <a:solidFill>
                  <a:schemeClr val="tx1"/>
                </a:solidFill>
                <a:latin typeface="Arial Narrow" panose="020B0606020202030204" pitchFamily="34" charset="0"/>
              </a:defRPr>
            </a:lvl8pPr>
            <a:lvl9pPr marL="3886200" indent="-228600" eaLnBrk="0" fontAlgn="base" hangingPunct="0">
              <a:spcBef>
                <a:spcPct val="0"/>
              </a:spcBef>
              <a:spcAft>
                <a:spcPct val="0"/>
              </a:spcAft>
              <a:defRPr sz="2900">
                <a:solidFill>
                  <a:schemeClr val="tx1"/>
                </a:solidFill>
                <a:latin typeface="Arial Narrow" panose="020B0606020202030204" pitchFamily="34" charset="0"/>
              </a:defRPr>
            </a:lvl9pPr>
          </a:lstStyle>
          <a:p>
            <a:pPr eaLnBrk="1" hangingPunct="1">
              <a:defRPr/>
            </a:pPr>
            <a:endParaRPr lang="en-IN" altLang="en-US"/>
          </a:p>
        </p:txBody>
      </p:sp>
      <p:sp>
        <p:nvSpPr>
          <p:cNvPr id="1034" name="Rectangle 34">
            <a:extLst>
              <a:ext uri="{FF2B5EF4-FFF2-40B4-BE49-F238E27FC236}">
                <a16:creationId xmlns:a16="http://schemas.microsoft.com/office/drawing/2014/main" id="{026BBC2F-A1F2-6F52-DCA0-1874FBE78756}"/>
              </a:ext>
            </a:extLst>
          </p:cNvPr>
          <p:cNvSpPr>
            <a:spLocks noChangeArrowheads="1"/>
          </p:cNvSpPr>
          <p:nvPr userDrawn="1"/>
        </p:nvSpPr>
        <p:spPr bwMode="auto">
          <a:xfrm>
            <a:off x="22272625" y="5638800"/>
            <a:ext cx="9982200" cy="26563638"/>
          </a:xfrm>
          <a:prstGeom prst="rect">
            <a:avLst/>
          </a:prstGeom>
          <a:solidFill>
            <a:schemeClr val="accent1"/>
          </a:solidFill>
          <a:ln w="9525">
            <a:solidFill>
              <a:schemeClr val="tx1"/>
            </a:solidFill>
            <a:miter lim="800000"/>
            <a:headEnd/>
            <a:tailEnd/>
          </a:ln>
          <a:effectLst/>
        </p:spPr>
        <p:txBody>
          <a:bodyPr wrap="none" anchor="ctr"/>
          <a:lstStyle>
            <a:lvl1pPr>
              <a:defRPr sz="2900">
                <a:solidFill>
                  <a:schemeClr val="tx1"/>
                </a:solidFill>
                <a:latin typeface="Arial Narrow" panose="020B0606020202030204" pitchFamily="34" charset="0"/>
              </a:defRPr>
            </a:lvl1pPr>
            <a:lvl2pPr marL="742950" indent="-285750">
              <a:defRPr sz="2900">
                <a:solidFill>
                  <a:schemeClr val="tx1"/>
                </a:solidFill>
                <a:latin typeface="Arial Narrow" panose="020B0606020202030204" pitchFamily="34" charset="0"/>
              </a:defRPr>
            </a:lvl2pPr>
            <a:lvl3pPr marL="1143000" indent="-228600">
              <a:defRPr sz="2900">
                <a:solidFill>
                  <a:schemeClr val="tx1"/>
                </a:solidFill>
                <a:latin typeface="Arial Narrow" panose="020B0606020202030204" pitchFamily="34" charset="0"/>
              </a:defRPr>
            </a:lvl3pPr>
            <a:lvl4pPr marL="1600200" indent="-228600">
              <a:defRPr sz="2900">
                <a:solidFill>
                  <a:schemeClr val="tx1"/>
                </a:solidFill>
                <a:latin typeface="Arial Narrow" panose="020B0606020202030204" pitchFamily="34" charset="0"/>
              </a:defRPr>
            </a:lvl4pPr>
            <a:lvl5pPr marL="2057400" indent="-228600">
              <a:defRPr sz="2900">
                <a:solidFill>
                  <a:schemeClr val="tx1"/>
                </a:solidFill>
                <a:latin typeface="Arial Narrow" panose="020B0606020202030204" pitchFamily="34" charset="0"/>
              </a:defRPr>
            </a:lvl5pPr>
            <a:lvl6pPr marL="2514600" indent="-228600" eaLnBrk="0" fontAlgn="base" hangingPunct="0">
              <a:spcBef>
                <a:spcPct val="0"/>
              </a:spcBef>
              <a:spcAft>
                <a:spcPct val="0"/>
              </a:spcAft>
              <a:defRPr sz="2900">
                <a:solidFill>
                  <a:schemeClr val="tx1"/>
                </a:solidFill>
                <a:latin typeface="Arial Narrow" panose="020B0606020202030204" pitchFamily="34" charset="0"/>
              </a:defRPr>
            </a:lvl6pPr>
            <a:lvl7pPr marL="2971800" indent="-228600" eaLnBrk="0" fontAlgn="base" hangingPunct="0">
              <a:spcBef>
                <a:spcPct val="0"/>
              </a:spcBef>
              <a:spcAft>
                <a:spcPct val="0"/>
              </a:spcAft>
              <a:defRPr sz="2900">
                <a:solidFill>
                  <a:schemeClr val="tx1"/>
                </a:solidFill>
                <a:latin typeface="Arial Narrow" panose="020B0606020202030204" pitchFamily="34" charset="0"/>
              </a:defRPr>
            </a:lvl7pPr>
            <a:lvl8pPr marL="3429000" indent="-228600" eaLnBrk="0" fontAlgn="base" hangingPunct="0">
              <a:spcBef>
                <a:spcPct val="0"/>
              </a:spcBef>
              <a:spcAft>
                <a:spcPct val="0"/>
              </a:spcAft>
              <a:defRPr sz="2900">
                <a:solidFill>
                  <a:schemeClr val="tx1"/>
                </a:solidFill>
                <a:latin typeface="Arial Narrow" panose="020B0606020202030204" pitchFamily="34" charset="0"/>
              </a:defRPr>
            </a:lvl8pPr>
            <a:lvl9pPr marL="3886200" indent="-228600" eaLnBrk="0" fontAlgn="base" hangingPunct="0">
              <a:spcBef>
                <a:spcPct val="0"/>
              </a:spcBef>
              <a:spcAft>
                <a:spcPct val="0"/>
              </a:spcAft>
              <a:defRPr sz="2900">
                <a:solidFill>
                  <a:schemeClr val="tx1"/>
                </a:solidFill>
                <a:latin typeface="Arial Narrow" panose="020B0606020202030204" pitchFamily="34" charset="0"/>
              </a:defRPr>
            </a:lvl9pPr>
          </a:lstStyle>
          <a:p>
            <a:pPr eaLnBrk="1" hangingPunct="1">
              <a:defRPr/>
            </a:pPr>
            <a:endParaRPr lang="en-IN" altLang="en-US"/>
          </a:p>
        </p:txBody>
      </p:sp>
      <p:sp>
        <p:nvSpPr>
          <p:cNvPr id="1035" name="Rectangle 35">
            <a:extLst>
              <a:ext uri="{FF2B5EF4-FFF2-40B4-BE49-F238E27FC236}">
                <a16:creationId xmlns:a16="http://schemas.microsoft.com/office/drawing/2014/main" id="{96C77D2C-2FE9-13CD-2586-99DEC7E71ED8}"/>
              </a:ext>
            </a:extLst>
          </p:cNvPr>
          <p:cNvSpPr>
            <a:spLocks noChangeArrowheads="1"/>
          </p:cNvSpPr>
          <p:nvPr userDrawn="1"/>
        </p:nvSpPr>
        <p:spPr bwMode="auto">
          <a:xfrm>
            <a:off x="33078738" y="5638800"/>
            <a:ext cx="9982200" cy="26563638"/>
          </a:xfrm>
          <a:prstGeom prst="rect">
            <a:avLst/>
          </a:prstGeom>
          <a:solidFill>
            <a:schemeClr val="accent1"/>
          </a:solidFill>
          <a:ln w="9525">
            <a:solidFill>
              <a:schemeClr val="tx1"/>
            </a:solidFill>
            <a:miter lim="800000"/>
            <a:headEnd/>
            <a:tailEnd/>
          </a:ln>
          <a:effectLst/>
        </p:spPr>
        <p:txBody>
          <a:bodyPr wrap="none" anchor="ctr"/>
          <a:lstStyle>
            <a:lvl1pPr>
              <a:defRPr sz="2900">
                <a:solidFill>
                  <a:schemeClr val="tx1"/>
                </a:solidFill>
                <a:latin typeface="Arial Narrow" panose="020B0606020202030204" pitchFamily="34" charset="0"/>
              </a:defRPr>
            </a:lvl1pPr>
            <a:lvl2pPr marL="742950" indent="-285750">
              <a:defRPr sz="2900">
                <a:solidFill>
                  <a:schemeClr val="tx1"/>
                </a:solidFill>
                <a:latin typeface="Arial Narrow" panose="020B0606020202030204" pitchFamily="34" charset="0"/>
              </a:defRPr>
            </a:lvl2pPr>
            <a:lvl3pPr marL="1143000" indent="-228600">
              <a:defRPr sz="2900">
                <a:solidFill>
                  <a:schemeClr val="tx1"/>
                </a:solidFill>
                <a:latin typeface="Arial Narrow" panose="020B0606020202030204" pitchFamily="34" charset="0"/>
              </a:defRPr>
            </a:lvl3pPr>
            <a:lvl4pPr marL="1600200" indent="-228600">
              <a:defRPr sz="2900">
                <a:solidFill>
                  <a:schemeClr val="tx1"/>
                </a:solidFill>
                <a:latin typeface="Arial Narrow" panose="020B0606020202030204" pitchFamily="34" charset="0"/>
              </a:defRPr>
            </a:lvl4pPr>
            <a:lvl5pPr marL="2057400" indent="-228600">
              <a:defRPr sz="2900">
                <a:solidFill>
                  <a:schemeClr val="tx1"/>
                </a:solidFill>
                <a:latin typeface="Arial Narrow" panose="020B0606020202030204" pitchFamily="34" charset="0"/>
              </a:defRPr>
            </a:lvl5pPr>
            <a:lvl6pPr marL="2514600" indent="-228600" eaLnBrk="0" fontAlgn="base" hangingPunct="0">
              <a:spcBef>
                <a:spcPct val="0"/>
              </a:spcBef>
              <a:spcAft>
                <a:spcPct val="0"/>
              </a:spcAft>
              <a:defRPr sz="2900">
                <a:solidFill>
                  <a:schemeClr val="tx1"/>
                </a:solidFill>
                <a:latin typeface="Arial Narrow" panose="020B0606020202030204" pitchFamily="34" charset="0"/>
              </a:defRPr>
            </a:lvl6pPr>
            <a:lvl7pPr marL="2971800" indent="-228600" eaLnBrk="0" fontAlgn="base" hangingPunct="0">
              <a:spcBef>
                <a:spcPct val="0"/>
              </a:spcBef>
              <a:spcAft>
                <a:spcPct val="0"/>
              </a:spcAft>
              <a:defRPr sz="2900">
                <a:solidFill>
                  <a:schemeClr val="tx1"/>
                </a:solidFill>
                <a:latin typeface="Arial Narrow" panose="020B0606020202030204" pitchFamily="34" charset="0"/>
              </a:defRPr>
            </a:lvl7pPr>
            <a:lvl8pPr marL="3429000" indent="-228600" eaLnBrk="0" fontAlgn="base" hangingPunct="0">
              <a:spcBef>
                <a:spcPct val="0"/>
              </a:spcBef>
              <a:spcAft>
                <a:spcPct val="0"/>
              </a:spcAft>
              <a:defRPr sz="2900">
                <a:solidFill>
                  <a:schemeClr val="tx1"/>
                </a:solidFill>
                <a:latin typeface="Arial Narrow" panose="020B0606020202030204" pitchFamily="34" charset="0"/>
              </a:defRPr>
            </a:lvl8pPr>
            <a:lvl9pPr marL="3886200" indent="-228600" eaLnBrk="0" fontAlgn="base" hangingPunct="0">
              <a:spcBef>
                <a:spcPct val="0"/>
              </a:spcBef>
              <a:spcAft>
                <a:spcPct val="0"/>
              </a:spcAft>
              <a:defRPr sz="2900">
                <a:solidFill>
                  <a:schemeClr val="tx1"/>
                </a:solidFill>
                <a:latin typeface="Arial Narrow" panose="020B0606020202030204" pitchFamily="34" charset="0"/>
              </a:defRPr>
            </a:lvl9pPr>
          </a:lstStyle>
          <a:p>
            <a:pPr eaLnBrk="1" hangingPunct="1">
              <a:defRPr/>
            </a:pPr>
            <a:endParaRPr lang="en-IN" altLang="en-US"/>
          </a:p>
        </p:txBody>
      </p:sp>
    </p:spTree>
  </p:cSld>
  <p:clrMap bg1="lt1" tx1="dk1" bg2="lt2" tx2="dk2" accent1="accent1" accent2="accent2" accent3="accent3" accent4="accent4" accent5="accent5" accent6="accent6" hlink="hlink" folHlink="folHlink"/>
  <p:sldLayoutIdLst>
    <p:sldLayoutId id="2147483652" r:id="rId1"/>
    <p:sldLayoutId id="2147483653" r:id="rId2"/>
    <p:sldLayoutId id="2147483654" r:id="rId3"/>
    <p:sldLayoutId id="2147483655" r:id="rId4"/>
    <p:sldLayoutId id="2147483656" r:id="rId5"/>
    <p:sldLayoutId id="2147483657" r:id="rId6"/>
    <p:sldLayoutId id="2147483658" r:id="rId7"/>
    <p:sldLayoutId id="2147483659" r:id="rId8"/>
    <p:sldLayoutId id="2147483660" r:id="rId9"/>
    <p:sldLayoutId id="2147483661" r:id="rId10"/>
    <p:sldLayoutId id="2147483662" r:id="rId11"/>
  </p:sldLayoutIdLst>
  <p:txStyles>
    <p:titleStyle>
      <a:lvl1pPr algn="ctr" rtl="0" eaLnBrk="0" fontAlgn="base" hangingPunct="0">
        <a:spcBef>
          <a:spcPct val="0"/>
        </a:spcBef>
        <a:spcAft>
          <a:spcPct val="0"/>
        </a:spcAft>
        <a:defRPr sz="8600" kern="1200">
          <a:solidFill>
            <a:schemeClr val="tx2"/>
          </a:solidFill>
          <a:latin typeface="+mj-lt"/>
          <a:ea typeface="+mj-ea"/>
          <a:cs typeface="+mj-cs"/>
        </a:defRPr>
      </a:lvl1pPr>
      <a:lvl2pPr algn="ctr" rtl="0" eaLnBrk="0" fontAlgn="base" hangingPunct="0">
        <a:spcBef>
          <a:spcPct val="0"/>
        </a:spcBef>
        <a:spcAft>
          <a:spcPct val="0"/>
        </a:spcAft>
        <a:defRPr sz="8600">
          <a:solidFill>
            <a:schemeClr val="tx2"/>
          </a:solidFill>
          <a:latin typeface="Arial Black" panose="020B0A04020102020204" pitchFamily="34" charset="0"/>
        </a:defRPr>
      </a:lvl2pPr>
      <a:lvl3pPr algn="ctr" rtl="0" eaLnBrk="0" fontAlgn="base" hangingPunct="0">
        <a:spcBef>
          <a:spcPct val="0"/>
        </a:spcBef>
        <a:spcAft>
          <a:spcPct val="0"/>
        </a:spcAft>
        <a:defRPr sz="8600">
          <a:solidFill>
            <a:schemeClr val="tx2"/>
          </a:solidFill>
          <a:latin typeface="Arial Black" panose="020B0A04020102020204" pitchFamily="34" charset="0"/>
        </a:defRPr>
      </a:lvl3pPr>
      <a:lvl4pPr algn="ctr" rtl="0" eaLnBrk="0" fontAlgn="base" hangingPunct="0">
        <a:spcBef>
          <a:spcPct val="0"/>
        </a:spcBef>
        <a:spcAft>
          <a:spcPct val="0"/>
        </a:spcAft>
        <a:defRPr sz="8600">
          <a:solidFill>
            <a:schemeClr val="tx2"/>
          </a:solidFill>
          <a:latin typeface="Arial Black" panose="020B0A04020102020204" pitchFamily="34" charset="0"/>
        </a:defRPr>
      </a:lvl4pPr>
      <a:lvl5pPr algn="ctr" rtl="0" eaLnBrk="0" fontAlgn="base" hangingPunct="0">
        <a:spcBef>
          <a:spcPct val="0"/>
        </a:spcBef>
        <a:spcAft>
          <a:spcPct val="0"/>
        </a:spcAft>
        <a:defRPr sz="8600">
          <a:solidFill>
            <a:schemeClr val="tx2"/>
          </a:solidFill>
          <a:latin typeface="Arial Black" panose="020B0A04020102020204" pitchFamily="34" charset="0"/>
        </a:defRPr>
      </a:lvl5pPr>
      <a:lvl6pPr marL="457200" algn="ctr" rtl="0" fontAlgn="base">
        <a:spcBef>
          <a:spcPct val="0"/>
        </a:spcBef>
        <a:spcAft>
          <a:spcPct val="0"/>
        </a:spcAft>
        <a:defRPr sz="8600">
          <a:solidFill>
            <a:schemeClr val="tx2"/>
          </a:solidFill>
          <a:latin typeface="Arial Black" panose="020B0A04020102020204" pitchFamily="34" charset="0"/>
        </a:defRPr>
      </a:lvl6pPr>
      <a:lvl7pPr marL="914400" algn="ctr" rtl="0" fontAlgn="base">
        <a:spcBef>
          <a:spcPct val="0"/>
        </a:spcBef>
        <a:spcAft>
          <a:spcPct val="0"/>
        </a:spcAft>
        <a:defRPr sz="8600">
          <a:solidFill>
            <a:schemeClr val="tx2"/>
          </a:solidFill>
          <a:latin typeface="Arial Black" panose="020B0A04020102020204" pitchFamily="34" charset="0"/>
        </a:defRPr>
      </a:lvl7pPr>
      <a:lvl8pPr marL="1371600" algn="ctr" rtl="0" fontAlgn="base">
        <a:spcBef>
          <a:spcPct val="0"/>
        </a:spcBef>
        <a:spcAft>
          <a:spcPct val="0"/>
        </a:spcAft>
        <a:defRPr sz="8600">
          <a:solidFill>
            <a:schemeClr val="tx2"/>
          </a:solidFill>
          <a:latin typeface="Arial Black" panose="020B0A04020102020204" pitchFamily="34" charset="0"/>
        </a:defRPr>
      </a:lvl8pPr>
      <a:lvl9pPr marL="1828800" algn="ctr" rtl="0" fontAlgn="base">
        <a:spcBef>
          <a:spcPct val="0"/>
        </a:spcBef>
        <a:spcAft>
          <a:spcPct val="0"/>
        </a:spcAft>
        <a:defRPr sz="8600">
          <a:solidFill>
            <a:schemeClr val="tx2"/>
          </a:solidFill>
          <a:latin typeface="Arial Black" panose="020B0A04020102020204" pitchFamily="34" charset="0"/>
        </a:defRPr>
      </a:lvl9pPr>
    </p:titleStyle>
    <p:bodyStyle>
      <a:lvl1pPr marL="342900" indent="-342900" algn="l" rtl="0" eaLnBrk="0" fontAlgn="base" hangingPunct="0">
        <a:spcBef>
          <a:spcPct val="20000"/>
        </a:spcBef>
        <a:spcAft>
          <a:spcPct val="0"/>
        </a:spcAft>
        <a:buChar char="•"/>
        <a:defRPr sz="2900" kern="1200">
          <a:solidFill>
            <a:schemeClr val="tx1"/>
          </a:solidFill>
          <a:latin typeface="+mn-lt"/>
          <a:ea typeface="+mn-ea"/>
          <a:cs typeface="+mn-cs"/>
        </a:defRPr>
      </a:lvl1pPr>
      <a:lvl2pPr marL="739775" indent="-282575" algn="l" rtl="0" eaLnBrk="0" fontAlgn="base" hangingPunct="0">
        <a:spcBef>
          <a:spcPct val="20000"/>
        </a:spcBef>
        <a:spcAft>
          <a:spcPct val="0"/>
        </a:spcAft>
        <a:buChar char="–"/>
        <a:defRPr sz="29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19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B9D51DA7-C4DB-EA41-AB30-FED4BCB2A524}"/>
              </a:ext>
            </a:extLst>
          </p:cNvPr>
          <p:cNvSpPr>
            <a:spLocks noChangeArrowheads="1"/>
          </p:cNvSpPr>
          <p:nvPr userDrawn="1"/>
        </p:nvSpPr>
        <p:spPr bwMode="auto">
          <a:xfrm>
            <a:off x="0" y="0"/>
            <a:ext cx="43891200" cy="4800600"/>
          </a:xfrm>
          <a:prstGeom prst="rect">
            <a:avLst/>
          </a:prstGeom>
          <a:solidFill>
            <a:srgbClr val="072D2A"/>
          </a:solidFill>
          <a:ln w="9525">
            <a:solidFill>
              <a:schemeClr val="tx1"/>
            </a:solidFill>
            <a:miter lim="800000"/>
            <a:headEnd/>
            <a:tailEnd/>
          </a:ln>
          <a:effectLst/>
        </p:spPr>
        <p:txBody>
          <a:bodyPr wrap="none" anchor="ctr"/>
          <a:lstStyle>
            <a:lvl1pPr>
              <a:defRPr sz="2900">
                <a:solidFill>
                  <a:schemeClr val="tx1"/>
                </a:solidFill>
                <a:latin typeface="Arial Narrow" panose="020B0606020202030204" pitchFamily="34" charset="0"/>
              </a:defRPr>
            </a:lvl1pPr>
            <a:lvl2pPr marL="742950" indent="-285750">
              <a:defRPr sz="2900">
                <a:solidFill>
                  <a:schemeClr val="tx1"/>
                </a:solidFill>
                <a:latin typeface="Arial Narrow" panose="020B0606020202030204" pitchFamily="34" charset="0"/>
              </a:defRPr>
            </a:lvl2pPr>
            <a:lvl3pPr marL="1143000" indent="-228600">
              <a:defRPr sz="2900">
                <a:solidFill>
                  <a:schemeClr val="tx1"/>
                </a:solidFill>
                <a:latin typeface="Arial Narrow" panose="020B0606020202030204" pitchFamily="34" charset="0"/>
              </a:defRPr>
            </a:lvl3pPr>
            <a:lvl4pPr marL="1600200" indent="-228600">
              <a:defRPr sz="2900">
                <a:solidFill>
                  <a:schemeClr val="tx1"/>
                </a:solidFill>
                <a:latin typeface="Arial Narrow" panose="020B0606020202030204" pitchFamily="34" charset="0"/>
              </a:defRPr>
            </a:lvl4pPr>
            <a:lvl5pPr marL="2057400" indent="-228600">
              <a:defRPr sz="2900">
                <a:solidFill>
                  <a:schemeClr val="tx1"/>
                </a:solidFill>
                <a:latin typeface="Arial Narrow" panose="020B0606020202030204" pitchFamily="34" charset="0"/>
              </a:defRPr>
            </a:lvl5pPr>
            <a:lvl6pPr marL="2514600" indent="-228600" eaLnBrk="0" fontAlgn="base" hangingPunct="0">
              <a:spcBef>
                <a:spcPct val="0"/>
              </a:spcBef>
              <a:spcAft>
                <a:spcPct val="0"/>
              </a:spcAft>
              <a:defRPr sz="2900">
                <a:solidFill>
                  <a:schemeClr val="tx1"/>
                </a:solidFill>
                <a:latin typeface="Arial Narrow" panose="020B0606020202030204" pitchFamily="34" charset="0"/>
              </a:defRPr>
            </a:lvl6pPr>
            <a:lvl7pPr marL="2971800" indent="-228600" eaLnBrk="0" fontAlgn="base" hangingPunct="0">
              <a:spcBef>
                <a:spcPct val="0"/>
              </a:spcBef>
              <a:spcAft>
                <a:spcPct val="0"/>
              </a:spcAft>
              <a:defRPr sz="2900">
                <a:solidFill>
                  <a:schemeClr val="tx1"/>
                </a:solidFill>
                <a:latin typeface="Arial Narrow" panose="020B0606020202030204" pitchFamily="34" charset="0"/>
              </a:defRPr>
            </a:lvl7pPr>
            <a:lvl8pPr marL="3429000" indent="-228600" eaLnBrk="0" fontAlgn="base" hangingPunct="0">
              <a:spcBef>
                <a:spcPct val="0"/>
              </a:spcBef>
              <a:spcAft>
                <a:spcPct val="0"/>
              </a:spcAft>
              <a:defRPr sz="2900">
                <a:solidFill>
                  <a:schemeClr val="tx1"/>
                </a:solidFill>
                <a:latin typeface="Arial Narrow" panose="020B0606020202030204" pitchFamily="34" charset="0"/>
              </a:defRPr>
            </a:lvl8pPr>
            <a:lvl9pPr marL="3886200" indent="-228600" eaLnBrk="0" fontAlgn="base" hangingPunct="0">
              <a:spcBef>
                <a:spcPct val="0"/>
              </a:spcBef>
              <a:spcAft>
                <a:spcPct val="0"/>
              </a:spcAft>
              <a:defRPr sz="2900">
                <a:solidFill>
                  <a:schemeClr val="tx1"/>
                </a:solidFill>
                <a:latin typeface="Arial Narrow" panose="020B0606020202030204" pitchFamily="34" charset="0"/>
              </a:defRPr>
            </a:lvl9pPr>
          </a:lstStyle>
          <a:p>
            <a:pPr eaLnBrk="1" hangingPunct="1">
              <a:defRPr/>
            </a:pPr>
            <a:endParaRPr lang="en-IN" altLang="en-US"/>
          </a:p>
        </p:txBody>
      </p:sp>
      <p:sp>
        <p:nvSpPr>
          <p:cNvPr id="2051" name="Rectangle 3">
            <a:extLst>
              <a:ext uri="{FF2B5EF4-FFF2-40B4-BE49-F238E27FC236}">
                <a16:creationId xmlns:a16="http://schemas.microsoft.com/office/drawing/2014/main" id="{8CC244D2-2679-5F38-F407-CEF80669AF85}"/>
              </a:ext>
            </a:extLst>
          </p:cNvPr>
          <p:cNvSpPr>
            <a:spLocks noChangeArrowheads="1"/>
          </p:cNvSpPr>
          <p:nvPr userDrawn="1"/>
        </p:nvSpPr>
        <p:spPr bwMode="auto">
          <a:xfrm>
            <a:off x="693738" y="5638800"/>
            <a:ext cx="9974262" cy="26563638"/>
          </a:xfrm>
          <a:prstGeom prst="rect">
            <a:avLst/>
          </a:prstGeom>
          <a:solidFill>
            <a:schemeClr val="accent1"/>
          </a:solidFill>
          <a:ln w="9525">
            <a:solidFill>
              <a:schemeClr val="tx1"/>
            </a:solidFill>
            <a:miter lim="800000"/>
            <a:headEnd/>
            <a:tailEnd/>
          </a:ln>
          <a:effectLst/>
        </p:spPr>
        <p:txBody>
          <a:bodyPr wrap="none" anchor="ctr"/>
          <a:lstStyle>
            <a:lvl1pPr>
              <a:defRPr sz="2900">
                <a:solidFill>
                  <a:schemeClr val="tx1"/>
                </a:solidFill>
                <a:latin typeface="Arial Narrow" panose="020B0606020202030204" pitchFamily="34" charset="0"/>
              </a:defRPr>
            </a:lvl1pPr>
            <a:lvl2pPr marL="742950" indent="-285750">
              <a:defRPr sz="2900">
                <a:solidFill>
                  <a:schemeClr val="tx1"/>
                </a:solidFill>
                <a:latin typeface="Arial Narrow" panose="020B0606020202030204" pitchFamily="34" charset="0"/>
              </a:defRPr>
            </a:lvl2pPr>
            <a:lvl3pPr marL="1143000" indent="-228600">
              <a:defRPr sz="2900">
                <a:solidFill>
                  <a:schemeClr val="tx1"/>
                </a:solidFill>
                <a:latin typeface="Arial Narrow" panose="020B0606020202030204" pitchFamily="34" charset="0"/>
              </a:defRPr>
            </a:lvl3pPr>
            <a:lvl4pPr marL="1600200" indent="-228600">
              <a:defRPr sz="2900">
                <a:solidFill>
                  <a:schemeClr val="tx1"/>
                </a:solidFill>
                <a:latin typeface="Arial Narrow" panose="020B0606020202030204" pitchFamily="34" charset="0"/>
              </a:defRPr>
            </a:lvl4pPr>
            <a:lvl5pPr marL="2057400" indent="-228600">
              <a:defRPr sz="2900">
                <a:solidFill>
                  <a:schemeClr val="tx1"/>
                </a:solidFill>
                <a:latin typeface="Arial Narrow" panose="020B0606020202030204" pitchFamily="34" charset="0"/>
              </a:defRPr>
            </a:lvl5pPr>
            <a:lvl6pPr marL="2514600" indent="-228600" eaLnBrk="0" fontAlgn="base" hangingPunct="0">
              <a:spcBef>
                <a:spcPct val="0"/>
              </a:spcBef>
              <a:spcAft>
                <a:spcPct val="0"/>
              </a:spcAft>
              <a:defRPr sz="2900">
                <a:solidFill>
                  <a:schemeClr val="tx1"/>
                </a:solidFill>
                <a:latin typeface="Arial Narrow" panose="020B0606020202030204" pitchFamily="34" charset="0"/>
              </a:defRPr>
            </a:lvl6pPr>
            <a:lvl7pPr marL="2971800" indent="-228600" eaLnBrk="0" fontAlgn="base" hangingPunct="0">
              <a:spcBef>
                <a:spcPct val="0"/>
              </a:spcBef>
              <a:spcAft>
                <a:spcPct val="0"/>
              </a:spcAft>
              <a:defRPr sz="2900">
                <a:solidFill>
                  <a:schemeClr val="tx1"/>
                </a:solidFill>
                <a:latin typeface="Arial Narrow" panose="020B0606020202030204" pitchFamily="34" charset="0"/>
              </a:defRPr>
            </a:lvl7pPr>
            <a:lvl8pPr marL="3429000" indent="-228600" eaLnBrk="0" fontAlgn="base" hangingPunct="0">
              <a:spcBef>
                <a:spcPct val="0"/>
              </a:spcBef>
              <a:spcAft>
                <a:spcPct val="0"/>
              </a:spcAft>
              <a:defRPr sz="2900">
                <a:solidFill>
                  <a:schemeClr val="tx1"/>
                </a:solidFill>
                <a:latin typeface="Arial Narrow" panose="020B0606020202030204" pitchFamily="34" charset="0"/>
              </a:defRPr>
            </a:lvl8pPr>
            <a:lvl9pPr marL="3886200" indent="-228600" eaLnBrk="0" fontAlgn="base" hangingPunct="0">
              <a:spcBef>
                <a:spcPct val="0"/>
              </a:spcBef>
              <a:spcAft>
                <a:spcPct val="0"/>
              </a:spcAft>
              <a:defRPr sz="2900">
                <a:solidFill>
                  <a:schemeClr val="tx1"/>
                </a:solidFill>
                <a:latin typeface="Arial Narrow" panose="020B0606020202030204" pitchFamily="34" charset="0"/>
              </a:defRPr>
            </a:lvl9pPr>
          </a:lstStyle>
          <a:p>
            <a:pPr eaLnBrk="1" hangingPunct="1">
              <a:defRPr/>
            </a:pPr>
            <a:endParaRPr lang="en-IN" altLang="en-US"/>
          </a:p>
        </p:txBody>
      </p:sp>
      <p:sp>
        <p:nvSpPr>
          <p:cNvPr id="2052" name="Rectangle 4">
            <a:extLst>
              <a:ext uri="{FF2B5EF4-FFF2-40B4-BE49-F238E27FC236}">
                <a16:creationId xmlns:a16="http://schemas.microsoft.com/office/drawing/2014/main" id="{E68348F8-9F5F-E1A3-FAA4-F8FBB6C3C47F}"/>
              </a:ext>
            </a:extLst>
          </p:cNvPr>
          <p:cNvSpPr>
            <a:spLocks noChangeArrowheads="1"/>
          </p:cNvSpPr>
          <p:nvPr userDrawn="1"/>
        </p:nvSpPr>
        <p:spPr bwMode="auto">
          <a:xfrm>
            <a:off x="0" y="4800600"/>
            <a:ext cx="43891200" cy="130175"/>
          </a:xfrm>
          <a:prstGeom prst="rect">
            <a:avLst/>
          </a:prstGeom>
          <a:solidFill>
            <a:srgbClr val="FFC711"/>
          </a:solidFill>
          <a:ln>
            <a:noFill/>
          </a:ln>
        </p:spPr>
        <p:txBody>
          <a:bodyPr wrap="none" anchor="ctr"/>
          <a:lstStyle>
            <a:lvl1pPr>
              <a:defRPr sz="2900">
                <a:solidFill>
                  <a:schemeClr val="tx1"/>
                </a:solidFill>
                <a:latin typeface="Arial Narrow" panose="020B0606020202030204" pitchFamily="34" charset="0"/>
              </a:defRPr>
            </a:lvl1pPr>
            <a:lvl2pPr marL="742950" indent="-285750">
              <a:defRPr sz="2900">
                <a:solidFill>
                  <a:schemeClr val="tx1"/>
                </a:solidFill>
                <a:latin typeface="Arial Narrow" panose="020B0606020202030204" pitchFamily="34" charset="0"/>
              </a:defRPr>
            </a:lvl2pPr>
            <a:lvl3pPr marL="1143000" indent="-228600">
              <a:defRPr sz="2900">
                <a:solidFill>
                  <a:schemeClr val="tx1"/>
                </a:solidFill>
                <a:latin typeface="Arial Narrow" panose="020B0606020202030204" pitchFamily="34" charset="0"/>
              </a:defRPr>
            </a:lvl3pPr>
            <a:lvl4pPr marL="1600200" indent="-228600">
              <a:defRPr sz="2900">
                <a:solidFill>
                  <a:schemeClr val="tx1"/>
                </a:solidFill>
                <a:latin typeface="Arial Narrow" panose="020B0606020202030204" pitchFamily="34" charset="0"/>
              </a:defRPr>
            </a:lvl4pPr>
            <a:lvl5pPr marL="2057400" indent="-228600">
              <a:defRPr sz="2900">
                <a:solidFill>
                  <a:schemeClr val="tx1"/>
                </a:solidFill>
                <a:latin typeface="Arial Narrow" panose="020B0606020202030204" pitchFamily="34" charset="0"/>
              </a:defRPr>
            </a:lvl5pPr>
            <a:lvl6pPr marL="2514600" indent="-228600" eaLnBrk="0" fontAlgn="base" hangingPunct="0">
              <a:spcBef>
                <a:spcPct val="0"/>
              </a:spcBef>
              <a:spcAft>
                <a:spcPct val="0"/>
              </a:spcAft>
              <a:defRPr sz="2900">
                <a:solidFill>
                  <a:schemeClr val="tx1"/>
                </a:solidFill>
                <a:latin typeface="Arial Narrow" panose="020B0606020202030204" pitchFamily="34" charset="0"/>
              </a:defRPr>
            </a:lvl6pPr>
            <a:lvl7pPr marL="2971800" indent="-228600" eaLnBrk="0" fontAlgn="base" hangingPunct="0">
              <a:spcBef>
                <a:spcPct val="0"/>
              </a:spcBef>
              <a:spcAft>
                <a:spcPct val="0"/>
              </a:spcAft>
              <a:defRPr sz="2900">
                <a:solidFill>
                  <a:schemeClr val="tx1"/>
                </a:solidFill>
                <a:latin typeface="Arial Narrow" panose="020B0606020202030204" pitchFamily="34" charset="0"/>
              </a:defRPr>
            </a:lvl7pPr>
            <a:lvl8pPr marL="3429000" indent="-228600" eaLnBrk="0" fontAlgn="base" hangingPunct="0">
              <a:spcBef>
                <a:spcPct val="0"/>
              </a:spcBef>
              <a:spcAft>
                <a:spcPct val="0"/>
              </a:spcAft>
              <a:defRPr sz="2900">
                <a:solidFill>
                  <a:schemeClr val="tx1"/>
                </a:solidFill>
                <a:latin typeface="Arial Narrow" panose="020B0606020202030204" pitchFamily="34" charset="0"/>
              </a:defRPr>
            </a:lvl8pPr>
            <a:lvl9pPr marL="3886200" indent="-228600" eaLnBrk="0" fontAlgn="base" hangingPunct="0">
              <a:spcBef>
                <a:spcPct val="0"/>
              </a:spcBef>
              <a:spcAft>
                <a:spcPct val="0"/>
              </a:spcAft>
              <a:defRPr sz="2900">
                <a:solidFill>
                  <a:schemeClr val="tx1"/>
                </a:solidFill>
                <a:latin typeface="Arial Narrow" panose="020B0606020202030204" pitchFamily="34" charset="0"/>
              </a:defRPr>
            </a:lvl9pPr>
          </a:lstStyle>
          <a:p>
            <a:pPr eaLnBrk="1" hangingPunct="1">
              <a:defRPr/>
            </a:pPr>
            <a:endParaRPr lang="en-IN" altLang="en-US"/>
          </a:p>
        </p:txBody>
      </p:sp>
      <p:sp>
        <p:nvSpPr>
          <p:cNvPr id="2053" name="Rectangle 6">
            <a:extLst>
              <a:ext uri="{FF2B5EF4-FFF2-40B4-BE49-F238E27FC236}">
                <a16:creationId xmlns:a16="http://schemas.microsoft.com/office/drawing/2014/main" id="{8F59891E-433E-B003-5805-43B2EBD8C6ED}"/>
              </a:ext>
            </a:extLst>
          </p:cNvPr>
          <p:cNvSpPr>
            <a:spLocks noGrp="1" noChangeArrowheads="1"/>
          </p:cNvSpPr>
          <p:nvPr>
            <p:ph type="title"/>
          </p:nvPr>
        </p:nvSpPr>
        <p:spPr bwMode="auto">
          <a:xfrm>
            <a:off x="960438" y="1273175"/>
            <a:ext cx="41924287" cy="22018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267" tIns="45624" rIns="91267" bIns="45624" numCol="1" anchor="ctr" anchorCtr="0" compatLnSpc="1">
            <a:prstTxWarp prst="textNoShape">
              <a:avLst/>
            </a:prstTxWarp>
          </a:bodyPr>
          <a:lstStyle/>
          <a:p>
            <a:pPr lvl="0"/>
            <a:r>
              <a:rPr lang="en-US" altLang="en-US"/>
              <a:t>Click to edit Master title style</a:t>
            </a:r>
          </a:p>
        </p:txBody>
      </p:sp>
      <p:sp>
        <p:nvSpPr>
          <p:cNvPr id="2054" name="Rectangle 7">
            <a:extLst>
              <a:ext uri="{FF2B5EF4-FFF2-40B4-BE49-F238E27FC236}">
                <a16:creationId xmlns:a16="http://schemas.microsoft.com/office/drawing/2014/main" id="{4B8AAC9F-EC8B-4FCB-CE1A-2F4111C31991}"/>
              </a:ext>
            </a:extLst>
          </p:cNvPr>
          <p:cNvSpPr>
            <a:spLocks noGrp="1" noChangeArrowheads="1"/>
          </p:cNvSpPr>
          <p:nvPr>
            <p:ph type="body" idx="1"/>
          </p:nvPr>
        </p:nvSpPr>
        <p:spPr bwMode="auto">
          <a:xfrm>
            <a:off x="693738" y="5638800"/>
            <a:ext cx="9974262" cy="26563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456408" tIns="456408" rIns="456408" bIns="456408" numCol="1" anchor="t" anchorCtr="0" compatLnSpc="1">
            <a:prstTxWarp prst="textNoShape">
              <a:avLst/>
            </a:prstTxWarp>
          </a:bodyPr>
          <a:lstStyle/>
          <a:p>
            <a:pPr lvl="0"/>
            <a:r>
              <a:rPr lang="en-US" altLang="en-US"/>
              <a:t>Click to edit Master text styles</a:t>
            </a:r>
          </a:p>
          <a:p>
            <a:pPr lvl="1"/>
            <a:r>
              <a:rPr lang="en-US" altLang="en-US"/>
              <a:t>Second level</a:t>
            </a:r>
          </a:p>
        </p:txBody>
      </p:sp>
      <p:sp>
        <p:nvSpPr>
          <p:cNvPr id="2055" name="Rectangle 8">
            <a:extLst>
              <a:ext uri="{FF2B5EF4-FFF2-40B4-BE49-F238E27FC236}">
                <a16:creationId xmlns:a16="http://schemas.microsoft.com/office/drawing/2014/main" id="{5F50C7B5-AC18-CF5A-7392-FA5122B9AB20}"/>
              </a:ext>
            </a:extLst>
          </p:cNvPr>
          <p:cNvSpPr>
            <a:spLocks noChangeArrowheads="1"/>
          </p:cNvSpPr>
          <p:nvPr userDrawn="1"/>
        </p:nvSpPr>
        <p:spPr bwMode="auto">
          <a:xfrm>
            <a:off x="0" y="0"/>
            <a:ext cx="43891200" cy="32918400"/>
          </a:xfrm>
          <a:prstGeom prst="rect">
            <a:avLst/>
          </a:prstGeom>
          <a:noFill/>
          <a:ln w="3175">
            <a:solidFill>
              <a:schemeClr val="tx2"/>
            </a:solidFill>
            <a:miter lim="800000"/>
            <a:headEnd/>
            <a:tailEnd/>
          </a:ln>
          <a:effectLst/>
        </p:spPr>
        <p:txBody>
          <a:bodyPr wrap="none" anchor="ctr"/>
          <a:lstStyle>
            <a:lvl1pPr>
              <a:defRPr sz="2900">
                <a:solidFill>
                  <a:schemeClr val="tx1"/>
                </a:solidFill>
                <a:latin typeface="Arial Narrow" panose="020B0606020202030204" pitchFamily="34" charset="0"/>
              </a:defRPr>
            </a:lvl1pPr>
            <a:lvl2pPr marL="742950" indent="-285750">
              <a:defRPr sz="2900">
                <a:solidFill>
                  <a:schemeClr val="tx1"/>
                </a:solidFill>
                <a:latin typeface="Arial Narrow" panose="020B0606020202030204" pitchFamily="34" charset="0"/>
              </a:defRPr>
            </a:lvl2pPr>
            <a:lvl3pPr marL="1143000" indent="-228600">
              <a:defRPr sz="2900">
                <a:solidFill>
                  <a:schemeClr val="tx1"/>
                </a:solidFill>
                <a:latin typeface="Arial Narrow" panose="020B0606020202030204" pitchFamily="34" charset="0"/>
              </a:defRPr>
            </a:lvl3pPr>
            <a:lvl4pPr marL="1600200" indent="-228600">
              <a:defRPr sz="2900">
                <a:solidFill>
                  <a:schemeClr val="tx1"/>
                </a:solidFill>
                <a:latin typeface="Arial Narrow" panose="020B0606020202030204" pitchFamily="34" charset="0"/>
              </a:defRPr>
            </a:lvl4pPr>
            <a:lvl5pPr marL="2057400" indent="-228600">
              <a:defRPr sz="2900">
                <a:solidFill>
                  <a:schemeClr val="tx1"/>
                </a:solidFill>
                <a:latin typeface="Arial Narrow" panose="020B0606020202030204" pitchFamily="34" charset="0"/>
              </a:defRPr>
            </a:lvl5pPr>
            <a:lvl6pPr marL="2514600" indent="-228600" eaLnBrk="0" fontAlgn="base" hangingPunct="0">
              <a:spcBef>
                <a:spcPct val="0"/>
              </a:spcBef>
              <a:spcAft>
                <a:spcPct val="0"/>
              </a:spcAft>
              <a:defRPr sz="2900">
                <a:solidFill>
                  <a:schemeClr val="tx1"/>
                </a:solidFill>
                <a:latin typeface="Arial Narrow" panose="020B0606020202030204" pitchFamily="34" charset="0"/>
              </a:defRPr>
            </a:lvl6pPr>
            <a:lvl7pPr marL="2971800" indent="-228600" eaLnBrk="0" fontAlgn="base" hangingPunct="0">
              <a:spcBef>
                <a:spcPct val="0"/>
              </a:spcBef>
              <a:spcAft>
                <a:spcPct val="0"/>
              </a:spcAft>
              <a:defRPr sz="2900">
                <a:solidFill>
                  <a:schemeClr val="tx1"/>
                </a:solidFill>
                <a:latin typeface="Arial Narrow" panose="020B0606020202030204" pitchFamily="34" charset="0"/>
              </a:defRPr>
            </a:lvl7pPr>
            <a:lvl8pPr marL="3429000" indent="-228600" eaLnBrk="0" fontAlgn="base" hangingPunct="0">
              <a:spcBef>
                <a:spcPct val="0"/>
              </a:spcBef>
              <a:spcAft>
                <a:spcPct val="0"/>
              </a:spcAft>
              <a:defRPr sz="2900">
                <a:solidFill>
                  <a:schemeClr val="tx1"/>
                </a:solidFill>
                <a:latin typeface="Arial Narrow" panose="020B0606020202030204" pitchFamily="34" charset="0"/>
              </a:defRPr>
            </a:lvl8pPr>
            <a:lvl9pPr marL="3886200" indent="-228600" eaLnBrk="0" fontAlgn="base" hangingPunct="0">
              <a:spcBef>
                <a:spcPct val="0"/>
              </a:spcBef>
              <a:spcAft>
                <a:spcPct val="0"/>
              </a:spcAft>
              <a:defRPr sz="2900">
                <a:solidFill>
                  <a:schemeClr val="tx1"/>
                </a:solidFill>
                <a:latin typeface="Arial Narrow" panose="020B0606020202030204" pitchFamily="34" charset="0"/>
              </a:defRPr>
            </a:lvl9pPr>
          </a:lstStyle>
          <a:p>
            <a:pPr eaLnBrk="1" hangingPunct="1">
              <a:defRPr/>
            </a:pPr>
            <a:endParaRPr lang="en-IN" altLang="en-US"/>
          </a:p>
        </p:txBody>
      </p:sp>
      <p:sp>
        <p:nvSpPr>
          <p:cNvPr id="2056" name="Rectangle 9">
            <a:extLst>
              <a:ext uri="{FF2B5EF4-FFF2-40B4-BE49-F238E27FC236}">
                <a16:creationId xmlns:a16="http://schemas.microsoft.com/office/drawing/2014/main" id="{840DEAAB-6A1C-56C3-4D7F-3A988663065D}"/>
              </a:ext>
            </a:extLst>
          </p:cNvPr>
          <p:cNvSpPr>
            <a:spLocks noChangeArrowheads="1"/>
          </p:cNvSpPr>
          <p:nvPr userDrawn="1"/>
        </p:nvSpPr>
        <p:spPr bwMode="auto">
          <a:xfrm>
            <a:off x="11490325" y="5638800"/>
            <a:ext cx="20764500" cy="26563638"/>
          </a:xfrm>
          <a:prstGeom prst="rect">
            <a:avLst/>
          </a:prstGeom>
          <a:solidFill>
            <a:schemeClr val="accent1"/>
          </a:solidFill>
          <a:ln w="9525">
            <a:solidFill>
              <a:schemeClr val="tx1"/>
            </a:solidFill>
            <a:miter lim="800000"/>
            <a:headEnd/>
            <a:tailEnd/>
          </a:ln>
          <a:effectLst/>
        </p:spPr>
        <p:txBody>
          <a:bodyPr wrap="none" anchor="ctr"/>
          <a:lstStyle>
            <a:lvl1pPr>
              <a:defRPr sz="2900">
                <a:solidFill>
                  <a:schemeClr val="tx1"/>
                </a:solidFill>
                <a:latin typeface="Arial Narrow" panose="020B0606020202030204" pitchFamily="34" charset="0"/>
              </a:defRPr>
            </a:lvl1pPr>
            <a:lvl2pPr marL="742950" indent="-285750">
              <a:defRPr sz="2900">
                <a:solidFill>
                  <a:schemeClr val="tx1"/>
                </a:solidFill>
                <a:latin typeface="Arial Narrow" panose="020B0606020202030204" pitchFamily="34" charset="0"/>
              </a:defRPr>
            </a:lvl2pPr>
            <a:lvl3pPr marL="1143000" indent="-228600">
              <a:defRPr sz="2900">
                <a:solidFill>
                  <a:schemeClr val="tx1"/>
                </a:solidFill>
                <a:latin typeface="Arial Narrow" panose="020B0606020202030204" pitchFamily="34" charset="0"/>
              </a:defRPr>
            </a:lvl3pPr>
            <a:lvl4pPr marL="1600200" indent="-228600">
              <a:defRPr sz="2900">
                <a:solidFill>
                  <a:schemeClr val="tx1"/>
                </a:solidFill>
                <a:latin typeface="Arial Narrow" panose="020B0606020202030204" pitchFamily="34" charset="0"/>
              </a:defRPr>
            </a:lvl4pPr>
            <a:lvl5pPr marL="2057400" indent="-228600">
              <a:defRPr sz="2900">
                <a:solidFill>
                  <a:schemeClr val="tx1"/>
                </a:solidFill>
                <a:latin typeface="Arial Narrow" panose="020B0606020202030204" pitchFamily="34" charset="0"/>
              </a:defRPr>
            </a:lvl5pPr>
            <a:lvl6pPr marL="2514600" indent="-228600" eaLnBrk="0" fontAlgn="base" hangingPunct="0">
              <a:spcBef>
                <a:spcPct val="0"/>
              </a:spcBef>
              <a:spcAft>
                <a:spcPct val="0"/>
              </a:spcAft>
              <a:defRPr sz="2900">
                <a:solidFill>
                  <a:schemeClr val="tx1"/>
                </a:solidFill>
                <a:latin typeface="Arial Narrow" panose="020B0606020202030204" pitchFamily="34" charset="0"/>
              </a:defRPr>
            </a:lvl6pPr>
            <a:lvl7pPr marL="2971800" indent="-228600" eaLnBrk="0" fontAlgn="base" hangingPunct="0">
              <a:spcBef>
                <a:spcPct val="0"/>
              </a:spcBef>
              <a:spcAft>
                <a:spcPct val="0"/>
              </a:spcAft>
              <a:defRPr sz="2900">
                <a:solidFill>
                  <a:schemeClr val="tx1"/>
                </a:solidFill>
                <a:latin typeface="Arial Narrow" panose="020B0606020202030204" pitchFamily="34" charset="0"/>
              </a:defRPr>
            </a:lvl7pPr>
            <a:lvl8pPr marL="3429000" indent="-228600" eaLnBrk="0" fontAlgn="base" hangingPunct="0">
              <a:spcBef>
                <a:spcPct val="0"/>
              </a:spcBef>
              <a:spcAft>
                <a:spcPct val="0"/>
              </a:spcAft>
              <a:defRPr sz="2900">
                <a:solidFill>
                  <a:schemeClr val="tx1"/>
                </a:solidFill>
                <a:latin typeface="Arial Narrow" panose="020B0606020202030204" pitchFamily="34" charset="0"/>
              </a:defRPr>
            </a:lvl8pPr>
            <a:lvl9pPr marL="3886200" indent="-228600" eaLnBrk="0" fontAlgn="base" hangingPunct="0">
              <a:spcBef>
                <a:spcPct val="0"/>
              </a:spcBef>
              <a:spcAft>
                <a:spcPct val="0"/>
              </a:spcAft>
              <a:defRPr sz="2900">
                <a:solidFill>
                  <a:schemeClr val="tx1"/>
                </a:solidFill>
                <a:latin typeface="Arial Narrow" panose="020B0606020202030204" pitchFamily="34" charset="0"/>
              </a:defRPr>
            </a:lvl9pPr>
          </a:lstStyle>
          <a:p>
            <a:pPr eaLnBrk="1" hangingPunct="1">
              <a:defRPr/>
            </a:pPr>
            <a:endParaRPr lang="en-IN" altLang="en-US"/>
          </a:p>
        </p:txBody>
      </p:sp>
      <p:sp>
        <p:nvSpPr>
          <p:cNvPr id="2057" name="Rectangle 11">
            <a:extLst>
              <a:ext uri="{FF2B5EF4-FFF2-40B4-BE49-F238E27FC236}">
                <a16:creationId xmlns:a16="http://schemas.microsoft.com/office/drawing/2014/main" id="{8EA9B4C9-2B38-5F3F-2A7D-BD8F93B07DDE}"/>
              </a:ext>
            </a:extLst>
          </p:cNvPr>
          <p:cNvSpPr>
            <a:spLocks noChangeArrowheads="1"/>
          </p:cNvSpPr>
          <p:nvPr userDrawn="1"/>
        </p:nvSpPr>
        <p:spPr bwMode="auto">
          <a:xfrm>
            <a:off x="33078738" y="5638800"/>
            <a:ext cx="9982200" cy="26563638"/>
          </a:xfrm>
          <a:prstGeom prst="rect">
            <a:avLst/>
          </a:prstGeom>
          <a:solidFill>
            <a:schemeClr val="accent1"/>
          </a:solidFill>
          <a:ln w="9525">
            <a:solidFill>
              <a:schemeClr val="tx1"/>
            </a:solidFill>
            <a:miter lim="800000"/>
            <a:headEnd/>
            <a:tailEnd/>
          </a:ln>
          <a:effectLst/>
        </p:spPr>
        <p:txBody>
          <a:bodyPr wrap="none" anchor="ctr"/>
          <a:lstStyle>
            <a:lvl1pPr>
              <a:defRPr sz="2900">
                <a:solidFill>
                  <a:schemeClr val="tx1"/>
                </a:solidFill>
                <a:latin typeface="Arial Narrow" panose="020B0606020202030204" pitchFamily="34" charset="0"/>
              </a:defRPr>
            </a:lvl1pPr>
            <a:lvl2pPr marL="742950" indent="-285750">
              <a:defRPr sz="2900">
                <a:solidFill>
                  <a:schemeClr val="tx1"/>
                </a:solidFill>
                <a:latin typeface="Arial Narrow" panose="020B0606020202030204" pitchFamily="34" charset="0"/>
              </a:defRPr>
            </a:lvl2pPr>
            <a:lvl3pPr marL="1143000" indent="-228600">
              <a:defRPr sz="2900">
                <a:solidFill>
                  <a:schemeClr val="tx1"/>
                </a:solidFill>
                <a:latin typeface="Arial Narrow" panose="020B0606020202030204" pitchFamily="34" charset="0"/>
              </a:defRPr>
            </a:lvl3pPr>
            <a:lvl4pPr marL="1600200" indent="-228600">
              <a:defRPr sz="2900">
                <a:solidFill>
                  <a:schemeClr val="tx1"/>
                </a:solidFill>
                <a:latin typeface="Arial Narrow" panose="020B0606020202030204" pitchFamily="34" charset="0"/>
              </a:defRPr>
            </a:lvl4pPr>
            <a:lvl5pPr marL="2057400" indent="-228600">
              <a:defRPr sz="2900">
                <a:solidFill>
                  <a:schemeClr val="tx1"/>
                </a:solidFill>
                <a:latin typeface="Arial Narrow" panose="020B0606020202030204" pitchFamily="34" charset="0"/>
              </a:defRPr>
            </a:lvl5pPr>
            <a:lvl6pPr marL="2514600" indent="-228600" eaLnBrk="0" fontAlgn="base" hangingPunct="0">
              <a:spcBef>
                <a:spcPct val="0"/>
              </a:spcBef>
              <a:spcAft>
                <a:spcPct val="0"/>
              </a:spcAft>
              <a:defRPr sz="2900">
                <a:solidFill>
                  <a:schemeClr val="tx1"/>
                </a:solidFill>
                <a:latin typeface="Arial Narrow" panose="020B0606020202030204" pitchFamily="34" charset="0"/>
              </a:defRPr>
            </a:lvl6pPr>
            <a:lvl7pPr marL="2971800" indent="-228600" eaLnBrk="0" fontAlgn="base" hangingPunct="0">
              <a:spcBef>
                <a:spcPct val="0"/>
              </a:spcBef>
              <a:spcAft>
                <a:spcPct val="0"/>
              </a:spcAft>
              <a:defRPr sz="2900">
                <a:solidFill>
                  <a:schemeClr val="tx1"/>
                </a:solidFill>
                <a:latin typeface="Arial Narrow" panose="020B0606020202030204" pitchFamily="34" charset="0"/>
              </a:defRPr>
            </a:lvl7pPr>
            <a:lvl8pPr marL="3429000" indent="-228600" eaLnBrk="0" fontAlgn="base" hangingPunct="0">
              <a:spcBef>
                <a:spcPct val="0"/>
              </a:spcBef>
              <a:spcAft>
                <a:spcPct val="0"/>
              </a:spcAft>
              <a:defRPr sz="2900">
                <a:solidFill>
                  <a:schemeClr val="tx1"/>
                </a:solidFill>
                <a:latin typeface="Arial Narrow" panose="020B0606020202030204" pitchFamily="34" charset="0"/>
              </a:defRPr>
            </a:lvl8pPr>
            <a:lvl9pPr marL="3886200" indent="-228600" eaLnBrk="0" fontAlgn="base" hangingPunct="0">
              <a:spcBef>
                <a:spcPct val="0"/>
              </a:spcBef>
              <a:spcAft>
                <a:spcPct val="0"/>
              </a:spcAft>
              <a:defRPr sz="2900">
                <a:solidFill>
                  <a:schemeClr val="tx1"/>
                </a:solidFill>
                <a:latin typeface="Arial Narrow" panose="020B0606020202030204" pitchFamily="34" charset="0"/>
              </a:defRPr>
            </a:lvl9pPr>
          </a:lstStyle>
          <a:p>
            <a:pPr eaLnBrk="1" hangingPunct="1">
              <a:defRPr/>
            </a:pPr>
            <a:endParaRPr lang="en-IN" altLang="en-US"/>
          </a:p>
        </p:txBody>
      </p:sp>
    </p:spTree>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Lst>
  <p:txStyles>
    <p:titleStyle>
      <a:lvl1pPr algn="ctr" rtl="0" eaLnBrk="0" fontAlgn="base" hangingPunct="0">
        <a:spcBef>
          <a:spcPct val="0"/>
        </a:spcBef>
        <a:spcAft>
          <a:spcPct val="0"/>
        </a:spcAft>
        <a:defRPr sz="8600" kern="1200">
          <a:solidFill>
            <a:schemeClr val="tx2"/>
          </a:solidFill>
          <a:latin typeface="+mj-lt"/>
          <a:ea typeface="+mj-ea"/>
          <a:cs typeface="+mj-cs"/>
        </a:defRPr>
      </a:lvl1pPr>
      <a:lvl2pPr algn="ctr" rtl="0" eaLnBrk="0" fontAlgn="base" hangingPunct="0">
        <a:spcBef>
          <a:spcPct val="0"/>
        </a:spcBef>
        <a:spcAft>
          <a:spcPct val="0"/>
        </a:spcAft>
        <a:defRPr sz="8600">
          <a:solidFill>
            <a:schemeClr val="tx2"/>
          </a:solidFill>
          <a:latin typeface="Arial Black" panose="020B0A04020102020204" pitchFamily="34" charset="0"/>
        </a:defRPr>
      </a:lvl2pPr>
      <a:lvl3pPr algn="ctr" rtl="0" eaLnBrk="0" fontAlgn="base" hangingPunct="0">
        <a:spcBef>
          <a:spcPct val="0"/>
        </a:spcBef>
        <a:spcAft>
          <a:spcPct val="0"/>
        </a:spcAft>
        <a:defRPr sz="8600">
          <a:solidFill>
            <a:schemeClr val="tx2"/>
          </a:solidFill>
          <a:latin typeface="Arial Black" panose="020B0A04020102020204" pitchFamily="34" charset="0"/>
        </a:defRPr>
      </a:lvl3pPr>
      <a:lvl4pPr algn="ctr" rtl="0" eaLnBrk="0" fontAlgn="base" hangingPunct="0">
        <a:spcBef>
          <a:spcPct val="0"/>
        </a:spcBef>
        <a:spcAft>
          <a:spcPct val="0"/>
        </a:spcAft>
        <a:defRPr sz="8600">
          <a:solidFill>
            <a:schemeClr val="tx2"/>
          </a:solidFill>
          <a:latin typeface="Arial Black" panose="020B0A04020102020204" pitchFamily="34" charset="0"/>
        </a:defRPr>
      </a:lvl4pPr>
      <a:lvl5pPr algn="ctr" rtl="0" eaLnBrk="0" fontAlgn="base" hangingPunct="0">
        <a:spcBef>
          <a:spcPct val="0"/>
        </a:spcBef>
        <a:spcAft>
          <a:spcPct val="0"/>
        </a:spcAft>
        <a:defRPr sz="8600">
          <a:solidFill>
            <a:schemeClr val="tx2"/>
          </a:solidFill>
          <a:latin typeface="Arial Black" panose="020B0A04020102020204" pitchFamily="34" charset="0"/>
        </a:defRPr>
      </a:lvl5pPr>
      <a:lvl6pPr marL="457200" algn="ctr" rtl="0" fontAlgn="base">
        <a:spcBef>
          <a:spcPct val="0"/>
        </a:spcBef>
        <a:spcAft>
          <a:spcPct val="0"/>
        </a:spcAft>
        <a:defRPr sz="8600">
          <a:solidFill>
            <a:schemeClr val="tx2"/>
          </a:solidFill>
          <a:latin typeface="Arial Black" panose="020B0A04020102020204" pitchFamily="34" charset="0"/>
        </a:defRPr>
      </a:lvl6pPr>
      <a:lvl7pPr marL="914400" algn="ctr" rtl="0" fontAlgn="base">
        <a:spcBef>
          <a:spcPct val="0"/>
        </a:spcBef>
        <a:spcAft>
          <a:spcPct val="0"/>
        </a:spcAft>
        <a:defRPr sz="8600">
          <a:solidFill>
            <a:schemeClr val="tx2"/>
          </a:solidFill>
          <a:latin typeface="Arial Black" panose="020B0A04020102020204" pitchFamily="34" charset="0"/>
        </a:defRPr>
      </a:lvl7pPr>
      <a:lvl8pPr marL="1371600" algn="ctr" rtl="0" fontAlgn="base">
        <a:spcBef>
          <a:spcPct val="0"/>
        </a:spcBef>
        <a:spcAft>
          <a:spcPct val="0"/>
        </a:spcAft>
        <a:defRPr sz="8600">
          <a:solidFill>
            <a:schemeClr val="tx2"/>
          </a:solidFill>
          <a:latin typeface="Arial Black" panose="020B0A04020102020204" pitchFamily="34" charset="0"/>
        </a:defRPr>
      </a:lvl8pPr>
      <a:lvl9pPr marL="1828800" algn="ctr" rtl="0" fontAlgn="base">
        <a:spcBef>
          <a:spcPct val="0"/>
        </a:spcBef>
        <a:spcAft>
          <a:spcPct val="0"/>
        </a:spcAft>
        <a:defRPr sz="8600">
          <a:solidFill>
            <a:schemeClr val="tx2"/>
          </a:solidFill>
          <a:latin typeface="Arial Black" panose="020B0A04020102020204" pitchFamily="34" charset="0"/>
        </a:defRPr>
      </a:lvl9pPr>
    </p:titleStyle>
    <p:bodyStyle>
      <a:lvl1pPr marL="342900" indent="-342900" algn="l" rtl="0" eaLnBrk="0" fontAlgn="base" hangingPunct="0">
        <a:spcBef>
          <a:spcPct val="20000"/>
        </a:spcBef>
        <a:spcAft>
          <a:spcPct val="0"/>
        </a:spcAft>
        <a:buChar char="•"/>
        <a:defRPr sz="2900" kern="1200">
          <a:solidFill>
            <a:schemeClr val="tx1"/>
          </a:solidFill>
          <a:latin typeface="+mn-lt"/>
          <a:ea typeface="+mn-ea"/>
          <a:cs typeface="+mn-cs"/>
        </a:defRPr>
      </a:lvl1pPr>
      <a:lvl2pPr marL="739775" indent="-282575" algn="l" rtl="0" eaLnBrk="0" fontAlgn="base" hangingPunct="0">
        <a:spcBef>
          <a:spcPct val="20000"/>
        </a:spcBef>
        <a:spcAft>
          <a:spcPct val="0"/>
        </a:spcAft>
        <a:buChar char="–"/>
        <a:defRPr sz="29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19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074" name="Rectangle 2">
            <a:extLst>
              <a:ext uri="{FF2B5EF4-FFF2-40B4-BE49-F238E27FC236}">
                <a16:creationId xmlns:a16="http://schemas.microsoft.com/office/drawing/2014/main" id="{DA277809-0DC9-4E1D-3474-5352E2ED9448}"/>
              </a:ext>
            </a:extLst>
          </p:cNvPr>
          <p:cNvSpPr>
            <a:spLocks noChangeArrowheads="1"/>
          </p:cNvSpPr>
          <p:nvPr userDrawn="1"/>
        </p:nvSpPr>
        <p:spPr bwMode="auto">
          <a:xfrm>
            <a:off x="0" y="0"/>
            <a:ext cx="43891200" cy="4800600"/>
          </a:xfrm>
          <a:prstGeom prst="rect">
            <a:avLst/>
          </a:prstGeom>
          <a:solidFill>
            <a:schemeClr val="accent1"/>
          </a:solidFill>
          <a:ln w="9525">
            <a:solidFill>
              <a:schemeClr val="tx1"/>
            </a:solidFill>
            <a:miter lim="800000"/>
            <a:headEnd/>
            <a:tailEnd/>
          </a:ln>
          <a:effectLst/>
        </p:spPr>
        <p:txBody>
          <a:bodyPr wrap="none" anchor="ctr"/>
          <a:lstStyle>
            <a:lvl1pPr>
              <a:defRPr sz="2900">
                <a:solidFill>
                  <a:schemeClr val="tx1"/>
                </a:solidFill>
                <a:latin typeface="Arial Narrow" panose="020B0606020202030204" pitchFamily="34" charset="0"/>
              </a:defRPr>
            </a:lvl1pPr>
            <a:lvl2pPr marL="742950" indent="-285750">
              <a:defRPr sz="2900">
                <a:solidFill>
                  <a:schemeClr val="tx1"/>
                </a:solidFill>
                <a:latin typeface="Arial Narrow" panose="020B0606020202030204" pitchFamily="34" charset="0"/>
              </a:defRPr>
            </a:lvl2pPr>
            <a:lvl3pPr marL="1143000" indent="-228600">
              <a:defRPr sz="2900">
                <a:solidFill>
                  <a:schemeClr val="tx1"/>
                </a:solidFill>
                <a:latin typeface="Arial Narrow" panose="020B0606020202030204" pitchFamily="34" charset="0"/>
              </a:defRPr>
            </a:lvl3pPr>
            <a:lvl4pPr marL="1600200" indent="-228600">
              <a:defRPr sz="2900">
                <a:solidFill>
                  <a:schemeClr val="tx1"/>
                </a:solidFill>
                <a:latin typeface="Arial Narrow" panose="020B0606020202030204" pitchFamily="34" charset="0"/>
              </a:defRPr>
            </a:lvl4pPr>
            <a:lvl5pPr marL="2057400" indent="-228600">
              <a:defRPr sz="2900">
                <a:solidFill>
                  <a:schemeClr val="tx1"/>
                </a:solidFill>
                <a:latin typeface="Arial Narrow" panose="020B0606020202030204" pitchFamily="34" charset="0"/>
              </a:defRPr>
            </a:lvl5pPr>
            <a:lvl6pPr marL="2514600" indent="-228600" eaLnBrk="0" fontAlgn="base" hangingPunct="0">
              <a:spcBef>
                <a:spcPct val="0"/>
              </a:spcBef>
              <a:spcAft>
                <a:spcPct val="0"/>
              </a:spcAft>
              <a:defRPr sz="2900">
                <a:solidFill>
                  <a:schemeClr val="tx1"/>
                </a:solidFill>
                <a:latin typeface="Arial Narrow" panose="020B0606020202030204" pitchFamily="34" charset="0"/>
              </a:defRPr>
            </a:lvl6pPr>
            <a:lvl7pPr marL="2971800" indent="-228600" eaLnBrk="0" fontAlgn="base" hangingPunct="0">
              <a:spcBef>
                <a:spcPct val="0"/>
              </a:spcBef>
              <a:spcAft>
                <a:spcPct val="0"/>
              </a:spcAft>
              <a:defRPr sz="2900">
                <a:solidFill>
                  <a:schemeClr val="tx1"/>
                </a:solidFill>
                <a:latin typeface="Arial Narrow" panose="020B0606020202030204" pitchFamily="34" charset="0"/>
              </a:defRPr>
            </a:lvl7pPr>
            <a:lvl8pPr marL="3429000" indent="-228600" eaLnBrk="0" fontAlgn="base" hangingPunct="0">
              <a:spcBef>
                <a:spcPct val="0"/>
              </a:spcBef>
              <a:spcAft>
                <a:spcPct val="0"/>
              </a:spcAft>
              <a:defRPr sz="2900">
                <a:solidFill>
                  <a:schemeClr val="tx1"/>
                </a:solidFill>
                <a:latin typeface="Arial Narrow" panose="020B0606020202030204" pitchFamily="34" charset="0"/>
              </a:defRPr>
            </a:lvl8pPr>
            <a:lvl9pPr marL="3886200" indent="-228600" eaLnBrk="0" fontAlgn="base" hangingPunct="0">
              <a:spcBef>
                <a:spcPct val="0"/>
              </a:spcBef>
              <a:spcAft>
                <a:spcPct val="0"/>
              </a:spcAft>
              <a:defRPr sz="2900">
                <a:solidFill>
                  <a:schemeClr val="tx1"/>
                </a:solidFill>
                <a:latin typeface="Arial Narrow" panose="020B0606020202030204" pitchFamily="34" charset="0"/>
              </a:defRPr>
            </a:lvl9pPr>
          </a:lstStyle>
          <a:p>
            <a:pPr eaLnBrk="1" hangingPunct="1">
              <a:defRPr/>
            </a:pPr>
            <a:endParaRPr lang="en-IN" altLang="en-US"/>
          </a:p>
        </p:txBody>
      </p:sp>
      <p:sp>
        <p:nvSpPr>
          <p:cNvPr id="3075" name="Rectangle 3">
            <a:extLst>
              <a:ext uri="{FF2B5EF4-FFF2-40B4-BE49-F238E27FC236}">
                <a16:creationId xmlns:a16="http://schemas.microsoft.com/office/drawing/2014/main" id="{149BDE45-A59D-4A16-8126-3CF53EF9640F}"/>
              </a:ext>
            </a:extLst>
          </p:cNvPr>
          <p:cNvSpPr>
            <a:spLocks noChangeArrowheads="1"/>
          </p:cNvSpPr>
          <p:nvPr userDrawn="1"/>
        </p:nvSpPr>
        <p:spPr bwMode="auto">
          <a:xfrm>
            <a:off x="693738" y="5638800"/>
            <a:ext cx="42367200" cy="26563638"/>
          </a:xfrm>
          <a:prstGeom prst="rect">
            <a:avLst/>
          </a:prstGeom>
          <a:solidFill>
            <a:schemeClr val="accent1"/>
          </a:solidFill>
          <a:ln w="9525">
            <a:solidFill>
              <a:schemeClr val="tx1"/>
            </a:solidFill>
            <a:miter lim="800000"/>
            <a:headEnd/>
            <a:tailEnd/>
          </a:ln>
          <a:effectLst/>
        </p:spPr>
        <p:txBody>
          <a:bodyPr wrap="none" anchor="ctr"/>
          <a:lstStyle>
            <a:lvl1pPr>
              <a:defRPr sz="2900">
                <a:solidFill>
                  <a:schemeClr val="tx1"/>
                </a:solidFill>
                <a:latin typeface="Arial Narrow" panose="020B0606020202030204" pitchFamily="34" charset="0"/>
              </a:defRPr>
            </a:lvl1pPr>
            <a:lvl2pPr marL="742950" indent="-285750">
              <a:defRPr sz="2900">
                <a:solidFill>
                  <a:schemeClr val="tx1"/>
                </a:solidFill>
                <a:latin typeface="Arial Narrow" panose="020B0606020202030204" pitchFamily="34" charset="0"/>
              </a:defRPr>
            </a:lvl2pPr>
            <a:lvl3pPr marL="1143000" indent="-228600">
              <a:defRPr sz="2900">
                <a:solidFill>
                  <a:schemeClr val="tx1"/>
                </a:solidFill>
                <a:latin typeface="Arial Narrow" panose="020B0606020202030204" pitchFamily="34" charset="0"/>
              </a:defRPr>
            </a:lvl3pPr>
            <a:lvl4pPr marL="1600200" indent="-228600">
              <a:defRPr sz="2900">
                <a:solidFill>
                  <a:schemeClr val="tx1"/>
                </a:solidFill>
                <a:latin typeface="Arial Narrow" panose="020B0606020202030204" pitchFamily="34" charset="0"/>
              </a:defRPr>
            </a:lvl4pPr>
            <a:lvl5pPr marL="2057400" indent="-228600">
              <a:defRPr sz="2900">
                <a:solidFill>
                  <a:schemeClr val="tx1"/>
                </a:solidFill>
                <a:latin typeface="Arial Narrow" panose="020B0606020202030204" pitchFamily="34" charset="0"/>
              </a:defRPr>
            </a:lvl5pPr>
            <a:lvl6pPr marL="2514600" indent="-228600" eaLnBrk="0" fontAlgn="base" hangingPunct="0">
              <a:spcBef>
                <a:spcPct val="0"/>
              </a:spcBef>
              <a:spcAft>
                <a:spcPct val="0"/>
              </a:spcAft>
              <a:defRPr sz="2900">
                <a:solidFill>
                  <a:schemeClr val="tx1"/>
                </a:solidFill>
                <a:latin typeface="Arial Narrow" panose="020B0606020202030204" pitchFamily="34" charset="0"/>
              </a:defRPr>
            </a:lvl6pPr>
            <a:lvl7pPr marL="2971800" indent="-228600" eaLnBrk="0" fontAlgn="base" hangingPunct="0">
              <a:spcBef>
                <a:spcPct val="0"/>
              </a:spcBef>
              <a:spcAft>
                <a:spcPct val="0"/>
              </a:spcAft>
              <a:defRPr sz="2900">
                <a:solidFill>
                  <a:schemeClr val="tx1"/>
                </a:solidFill>
                <a:latin typeface="Arial Narrow" panose="020B0606020202030204" pitchFamily="34" charset="0"/>
              </a:defRPr>
            </a:lvl7pPr>
            <a:lvl8pPr marL="3429000" indent="-228600" eaLnBrk="0" fontAlgn="base" hangingPunct="0">
              <a:spcBef>
                <a:spcPct val="0"/>
              </a:spcBef>
              <a:spcAft>
                <a:spcPct val="0"/>
              </a:spcAft>
              <a:defRPr sz="2900">
                <a:solidFill>
                  <a:schemeClr val="tx1"/>
                </a:solidFill>
                <a:latin typeface="Arial Narrow" panose="020B0606020202030204" pitchFamily="34" charset="0"/>
              </a:defRPr>
            </a:lvl8pPr>
            <a:lvl9pPr marL="3886200" indent="-228600" eaLnBrk="0" fontAlgn="base" hangingPunct="0">
              <a:spcBef>
                <a:spcPct val="0"/>
              </a:spcBef>
              <a:spcAft>
                <a:spcPct val="0"/>
              </a:spcAft>
              <a:defRPr sz="2900">
                <a:solidFill>
                  <a:schemeClr val="tx1"/>
                </a:solidFill>
                <a:latin typeface="Arial Narrow" panose="020B0606020202030204" pitchFamily="34" charset="0"/>
              </a:defRPr>
            </a:lvl9pPr>
          </a:lstStyle>
          <a:p>
            <a:pPr eaLnBrk="1" hangingPunct="1">
              <a:defRPr/>
            </a:pPr>
            <a:endParaRPr lang="en-IN" altLang="en-US"/>
          </a:p>
        </p:txBody>
      </p:sp>
      <p:sp>
        <p:nvSpPr>
          <p:cNvPr id="3076" name="Rectangle 4">
            <a:extLst>
              <a:ext uri="{FF2B5EF4-FFF2-40B4-BE49-F238E27FC236}">
                <a16:creationId xmlns:a16="http://schemas.microsoft.com/office/drawing/2014/main" id="{38C76930-54D6-7031-BCFD-119C01374D7C}"/>
              </a:ext>
            </a:extLst>
          </p:cNvPr>
          <p:cNvSpPr>
            <a:spLocks noChangeArrowheads="1"/>
          </p:cNvSpPr>
          <p:nvPr userDrawn="1"/>
        </p:nvSpPr>
        <p:spPr bwMode="auto">
          <a:xfrm>
            <a:off x="0" y="4800600"/>
            <a:ext cx="43891200" cy="130175"/>
          </a:xfrm>
          <a:prstGeom prst="rect">
            <a:avLst/>
          </a:prstGeom>
          <a:solidFill>
            <a:srgbClr val="660000"/>
          </a:solidFill>
          <a:ln>
            <a:noFill/>
          </a:ln>
          <a:effectLst/>
        </p:spPr>
        <p:txBody>
          <a:bodyPr wrap="none" anchor="ctr"/>
          <a:lstStyle>
            <a:lvl1pPr>
              <a:defRPr sz="2900">
                <a:solidFill>
                  <a:schemeClr val="tx1"/>
                </a:solidFill>
                <a:latin typeface="Arial Narrow" panose="020B0606020202030204" pitchFamily="34" charset="0"/>
              </a:defRPr>
            </a:lvl1pPr>
            <a:lvl2pPr marL="742950" indent="-285750">
              <a:defRPr sz="2900">
                <a:solidFill>
                  <a:schemeClr val="tx1"/>
                </a:solidFill>
                <a:latin typeface="Arial Narrow" panose="020B0606020202030204" pitchFamily="34" charset="0"/>
              </a:defRPr>
            </a:lvl2pPr>
            <a:lvl3pPr marL="1143000" indent="-228600">
              <a:defRPr sz="2900">
                <a:solidFill>
                  <a:schemeClr val="tx1"/>
                </a:solidFill>
                <a:latin typeface="Arial Narrow" panose="020B0606020202030204" pitchFamily="34" charset="0"/>
              </a:defRPr>
            </a:lvl3pPr>
            <a:lvl4pPr marL="1600200" indent="-228600">
              <a:defRPr sz="2900">
                <a:solidFill>
                  <a:schemeClr val="tx1"/>
                </a:solidFill>
                <a:latin typeface="Arial Narrow" panose="020B0606020202030204" pitchFamily="34" charset="0"/>
              </a:defRPr>
            </a:lvl4pPr>
            <a:lvl5pPr marL="2057400" indent="-228600">
              <a:defRPr sz="2900">
                <a:solidFill>
                  <a:schemeClr val="tx1"/>
                </a:solidFill>
                <a:latin typeface="Arial Narrow" panose="020B0606020202030204" pitchFamily="34" charset="0"/>
              </a:defRPr>
            </a:lvl5pPr>
            <a:lvl6pPr marL="2514600" indent="-228600" eaLnBrk="0" fontAlgn="base" hangingPunct="0">
              <a:spcBef>
                <a:spcPct val="0"/>
              </a:spcBef>
              <a:spcAft>
                <a:spcPct val="0"/>
              </a:spcAft>
              <a:defRPr sz="2900">
                <a:solidFill>
                  <a:schemeClr val="tx1"/>
                </a:solidFill>
                <a:latin typeface="Arial Narrow" panose="020B0606020202030204" pitchFamily="34" charset="0"/>
              </a:defRPr>
            </a:lvl6pPr>
            <a:lvl7pPr marL="2971800" indent="-228600" eaLnBrk="0" fontAlgn="base" hangingPunct="0">
              <a:spcBef>
                <a:spcPct val="0"/>
              </a:spcBef>
              <a:spcAft>
                <a:spcPct val="0"/>
              </a:spcAft>
              <a:defRPr sz="2900">
                <a:solidFill>
                  <a:schemeClr val="tx1"/>
                </a:solidFill>
                <a:latin typeface="Arial Narrow" panose="020B0606020202030204" pitchFamily="34" charset="0"/>
              </a:defRPr>
            </a:lvl7pPr>
            <a:lvl8pPr marL="3429000" indent="-228600" eaLnBrk="0" fontAlgn="base" hangingPunct="0">
              <a:spcBef>
                <a:spcPct val="0"/>
              </a:spcBef>
              <a:spcAft>
                <a:spcPct val="0"/>
              </a:spcAft>
              <a:defRPr sz="2900">
                <a:solidFill>
                  <a:schemeClr val="tx1"/>
                </a:solidFill>
                <a:latin typeface="Arial Narrow" panose="020B0606020202030204" pitchFamily="34" charset="0"/>
              </a:defRPr>
            </a:lvl8pPr>
            <a:lvl9pPr marL="3886200" indent="-228600" eaLnBrk="0" fontAlgn="base" hangingPunct="0">
              <a:spcBef>
                <a:spcPct val="0"/>
              </a:spcBef>
              <a:spcAft>
                <a:spcPct val="0"/>
              </a:spcAft>
              <a:defRPr sz="2900">
                <a:solidFill>
                  <a:schemeClr val="tx1"/>
                </a:solidFill>
                <a:latin typeface="Arial Narrow" panose="020B0606020202030204" pitchFamily="34" charset="0"/>
              </a:defRPr>
            </a:lvl9pPr>
          </a:lstStyle>
          <a:p>
            <a:pPr eaLnBrk="1" hangingPunct="1">
              <a:defRPr/>
            </a:pPr>
            <a:endParaRPr lang="en-IN" altLang="en-US"/>
          </a:p>
        </p:txBody>
      </p:sp>
      <p:sp>
        <p:nvSpPr>
          <p:cNvPr id="3077" name="Text Box 5">
            <a:extLst>
              <a:ext uri="{FF2B5EF4-FFF2-40B4-BE49-F238E27FC236}">
                <a16:creationId xmlns:a16="http://schemas.microsoft.com/office/drawing/2014/main" id="{BC983B11-F29E-1047-F877-F355A9605F84}"/>
              </a:ext>
            </a:extLst>
          </p:cNvPr>
          <p:cNvSpPr txBox="1">
            <a:spLocks noChangeArrowheads="1"/>
          </p:cNvSpPr>
          <p:nvPr userDrawn="1"/>
        </p:nvSpPr>
        <p:spPr bwMode="auto">
          <a:xfrm>
            <a:off x="609600" y="32445325"/>
            <a:ext cx="2514600" cy="315913"/>
          </a:xfrm>
          <a:prstGeom prst="rect">
            <a:avLst/>
          </a:prstGeom>
          <a:noFill/>
          <a:ln>
            <a:noFill/>
          </a:ln>
          <a:effectLst/>
        </p:spPr>
        <p:txBody>
          <a:bodyPr lIns="91267" tIns="45624" rIns="91267" bIns="45624">
            <a:spAutoFit/>
          </a:bodyPr>
          <a:lstStyle>
            <a:lvl1pPr>
              <a:defRPr sz="2900">
                <a:solidFill>
                  <a:schemeClr val="tx1"/>
                </a:solidFill>
                <a:latin typeface="Arial Narrow" panose="020B0606020202030204" pitchFamily="34" charset="0"/>
              </a:defRPr>
            </a:lvl1pPr>
            <a:lvl2pPr marL="742950" indent="-285750">
              <a:defRPr sz="2900">
                <a:solidFill>
                  <a:schemeClr val="tx1"/>
                </a:solidFill>
                <a:latin typeface="Arial Narrow" panose="020B0606020202030204" pitchFamily="34" charset="0"/>
              </a:defRPr>
            </a:lvl2pPr>
            <a:lvl3pPr marL="1143000" indent="-228600">
              <a:defRPr sz="2900">
                <a:solidFill>
                  <a:schemeClr val="tx1"/>
                </a:solidFill>
                <a:latin typeface="Arial Narrow" panose="020B0606020202030204" pitchFamily="34" charset="0"/>
              </a:defRPr>
            </a:lvl3pPr>
            <a:lvl4pPr marL="1600200" indent="-228600">
              <a:defRPr sz="2900">
                <a:solidFill>
                  <a:schemeClr val="tx1"/>
                </a:solidFill>
                <a:latin typeface="Arial Narrow" panose="020B0606020202030204" pitchFamily="34" charset="0"/>
              </a:defRPr>
            </a:lvl4pPr>
            <a:lvl5pPr marL="2057400" indent="-228600">
              <a:defRPr sz="2900">
                <a:solidFill>
                  <a:schemeClr val="tx1"/>
                </a:solidFill>
                <a:latin typeface="Arial Narrow" panose="020B0606020202030204" pitchFamily="34" charset="0"/>
              </a:defRPr>
            </a:lvl5pPr>
            <a:lvl6pPr marL="2514600" indent="-228600" eaLnBrk="0" fontAlgn="base" hangingPunct="0">
              <a:spcBef>
                <a:spcPct val="0"/>
              </a:spcBef>
              <a:spcAft>
                <a:spcPct val="0"/>
              </a:spcAft>
              <a:defRPr sz="2900">
                <a:solidFill>
                  <a:schemeClr val="tx1"/>
                </a:solidFill>
                <a:latin typeface="Arial Narrow" panose="020B0606020202030204" pitchFamily="34" charset="0"/>
              </a:defRPr>
            </a:lvl6pPr>
            <a:lvl7pPr marL="2971800" indent="-228600" eaLnBrk="0" fontAlgn="base" hangingPunct="0">
              <a:spcBef>
                <a:spcPct val="0"/>
              </a:spcBef>
              <a:spcAft>
                <a:spcPct val="0"/>
              </a:spcAft>
              <a:defRPr sz="2900">
                <a:solidFill>
                  <a:schemeClr val="tx1"/>
                </a:solidFill>
                <a:latin typeface="Arial Narrow" panose="020B0606020202030204" pitchFamily="34" charset="0"/>
              </a:defRPr>
            </a:lvl7pPr>
            <a:lvl8pPr marL="3429000" indent="-228600" eaLnBrk="0" fontAlgn="base" hangingPunct="0">
              <a:spcBef>
                <a:spcPct val="0"/>
              </a:spcBef>
              <a:spcAft>
                <a:spcPct val="0"/>
              </a:spcAft>
              <a:defRPr sz="2900">
                <a:solidFill>
                  <a:schemeClr val="tx1"/>
                </a:solidFill>
                <a:latin typeface="Arial Narrow" panose="020B0606020202030204" pitchFamily="34" charset="0"/>
              </a:defRPr>
            </a:lvl8pPr>
            <a:lvl9pPr marL="3886200" indent="-228600" eaLnBrk="0" fontAlgn="base" hangingPunct="0">
              <a:spcBef>
                <a:spcPct val="0"/>
              </a:spcBef>
              <a:spcAft>
                <a:spcPct val="0"/>
              </a:spcAft>
              <a:defRPr sz="2900">
                <a:solidFill>
                  <a:schemeClr val="tx1"/>
                </a:solidFill>
                <a:latin typeface="Arial Narrow" panose="020B0606020202030204" pitchFamily="34" charset="0"/>
              </a:defRPr>
            </a:lvl9pPr>
          </a:lstStyle>
          <a:p>
            <a:pPr>
              <a:lnSpc>
                <a:spcPct val="65000"/>
              </a:lnSpc>
              <a:spcBef>
                <a:spcPct val="50000"/>
              </a:spcBef>
              <a:defRPr/>
            </a:pPr>
            <a:r>
              <a:rPr lang="en-US" altLang="en-US" sz="500" b="1">
                <a:solidFill>
                  <a:schemeClr val="bg2"/>
                </a:solidFill>
                <a:latin typeface="Arial" panose="020B0604020202020204" pitchFamily="34" charset="0"/>
              </a:rPr>
              <a:t>POSTER TEMPLATE BY:</a:t>
            </a:r>
          </a:p>
          <a:p>
            <a:pPr>
              <a:lnSpc>
                <a:spcPct val="65000"/>
              </a:lnSpc>
              <a:spcBef>
                <a:spcPct val="50000"/>
              </a:spcBef>
              <a:defRPr/>
            </a:pPr>
            <a:r>
              <a:rPr lang="en-US" altLang="en-US" sz="1000" b="1">
                <a:solidFill>
                  <a:schemeClr val="bg2"/>
                </a:solidFill>
                <a:latin typeface="Arial" panose="020B0604020202020204" pitchFamily="34" charset="0"/>
              </a:rPr>
              <a:t>www.PosterPresentations.com</a:t>
            </a:r>
          </a:p>
        </p:txBody>
      </p:sp>
      <p:sp>
        <p:nvSpPr>
          <p:cNvPr id="3078" name="Rectangle 6">
            <a:extLst>
              <a:ext uri="{FF2B5EF4-FFF2-40B4-BE49-F238E27FC236}">
                <a16:creationId xmlns:a16="http://schemas.microsoft.com/office/drawing/2014/main" id="{A592DB63-25B9-F876-5D9F-0D69E3C3EABC}"/>
              </a:ext>
            </a:extLst>
          </p:cNvPr>
          <p:cNvSpPr>
            <a:spLocks noGrp="1" noChangeArrowheads="1"/>
          </p:cNvSpPr>
          <p:nvPr>
            <p:ph type="title"/>
          </p:nvPr>
        </p:nvSpPr>
        <p:spPr bwMode="auto">
          <a:xfrm>
            <a:off x="960438" y="1273175"/>
            <a:ext cx="41924287" cy="22018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267" tIns="45624" rIns="91267" bIns="45624" numCol="1" anchor="ctr" anchorCtr="0" compatLnSpc="1">
            <a:prstTxWarp prst="textNoShape">
              <a:avLst/>
            </a:prstTxWarp>
          </a:bodyPr>
          <a:lstStyle/>
          <a:p>
            <a:pPr lvl="0"/>
            <a:r>
              <a:rPr lang="en-US" altLang="en-US"/>
              <a:t>Click to edit Master title style</a:t>
            </a:r>
          </a:p>
        </p:txBody>
      </p:sp>
      <p:sp>
        <p:nvSpPr>
          <p:cNvPr id="3079" name="Rectangle 7">
            <a:extLst>
              <a:ext uri="{FF2B5EF4-FFF2-40B4-BE49-F238E27FC236}">
                <a16:creationId xmlns:a16="http://schemas.microsoft.com/office/drawing/2014/main" id="{3D02A731-9E9D-BC7B-2586-006604A512F9}"/>
              </a:ext>
            </a:extLst>
          </p:cNvPr>
          <p:cNvSpPr>
            <a:spLocks noGrp="1" noChangeArrowheads="1"/>
          </p:cNvSpPr>
          <p:nvPr>
            <p:ph type="body" idx="1"/>
          </p:nvPr>
        </p:nvSpPr>
        <p:spPr bwMode="auto">
          <a:xfrm>
            <a:off x="693738" y="5638800"/>
            <a:ext cx="42190987" cy="26563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456408" tIns="456408" rIns="456408" bIns="456408" numCol="1" anchor="t" anchorCtr="0" compatLnSpc="1">
            <a:prstTxWarp prst="textNoShape">
              <a:avLst/>
            </a:prstTxWarp>
          </a:bodyPr>
          <a:lstStyle/>
          <a:p>
            <a:pPr lvl="0"/>
            <a:r>
              <a:rPr lang="en-US" altLang="en-US"/>
              <a:t>Click to edit Master text styles</a:t>
            </a:r>
          </a:p>
          <a:p>
            <a:pPr lvl="1"/>
            <a:r>
              <a:rPr lang="en-US" altLang="en-US"/>
              <a:t>Second level</a:t>
            </a:r>
          </a:p>
        </p:txBody>
      </p:sp>
      <p:sp>
        <p:nvSpPr>
          <p:cNvPr id="3080" name="Rectangle 8">
            <a:extLst>
              <a:ext uri="{FF2B5EF4-FFF2-40B4-BE49-F238E27FC236}">
                <a16:creationId xmlns:a16="http://schemas.microsoft.com/office/drawing/2014/main" id="{425A17FE-D948-E523-B511-8D9842090060}"/>
              </a:ext>
            </a:extLst>
          </p:cNvPr>
          <p:cNvSpPr>
            <a:spLocks noChangeArrowheads="1"/>
          </p:cNvSpPr>
          <p:nvPr userDrawn="1"/>
        </p:nvSpPr>
        <p:spPr bwMode="auto">
          <a:xfrm>
            <a:off x="0" y="0"/>
            <a:ext cx="43891200" cy="32918400"/>
          </a:xfrm>
          <a:prstGeom prst="rect">
            <a:avLst/>
          </a:prstGeom>
          <a:noFill/>
          <a:ln w="3175">
            <a:solidFill>
              <a:schemeClr val="tx2"/>
            </a:solidFill>
            <a:miter lim="800000"/>
            <a:headEnd/>
            <a:tailEnd/>
          </a:ln>
          <a:effectLst/>
        </p:spPr>
        <p:txBody>
          <a:bodyPr wrap="none" anchor="ctr"/>
          <a:lstStyle>
            <a:lvl1pPr>
              <a:defRPr sz="2900">
                <a:solidFill>
                  <a:schemeClr val="tx1"/>
                </a:solidFill>
                <a:latin typeface="Arial Narrow" panose="020B0606020202030204" pitchFamily="34" charset="0"/>
              </a:defRPr>
            </a:lvl1pPr>
            <a:lvl2pPr marL="742950" indent="-285750">
              <a:defRPr sz="2900">
                <a:solidFill>
                  <a:schemeClr val="tx1"/>
                </a:solidFill>
                <a:latin typeface="Arial Narrow" panose="020B0606020202030204" pitchFamily="34" charset="0"/>
              </a:defRPr>
            </a:lvl2pPr>
            <a:lvl3pPr marL="1143000" indent="-228600">
              <a:defRPr sz="2900">
                <a:solidFill>
                  <a:schemeClr val="tx1"/>
                </a:solidFill>
                <a:latin typeface="Arial Narrow" panose="020B0606020202030204" pitchFamily="34" charset="0"/>
              </a:defRPr>
            </a:lvl3pPr>
            <a:lvl4pPr marL="1600200" indent="-228600">
              <a:defRPr sz="2900">
                <a:solidFill>
                  <a:schemeClr val="tx1"/>
                </a:solidFill>
                <a:latin typeface="Arial Narrow" panose="020B0606020202030204" pitchFamily="34" charset="0"/>
              </a:defRPr>
            </a:lvl4pPr>
            <a:lvl5pPr marL="2057400" indent="-228600">
              <a:defRPr sz="2900">
                <a:solidFill>
                  <a:schemeClr val="tx1"/>
                </a:solidFill>
                <a:latin typeface="Arial Narrow" panose="020B0606020202030204" pitchFamily="34" charset="0"/>
              </a:defRPr>
            </a:lvl5pPr>
            <a:lvl6pPr marL="2514600" indent="-228600" eaLnBrk="0" fontAlgn="base" hangingPunct="0">
              <a:spcBef>
                <a:spcPct val="0"/>
              </a:spcBef>
              <a:spcAft>
                <a:spcPct val="0"/>
              </a:spcAft>
              <a:defRPr sz="2900">
                <a:solidFill>
                  <a:schemeClr val="tx1"/>
                </a:solidFill>
                <a:latin typeface="Arial Narrow" panose="020B0606020202030204" pitchFamily="34" charset="0"/>
              </a:defRPr>
            </a:lvl6pPr>
            <a:lvl7pPr marL="2971800" indent="-228600" eaLnBrk="0" fontAlgn="base" hangingPunct="0">
              <a:spcBef>
                <a:spcPct val="0"/>
              </a:spcBef>
              <a:spcAft>
                <a:spcPct val="0"/>
              </a:spcAft>
              <a:defRPr sz="2900">
                <a:solidFill>
                  <a:schemeClr val="tx1"/>
                </a:solidFill>
                <a:latin typeface="Arial Narrow" panose="020B0606020202030204" pitchFamily="34" charset="0"/>
              </a:defRPr>
            </a:lvl7pPr>
            <a:lvl8pPr marL="3429000" indent="-228600" eaLnBrk="0" fontAlgn="base" hangingPunct="0">
              <a:spcBef>
                <a:spcPct val="0"/>
              </a:spcBef>
              <a:spcAft>
                <a:spcPct val="0"/>
              </a:spcAft>
              <a:defRPr sz="2900">
                <a:solidFill>
                  <a:schemeClr val="tx1"/>
                </a:solidFill>
                <a:latin typeface="Arial Narrow" panose="020B0606020202030204" pitchFamily="34" charset="0"/>
              </a:defRPr>
            </a:lvl8pPr>
            <a:lvl9pPr marL="3886200" indent="-228600" eaLnBrk="0" fontAlgn="base" hangingPunct="0">
              <a:spcBef>
                <a:spcPct val="0"/>
              </a:spcBef>
              <a:spcAft>
                <a:spcPct val="0"/>
              </a:spcAft>
              <a:defRPr sz="2900">
                <a:solidFill>
                  <a:schemeClr val="tx1"/>
                </a:solidFill>
                <a:latin typeface="Arial Narrow" panose="020B0606020202030204" pitchFamily="34" charset="0"/>
              </a:defRPr>
            </a:lvl9pPr>
          </a:lstStyle>
          <a:p>
            <a:pPr eaLnBrk="1" hangingPunct="1">
              <a:defRPr/>
            </a:pPr>
            <a:endParaRPr lang="en-IN" altLang="en-US"/>
          </a:p>
        </p:txBody>
      </p:sp>
    </p:spTree>
  </p:cSld>
  <p:clrMap bg1="lt1" tx1="dk1" bg2="lt2" tx2="dk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Lst>
  <p:txStyles>
    <p:titleStyle>
      <a:lvl1pPr algn="ctr" rtl="0" eaLnBrk="0" fontAlgn="base" hangingPunct="0">
        <a:spcBef>
          <a:spcPct val="0"/>
        </a:spcBef>
        <a:spcAft>
          <a:spcPct val="0"/>
        </a:spcAft>
        <a:defRPr sz="8600" kern="1200">
          <a:solidFill>
            <a:schemeClr val="tx2"/>
          </a:solidFill>
          <a:latin typeface="+mj-lt"/>
          <a:ea typeface="+mj-ea"/>
          <a:cs typeface="+mj-cs"/>
        </a:defRPr>
      </a:lvl1pPr>
      <a:lvl2pPr algn="ctr" rtl="0" eaLnBrk="0" fontAlgn="base" hangingPunct="0">
        <a:spcBef>
          <a:spcPct val="0"/>
        </a:spcBef>
        <a:spcAft>
          <a:spcPct val="0"/>
        </a:spcAft>
        <a:defRPr sz="8600">
          <a:solidFill>
            <a:schemeClr val="tx2"/>
          </a:solidFill>
          <a:latin typeface="Arial Black" panose="020B0A04020102020204" pitchFamily="34" charset="0"/>
        </a:defRPr>
      </a:lvl2pPr>
      <a:lvl3pPr algn="ctr" rtl="0" eaLnBrk="0" fontAlgn="base" hangingPunct="0">
        <a:spcBef>
          <a:spcPct val="0"/>
        </a:spcBef>
        <a:spcAft>
          <a:spcPct val="0"/>
        </a:spcAft>
        <a:defRPr sz="8600">
          <a:solidFill>
            <a:schemeClr val="tx2"/>
          </a:solidFill>
          <a:latin typeface="Arial Black" panose="020B0A04020102020204" pitchFamily="34" charset="0"/>
        </a:defRPr>
      </a:lvl3pPr>
      <a:lvl4pPr algn="ctr" rtl="0" eaLnBrk="0" fontAlgn="base" hangingPunct="0">
        <a:spcBef>
          <a:spcPct val="0"/>
        </a:spcBef>
        <a:spcAft>
          <a:spcPct val="0"/>
        </a:spcAft>
        <a:defRPr sz="8600">
          <a:solidFill>
            <a:schemeClr val="tx2"/>
          </a:solidFill>
          <a:latin typeface="Arial Black" panose="020B0A04020102020204" pitchFamily="34" charset="0"/>
        </a:defRPr>
      </a:lvl4pPr>
      <a:lvl5pPr algn="ctr" rtl="0" eaLnBrk="0" fontAlgn="base" hangingPunct="0">
        <a:spcBef>
          <a:spcPct val="0"/>
        </a:spcBef>
        <a:spcAft>
          <a:spcPct val="0"/>
        </a:spcAft>
        <a:defRPr sz="8600">
          <a:solidFill>
            <a:schemeClr val="tx2"/>
          </a:solidFill>
          <a:latin typeface="Arial Black" panose="020B0A04020102020204" pitchFamily="34" charset="0"/>
        </a:defRPr>
      </a:lvl5pPr>
      <a:lvl6pPr marL="457200" algn="ctr" rtl="0" fontAlgn="base">
        <a:spcBef>
          <a:spcPct val="0"/>
        </a:spcBef>
        <a:spcAft>
          <a:spcPct val="0"/>
        </a:spcAft>
        <a:defRPr sz="8600">
          <a:solidFill>
            <a:schemeClr val="tx2"/>
          </a:solidFill>
          <a:latin typeface="Arial Black" panose="020B0A04020102020204" pitchFamily="34" charset="0"/>
        </a:defRPr>
      </a:lvl6pPr>
      <a:lvl7pPr marL="914400" algn="ctr" rtl="0" fontAlgn="base">
        <a:spcBef>
          <a:spcPct val="0"/>
        </a:spcBef>
        <a:spcAft>
          <a:spcPct val="0"/>
        </a:spcAft>
        <a:defRPr sz="8600">
          <a:solidFill>
            <a:schemeClr val="tx2"/>
          </a:solidFill>
          <a:latin typeface="Arial Black" panose="020B0A04020102020204" pitchFamily="34" charset="0"/>
        </a:defRPr>
      </a:lvl7pPr>
      <a:lvl8pPr marL="1371600" algn="ctr" rtl="0" fontAlgn="base">
        <a:spcBef>
          <a:spcPct val="0"/>
        </a:spcBef>
        <a:spcAft>
          <a:spcPct val="0"/>
        </a:spcAft>
        <a:defRPr sz="8600">
          <a:solidFill>
            <a:schemeClr val="tx2"/>
          </a:solidFill>
          <a:latin typeface="Arial Black" panose="020B0A04020102020204" pitchFamily="34" charset="0"/>
        </a:defRPr>
      </a:lvl8pPr>
      <a:lvl9pPr marL="1828800" algn="ctr" rtl="0" fontAlgn="base">
        <a:spcBef>
          <a:spcPct val="0"/>
        </a:spcBef>
        <a:spcAft>
          <a:spcPct val="0"/>
        </a:spcAft>
        <a:defRPr sz="8600">
          <a:solidFill>
            <a:schemeClr val="tx2"/>
          </a:solidFill>
          <a:latin typeface="Arial Black" panose="020B0A04020102020204" pitchFamily="34" charset="0"/>
        </a:defRPr>
      </a:lvl9pPr>
    </p:titleStyle>
    <p:bodyStyle>
      <a:lvl1pPr marL="342900" indent="-342900" algn="l" rtl="0" eaLnBrk="0" fontAlgn="base" hangingPunct="0">
        <a:spcBef>
          <a:spcPct val="20000"/>
        </a:spcBef>
        <a:spcAft>
          <a:spcPct val="0"/>
        </a:spcAft>
        <a:buChar char="•"/>
        <a:defRPr sz="2900" kern="1200">
          <a:solidFill>
            <a:schemeClr val="tx1"/>
          </a:solidFill>
          <a:latin typeface="+mn-lt"/>
          <a:ea typeface="+mn-ea"/>
          <a:cs typeface="+mn-cs"/>
        </a:defRPr>
      </a:lvl1pPr>
      <a:lvl2pPr marL="739775" indent="-282575" algn="l" rtl="0" eaLnBrk="0" fontAlgn="base" hangingPunct="0">
        <a:spcBef>
          <a:spcPct val="20000"/>
        </a:spcBef>
        <a:spcAft>
          <a:spcPct val="0"/>
        </a:spcAft>
        <a:buChar char="–"/>
        <a:defRPr sz="29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19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3.png"/><Relationship Id="rId13" Type="http://schemas.openxmlformats.org/officeDocument/2006/relationships/image" Target="../media/image5.png"/><Relationship Id="rId18" Type="http://schemas.openxmlformats.org/officeDocument/2006/relationships/image" Target="../media/image10.png"/><Relationship Id="rId3" Type="http://schemas.openxmlformats.org/officeDocument/2006/relationships/hyperlink" Target="mailto:Ghosh[rghosh@atu.edu" TargetMode="External"/><Relationship Id="rId7" Type="http://schemas.openxmlformats.org/officeDocument/2006/relationships/image" Target="../media/image2.png"/><Relationship Id="rId12" Type="http://schemas.openxmlformats.org/officeDocument/2006/relationships/chart" Target="../charts/chart3.xml"/><Relationship Id="rId17" Type="http://schemas.openxmlformats.org/officeDocument/2006/relationships/image" Target="../media/image9.png"/><Relationship Id="rId2" Type="http://schemas.openxmlformats.org/officeDocument/2006/relationships/notesSlide" Target="../notesSlides/notesSlide1.xml"/><Relationship Id="rId16" Type="http://schemas.openxmlformats.org/officeDocument/2006/relationships/image" Target="../media/image8.png"/><Relationship Id="rId1" Type="http://schemas.openxmlformats.org/officeDocument/2006/relationships/slideLayout" Target="../slideLayouts/slideLayout13.xml"/><Relationship Id="rId6" Type="http://schemas.openxmlformats.org/officeDocument/2006/relationships/image" Target="../media/image1.png"/><Relationship Id="rId11" Type="http://schemas.openxmlformats.org/officeDocument/2006/relationships/chart" Target="../charts/chart2.xml"/><Relationship Id="rId5" Type="http://schemas.openxmlformats.org/officeDocument/2006/relationships/hyperlink" Target="mailto:idutta@atu.edu" TargetMode="External"/><Relationship Id="rId15" Type="http://schemas.openxmlformats.org/officeDocument/2006/relationships/image" Target="../media/image7.png"/><Relationship Id="rId10" Type="http://schemas.openxmlformats.org/officeDocument/2006/relationships/chart" Target="../charts/chart1.xml"/><Relationship Id="rId4" Type="http://schemas.openxmlformats.org/officeDocument/2006/relationships/hyperlink" Target="mailto:rcunningham@atu.edu" TargetMode="External"/><Relationship Id="rId9" Type="http://schemas.openxmlformats.org/officeDocument/2006/relationships/image" Target="../media/image4.png"/><Relationship Id="rId14"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72D2A">
            <a:alpha val="76862"/>
          </a:srgbClr>
        </a:solidFill>
        <a:effectLst/>
      </p:bgPr>
    </p:bg>
    <p:spTree>
      <p:nvGrpSpPr>
        <p:cNvPr id="1" name=""/>
        <p:cNvGrpSpPr/>
        <p:nvPr/>
      </p:nvGrpSpPr>
      <p:grpSpPr>
        <a:xfrm>
          <a:off x="0" y="0"/>
          <a:ext cx="0" cy="0"/>
          <a:chOff x="0" y="0"/>
          <a:chExt cx="0" cy="0"/>
        </a:xfrm>
      </p:grpSpPr>
      <p:sp>
        <p:nvSpPr>
          <p:cNvPr id="5122" name="Rectangle 5">
            <a:extLst>
              <a:ext uri="{FF2B5EF4-FFF2-40B4-BE49-F238E27FC236}">
                <a16:creationId xmlns:a16="http://schemas.microsoft.com/office/drawing/2014/main" id="{5F2DBA35-D2B5-1FC2-D3E6-5D5CFE8E802E}"/>
              </a:ext>
            </a:extLst>
          </p:cNvPr>
          <p:cNvSpPr>
            <a:spLocks noChangeArrowheads="1"/>
          </p:cNvSpPr>
          <p:nvPr/>
        </p:nvSpPr>
        <p:spPr bwMode="auto">
          <a:xfrm>
            <a:off x="4478338" y="606425"/>
            <a:ext cx="34771012" cy="3493050"/>
          </a:xfrm>
          <a:prstGeom prst="rect">
            <a:avLst/>
          </a:prstGeom>
          <a:noFill/>
          <a:ln>
            <a:noFill/>
          </a:ln>
          <a:effectLst/>
        </p:spPr>
        <p:txBody>
          <a:bodyPr lIns="91243" tIns="45614" rIns="91243" bIns="45614" anchor="t">
            <a:spAutoFit/>
          </a:bodyPr>
          <a:lstStyle>
            <a:lvl1pPr>
              <a:defRPr sz="2900">
                <a:solidFill>
                  <a:schemeClr val="tx1"/>
                </a:solidFill>
                <a:latin typeface="Arial Narrow" panose="020B0606020202030204" pitchFamily="34" charset="0"/>
              </a:defRPr>
            </a:lvl1pPr>
            <a:lvl2pPr marL="742950" indent="-285750">
              <a:defRPr sz="2900">
                <a:solidFill>
                  <a:schemeClr val="tx1"/>
                </a:solidFill>
                <a:latin typeface="Arial Narrow" panose="020B0606020202030204" pitchFamily="34" charset="0"/>
              </a:defRPr>
            </a:lvl2pPr>
            <a:lvl3pPr marL="1143000" indent="-228600">
              <a:defRPr sz="2900">
                <a:solidFill>
                  <a:schemeClr val="tx1"/>
                </a:solidFill>
                <a:latin typeface="Arial Narrow" panose="020B0606020202030204" pitchFamily="34" charset="0"/>
              </a:defRPr>
            </a:lvl3pPr>
            <a:lvl4pPr marL="1600200" indent="-228600">
              <a:defRPr sz="2900">
                <a:solidFill>
                  <a:schemeClr val="tx1"/>
                </a:solidFill>
                <a:latin typeface="Arial Narrow" panose="020B0606020202030204" pitchFamily="34" charset="0"/>
              </a:defRPr>
            </a:lvl4pPr>
            <a:lvl5pPr marL="2057400" indent="-228600">
              <a:defRPr sz="2900">
                <a:solidFill>
                  <a:schemeClr val="tx1"/>
                </a:solidFill>
                <a:latin typeface="Arial Narrow" panose="020B0606020202030204" pitchFamily="34" charset="0"/>
              </a:defRPr>
            </a:lvl5pPr>
            <a:lvl6pPr marL="2514600" indent="-228600" eaLnBrk="0" fontAlgn="base" hangingPunct="0">
              <a:spcBef>
                <a:spcPct val="0"/>
              </a:spcBef>
              <a:spcAft>
                <a:spcPct val="0"/>
              </a:spcAft>
              <a:defRPr sz="2900">
                <a:solidFill>
                  <a:schemeClr val="tx1"/>
                </a:solidFill>
                <a:latin typeface="Arial Narrow" panose="020B0606020202030204" pitchFamily="34" charset="0"/>
              </a:defRPr>
            </a:lvl6pPr>
            <a:lvl7pPr marL="2971800" indent="-228600" eaLnBrk="0" fontAlgn="base" hangingPunct="0">
              <a:spcBef>
                <a:spcPct val="0"/>
              </a:spcBef>
              <a:spcAft>
                <a:spcPct val="0"/>
              </a:spcAft>
              <a:defRPr sz="2900">
                <a:solidFill>
                  <a:schemeClr val="tx1"/>
                </a:solidFill>
                <a:latin typeface="Arial Narrow" panose="020B0606020202030204" pitchFamily="34" charset="0"/>
              </a:defRPr>
            </a:lvl7pPr>
            <a:lvl8pPr marL="3429000" indent="-228600" eaLnBrk="0" fontAlgn="base" hangingPunct="0">
              <a:spcBef>
                <a:spcPct val="0"/>
              </a:spcBef>
              <a:spcAft>
                <a:spcPct val="0"/>
              </a:spcAft>
              <a:defRPr sz="2900">
                <a:solidFill>
                  <a:schemeClr val="tx1"/>
                </a:solidFill>
                <a:latin typeface="Arial Narrow" panose="020B0606020202030204" pitchFamily="34" charset="0"/>
              </a:defRPr>
            </a:lvl8pPr>
            <a:lvl9pPr marL="3886200" indent="-228600" eaLnBrk="0" fontAlgn="base" hangingPunct="0">
              <a:spcBef>
                <a:spcPct val="0"/>
              </a:spcBef>
              <a:spcAft>
                <a:spcPct val="0"/>
              </a:spcAft>
              <a:defRPr sz="2900">
                <a:solidFill>
                  <a:schemeClr val="tx1"/>
                </a:solidFill>
                <a:latin typeface="Arial Narrow" panose="020B0606020202030204" pitchFamily="34" charset="0"/>
              </a:defRPr>
            </a:lvl9pPr>
          </a:lstStyle>
          <a:p>
            <a:pPr algn="ctr">
              <a:spcBef>
                <a:spcPct val="50000"/>
              </a:spcBef>
              <a:defRPr/>
            </a:pPr>
            <a:r>
              <a:rPr lang="en-US" sz="6000">
                <a:solidFill>
                  <a:schemeClr val="bg1">
                    <a:lumMod val="20000"/>
                    <a:lumOff val="80000"/>
                  </a:schemeClr>
                </a:solidFill>
                <a:latin typeface="Arial Black"/>
              </a:rPr>
              <a:t>Programming Sequence Improvement Program (PSIP)</a:t>
            </a:r>
            <a:endParaRPr lang="en-US">
              <a:solidFill>
                <a:schemeClr val="bg1">
                  <a:lumMod val="20000"/>
                  <a:lumOff val="80000"/>
                </a:schemeClr>
              </a:solidFill>
              <a:latin typeface="Arial"/>
              <a:cs typeface="Arial"/>
            </a:endParaRPr>
          </a:p>
          <a:p>
            <a:pPr algn="ctr">
              <a:spcBef>
                <a:spcPct val="50000"/>
              </a:spcBef>
              <a:defRPr/>
            </a:pPr>
            <a:r>
              <a:rPr lang="en-US" altLang="en-US" sz="4600" b="1" err="1">
                <a:solidFill>
                  <a:schemeClr val="bg1">
                    <a:lumMod val="20000"/>
                    <a:lumOff val="80000"/>
                  </a:schemeClr>
                </a:solidFill>
                <a:latin typeface="Arial"/>
                <a:cs typeface="Arial"/>
              </a:rPr>
              <a:t>Musfikur</a:t>
            </a:r>
            <a:r>
              <a:rPr lang="en-US" altLang="en-US" sz="4600" b="1">
                <a:solidFill>
                  <a:schemeClr val="bg1">
                    <a:lumMod val="20000"/>
                    <a:lumOff val="80000"/>
                  </a:schemeClr>
                </a:solidFill>
                <a:latin typeface="Arial"/>
                <a:cs typeface="Arial"/>
              </a:rPr>
              <a:t> Rahaman[mrahaman@atu.edu] , Dr. Robin </a:t>
            </a:r>
            <a:r>
              <a:rPr lang="en-US" altLang="en-US" sz="4600" b="1">
                <a:solidFill>
                  <a:schemeClr val="bg1">
                    <a:lumMod val="20000"/>
                    <a:lumOff val="80000"/>
                  </a:schemeClr>
                </a:solidFill>
                <a:latin typeface="Arial"/>
                <a:cs typeface="Arial"/>
                <a:hlinkClick r:id="rId3">
                  <a:extLst>
                    <a:ext uri="{A12FA001-AC4F-418D-AE19-62706E023703}">
                      <ahyp:hlinkClr xmlns:ahyp="http://schemas.microsoft.com/office/drawing/2018/hyperlinkcolor" val="tx"/>
                    </a:ext>
                  </a:extLst>
                </a:hlinkClick>
              </a:rPr>
              <a:t>Ghosh[rghosh@atu.edu</a:t>
            </a:r>
            <a:r>
              <a:rPr lang="en-US" altLang="en-US" sz="4600" b="1">
                <a:solidFill>
                  <a:schemeClr val="bg1">
                    <a:lumMod val="20000"/>
                    <a:lumOff val="80000"/>
                  </a:schemeClr>
                </a:solidFill>
                <a:latin typeface="Arial"/>
                <a:cs typeface="Arial"/>
              </a:rPr>
              <a:t>], </a:t>
            </a:r>
            <a:r>
              <a:rPr lang="en-US" altLang="en-US" sz="4600" b="1" err="1">
                <a:solidFill>
                  <a:schemeClr val="bg1">
                    <a:lumMod val="20000"/>
                    <a:lumOff val="80000"/>
                  </a:schemeClr>
                </a:solidFill>
                <a:latin typeface="Arial"/>
                <a:cs typeface="Arial"/>
              </a:rPr>
              <a:t>Mrs</a:t>
            </a:r>
            <a:r>
              <a:rPr lang="en-US" altLang="en-US" sz="4600" b="1">
                <a:solidFill>
                  <a:schemeClr val="bg1">
                    <a:lumMod val="20000"/>
                    <a:lumOff val="80000"/>
                  </a:schemeClr>
                </a:solidFill>
                <a:latin typeface="Arial"/>
                <a:cs typeface="Arial"/>
              </a:rPr>
              <a:t> Becky Cunningham [</a:t>
            </a:r>
            <a:r>
              <a:rPr lang="en-US" altLang="en-US" sz="4600" b="1">
                <a:solidFill>
                  <a:schemeClr val="bg1">
                    <a:lumMod val="20000"/>
                    <a:lumOff val="80000"/>
                  </a:schemeClr>
                </a:solidFill>
                <a:latin typeface="Arial"/>
                <a:cs typeface="Arial"/>
                <a:hlinkClick r:id="rId4">
                  <a:extLst>
                    <a:ext uri="{A12FA001-AC4F-418D-AE19-62706E023703}">
                      <ahyp:hlinkClr xmlns:ahyp="http://schemas.microsoft.com/office/drawing/2018/hyperlinkcolor" val="tx"/>
                    </a:ext>
                  </a:extLst>
                </a:hlinkClick>
              </a:rPr>
              <a:t>rcunningham@atu.edu</a:t>
            </a:r>
            <a:r>
              <a:rPr lang="en-US" altLang="en-US" sz="4600" b="1">
                <a:solidFill>
                  <a:schemeClr val="bg1">
                    <a:lumMod val="20000"/>
                    <a:lumOff val="80000"/>
                  </a:schemeClr>
                </a:solidFill>
                <a:latin typeface="Arial"/>
                <a:cs typeface="Arial"/>
              </a:rPr>
              <a:t>], Dr. Indira Dutta [</a:t>
            </a:r>
            <a:r>
              <a:rPr lang="en-US" altLang="en-US" sz="4600" b="1">
                <a:solidFill>
                  <a:schemeClr val="bg1">
                    <a:lumMod val="20000"/>
                    <a:lumOff val="80000"/>
                  </a:schemeClr>
                </a:solidFill>
                <a:latin typeface="Arial"/>
                <a:cs typeface="Arial"/>
                <a:hlinkClick r:id="rId5">
                  <a:extLst>
                    <a:ext uri="{A12FA001-AC4F-418D-AE19-62706E023703}">
                      <ahyp:hlinkClr xmlns:ahyp="http://schemas.microsoft.com/office/drawing/2018/hyperlinkcolor" val="tx"/>
                    </a:ext>
                  </a:extLst>
                </a:hlinkClick>
              </a:rPr>
              <a:t>idutta@atu.edu</a:t>
            </a:r>
            <a:r>
              <a:rPr lang="en-US" altLang="en-US" sz="4600" b="1">
                <a:solidFill>
                  <a:schemeClr val="bg1">
                    <a:lumMod val="20000"/>
                    <a:lumOff val="80000"/>
                  </a:schemeClr>
                </a:solidFill>
                <a:latin typeface="Arial"/>
                <a:cs typeface="Arial"/>
              </a:rPr>
              <a:t>], Dr. </a:t>
            </a:r>
            <a:r>
              <a:rPr lang="en-US" altLang="en-US" sz="4600" b="1" err="1">
                <a:solidFill>
                  <a:schemeClr val="bg1">
                    <a:lumMod val="20000"/>
                    <a:lumOff val="80000"/>
                  </a:schemeClr>
                </a:solidFill>
                <a:latin typeface="Arial"/>
                <a:cs typeface="Arial"/>
              </a:rPr>
              <a:t>Tolga</a:t>
            </a:r>
            <a:r>
              <a:rPr lang="en-US" altLang="en-US" sz="4600" b="1">
                <a:solidFill>
                  <a:schemeClr val="bg1">
                    <a:lumMod val="20000"/>
                    <a:lumOff val="80000"/>
                  </a:schemeClr>
                </a:solidFill>
                <a:latin typeface="Arial"/>
                <a:cs typeface="Arial"/>
              </a:rPr>
              <a:t> </a:t>
            </a:r>
            <a:r>
              <a:rPr lang="en-US" altLang="en-US" sz="4600" b="1" err="1">
                <a:solidFill>
                  <a:schemeClr val="bg1">
                    <a:lumMod val="20000"/>
                    <a:lumOff val="80000"/>
                  </a:schemeClr>
                </a:solidFill>
                <a:latin typeface="Arial"/>
                <a:cs typeface="Arial"/>
              </a:rPr>
              <a:t>Ensari</a:t>
            </a:r>
            <a:r>
              <a:rPr lang="en-US" altLang="en-US" sz="4600" b="1">
                <a:solidFill>
                  <a:schemeClr val="bg1">
                    <a:lumMod val="20000"/>
                    <a:lumOff val="80000"/>
                  </a:schemeClr>
                </a:solidFill>
                <a:latin typeface="Arial"/>
                <a:cs typeface="Arial"/>
              </a:rPr>
              <a:t> [tensari@atu.edu]</a:t>
            </a:r>
            <a:br>
              <a:rPr lang="en-US" altLang="en-US" sz="4600" b="1">
                <a:latin typeface="Arial" panose="020B0604020202020204" pitchFamily="34" charset="0"/>
              </a:rPr>
            </a:br>
            <a:r>
              <a:rPr lang="en-US" altLang="en-US" sz="4600" b="1">
                <a:solidFill>
                  <a:schemeClr val="bg1">
                    <a:lumMod val="20000"/>
                    <a:lumOff val="80000"/>
                  </a:schemeClr>
                </a:solidFill>
                <a:latin typeface="Arial"/>
                <a:cs typeface="Arial"/>
              </a:rPr>
              <a:t>Department of Engineering and Computing Sciences, Arkansas Tech University, Russellville, Arkansas 72801</a:t>
            </a:r>
            <a:endParaRPr lang="en-US">
              <a:solidFill>
                <a:schemeClr val="bg1">
                  <a:lumMod val="20000"/>
                  <a:lumOff val="80000"/>
                </a:schemeClr>
              </a:solidFill>
              <a:latin typeface="Arial"/>
              <a:cs typeface="Arial"/>
            </a:endParaRPr>
          </a:p>
        </p:txBody>
      </p:sp>
      <p:sp>
        <p:nvSpPr>
          <p:cNvPr id="5123" name="Text Box 7">
            <a:extLst>
              <a:ext uri="{FF2B5EF4-FFF2-40B4-BE49-F238E27FC236}">
                <a16:creationId xmlns:a16="http://schemas.microsoft.com/office/drawing/2014/main" id="{2B20C775-4C7E-31A4-040E-FA9140481366}"/>
              </a:ext>
            </a:extLst>
          </p:cNvPr>
          <p:cNvSpPr txBox="1">
            <a:spLocks noChangeArrowheads="1"/>
          </p:cNvSpPr>
          <p:nvPr/>
        </p:nvSpPr>
        <p:spPr bwMode="auto">
          <a:xfrm>
            <a:off x="685800" y="5594195"/>
            <a:ext cx="9982200" cy="554038"/>
          </a:xfrm>
          <a:prstGeom prst="rect">
            <a:avLst/>
          </a:prstGeom>
          <a:solidFill>
            <a:srgbClr val="072D2A"/>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267" tIns="45624" rIns="91267" bIns="45624">
            <a:spAutoFit/>
          </a:bodyPr>
          <a:lstStyle>
            <a:lvl1pPr>
              <a:spcBef>
                <a:spcPct val="20000"/>
              </a:spcBef>
              <a:buChar char="•"/>
              <a:defRPr sz="2900">
                <a:solidFill>
                  <a:schemeClr val="tx1"/>
                </a:solidFill>
                <a:latin typeface="Arial" panose="020B0604020202020204" pitchFamily="34" charset="0"/>
              </a:defRPr>
            </a:lvl1pPr>
            <a:lvl2pPr marL="742950" indent="-285750">
              <a:spcBef>
                <a:spcPct val="20000"/>
              </a:spcBef>
              <a:buChar char="–"/>
              <a:defRPr sz="29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1900">
                <a:solidFill>
                  <a:schemeClr val="tx1"/>
                </a:solidFill>
                <a:latin typeface="Arial" panose="020B0604020202020204" pitchFamily="34" charset="0"/>
              </a:defRPr>
            </a:lvl4pPr>
            <a:lvl5pPr marL="2057400" indent="-228600">
              <a:spcBef>
                <a:spcPct val="20000"/>
              </a:spcBef>
              <a:buChar char="»"/>
              <a:defRPr sz="19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9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9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9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900">
                <a:solidFill>
                  <a:schemeClr val="tx1"/>
                </a:solidFill>
                <a:latin typeface="Arial" panose="020B0604020202020204" pitchFamily="34" charset="0"/>
              </a:defRPr>
            </a:lvl9pPr>
          </a:lstStyle>
          <a:p>
            <a:pPr algn="ctr">
              <a:spcBef>
                <a:spcPct val="50000"/>
              </a:spcBef>
              <a:buFontTx/>
              <a:buNone/>
            </a:pPr>
            <a:r>
              <a:rPr lang="en-US" altLang="en-US" sz="3000" b="1">
                <a:solidFill>
                  <a:srgbClr val="F8F8F8"/>
                </a:solidFill>
                <a:latin typeface="Times New Roman" panose="02020603050405020304" pitchFamily="18" charset="0"/>
                <a:cs typeface="Times New Roman" panose="02020603050405020304" pitchFamily="18" charset="0"/>
              </a:rPr>
              <a:t>Abstract</a:t>
            </a:r>
          </a:p>
        </p:txBody>
      </p:sp>
      <p:sp>
        <p:nvSpPr>
          <p:cNvPr id="5124" name="Text Box 14">
            <a:extLst>
              <a:ext uri="{FF2B5EF4-FFF2-40B4-BE49-F238E27FC236}">
                <a16:creationId xmlns:a16="http://schemas.microsoft.com/office/drawing/2014/main" id="{17F8CD5D-C2F3-0532-7908-1D6535900059}"/>
              </a:ext>
            </a:extLst>
          </p:cNvPr>
          <p:cNvSpPr txBox="1">
            <a:spLocks noChangeArrowheads="1"/>
          </p:cNvSpPr>
          <p:nvPr/>
        </p:nvSpPr>
        <p:spPr bwMode="auto">
          <a:xfrm>
            <a:off x="738343" y="6205538"/>
            <a:ext cx="9982200" cy="16157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457200" tIns="457200" rIns="457200" bIns="457200" anchor="t">
            <a:spAutoFit/>
          </a:bodyPr>
          <a:lstStyle>
            <a:lvl1pPr defTabSz="4389438">
              <a:spcBef>
                <a:spcPct val="20000"/>
              </a:spcBef>
              <a:buChar char="•"/>
              <a:defRPr sz="2900">
                <a:solidFill>
                  <a:schemeClr val="tx1"/>
                </a:solidFill>
                <a:latin typeface="Arial" panose="020B0604020202020204" pitchFamily="34" charset="0"/>
              </a:defRPr>
            </a:lvl1pPr>
            <a:lvl2pPr marL="742950" indent="-285750" defTabSz="4389438">
              <a:spcBef>
                <a:spcPct val="20000"/>
              </a:spcBef>
              <a:buChar char="–"/>
              <a:defRPr sz="2900">
                <a:solidFill>
                  <a:schemeClr val="tx1"/>
                </a:solidFill>
                <a:latin typeface="Arial" panose="020B0604020202020204" pitchFamily="34" charset="0"/>
              </a:defRPr>
            </a:lvl2pPr>
            <a:lvl3pPr marL="1143000" indent="-228600" defTabSz="4389438">
              <a:spcBef>
                <a:spcPct val="20000"/>
              </a:spcBef>
              <a:buChar char="•"/>
              <a:defRPr sz="2400">
                <a:solidFill>
                  <a:schemeClr val="tx1"/>
                </a:solidFill>
                <a:latin typeface="Arial" panose="020B0604020202020204" pitchFamily="34" charset="0"/>
              </a:defRPr>
            </a:lvl3pPr>
            <a:lvl4pPr marL="1600200" indent="-228600" defTabSz="4389438">
              <a:spcBef>
                <a:spcPct val="20000"/>
              </a:spcBef>
              <a:buChar char="–"/>
              <a:defRPr sz="1900">
                <a:solidFill>
                  <a:schemeClr val="tx1"/>
                </a:solidFill>
                <a:latin typeface="Arial" panose="020B0604020202020204" pitchFamily="34" charset="0"/>
              </a:defRPr>
            </a:lvl4pPr>
            <a:lvl5pPr marL="2057400" indent="-228600" defTabSz="4389438">
              <a:spcBef>
                <a:spcPct val="20000"/>
              </a:spcBef>
              <a:buChar char="»"/>
              <a:defRPr sz="1900">
                <a:solidFill>
                  <a:schemeClr val="tx1"/>
                </a:solidFill>
                <a:latin typeface="Arial" panose="020B0604020202020204" pitchFamily="34" charset="0"/>
              </a:defRPr>
            </a:lvl5pPr>
            <a:lvl6pPr marL="2514600" indent="-228600" defTabSz="4389438" eaLnBrk="0" fontAlgn="base" hangingPunct="0">
              <a:spcBef>
                <a:spcPct val="20000"/>
              </a:spcBef>
              <a:spcAft>
                <a:spcPct val="0"/>
              </a:spcAft>
              <a:buChar char="»"/>
              <a:defRPr sz="1900">
                <a:solidFill>
                  <a:schemeClr val="tx1"/>
                </a:solidFill>
                <a:latin typeface="Arial" panose="020B0604020202020204" pitchFamily="34" charset="0"/>
              </a:defRPr>
            </a:lvl6pPr>
            <a:lvl7pPr marL="2971800" indent="-228600" defTabSz="4389438" eaLnBrk="0" fontAlgn="base" hangingPunct="0">
              <a:spcBef>
                <a:spcPct val="20000"/>
              </a:spcBef>
              <a:spcAft>
                <a:spcPct val="0"/>
              </a:spcAft>
              <a:buChar char="»"/>
              <a:defRPr sz="1900">
                <a:solidFill>
                  <a:schemeClr val="tx1"/>
                </a:solidFill>
                <a:latin typeface="Arial" panose="020B0604020202020204" pitchFamily="34" charset="0"/>
              </a:defRPr>
            </a:lvl7pPr>
            <a:lvl8pPr marL="3429000" indent="-228600" defTabSz="4389438" eaLnBrk="0" fontAlgn="base" hangingPunct="0">
              <a:spcBef>
                <a:spcPct val="20000"/>
              </a:spcBef>
              <a:spcAft>
                <a:spcPct val="0"/>
              </a:spcAft>
              <a:buChar char="»"/>
              <a:defRPr sz="1900">
                <a:solidFill>
                  <a:schemeClr val="tx1"/>
                </a:solidFill>
                <a:latin typeface="Arial" panose="020B0604020202020204" pitchFamily="34" charset="0"/>
              </a:defRPr>
            </a:lvl8pPr>
            <a:lvl9pPr marL="3886200" indent="-228600" defTabSz="4389438" eaLnBrk="0" fontAlgn="base" hangingPunct="0">
              <a:spcBef>
                <a:spcPct val="20000"/>
              </a:spcBef>
              <a:spcAft>
                <a:spcPct val="0"/>
              </a:spcAft>
              <a:buChar char="»"/>
              <a:defRPr sz="1900">
                <a:solidFill>
                  <a:schemeClr val="tx1"/>
                </a:solidFill>
                <a:latin typeface="Arial" panose="020B0604020202020204" pitchFamily="34" charset="0"/>
              </a:defRPr>
            </a:lvl9pPr>
          </a:lstStyle>
          <a:p>
            <a:pPr algn="just">
              <a:spcBef>
                <a:spcPct val="0"/>
              </a:spcBef>
              <a:buNone/>
            </a:pPr>
            <a:r>
              <a:rPr lang="en-US" sz="3000">
                <a:latin typeface="Arial"/>
                <a:cs typeface="Arial"/>
              </a:rPr>
              <a:t>Every semester, students from various STEM (Science, Technology, Engineering, and Mathematics) majors at Arkansas Tech University take the programming sequence (PS) courses (over 650 students in the 2020–21 academic year). The Engineering and Computing Sciences Department has struggled to retain students in the PS courses. Minor efforts have been made to increase retention, but they have had little success. The Programming Sequence Improvement Program (PSIP) aims to increase retention and student success in three PS courses: Foundations of Computer Programming I (COMS 2104), Foundations of Computer Programming II (COMS 2203), and Data Structures (COMS 2213), reducing the rate of D, F, Withdraw, and Incomplete grades by 10% annually from the current average baseline of 32%, 35%, and 27%, respectively (2015-2019). The main goal of this PSIP project is to change the face of the PS program within the first two years of study by enhancing programming techniques for students. The project's interventions are likely to influence ATU students' academic performance and retention, leading to higher degree completion rates. This program used four different methods to reach its objective: creating a tutoring lab for students enrolled in a programming course, implementing communication and collaboration tools such as Discord and Webex for students, researching current pedagogies for teaching programming, and better aligning the curriculum with platforms like GitHub, </a:t>
            </a:r>
            <a:r>
              <a:rPr lang="en-US" sz="3000" err="1">
                <a:latin typeface="Arial"/>
                <a:cs typeface="Arial"/>
              </a:rPr>
              <a:t>Hackerrank</a:t>
            </a:r>
            <a:r>
              <a:rPr lang="en-US" sz="3000">
                <a:latin typeface="Arial"/>
                <a:cs typeface="Arial"/>
              </a:rPr>
              <a:t> &amp; </a:t>
            </a:r>
            <a:r>
              <a:rPr lang="en-US" sz="3000" err="1">
                <a:latin typeface="Arial"/>
                <a:cs typeface="Arial"/>
              </a:rPr>
              <a:t>LeetCode</a:t>
            </a:r>
            <a:r>
              <a:rPr lang="en-US" sz="3000">
                <a:latin typeface="Arial"/>
                <a:cs typeface="Arial"/>
              </a:rPr>
              <a:t>.</a:t>
            </a:r>
          </a:p>
        </p:txBody>
      </p:sp>
      <p:sp>
        <p:nvSpPr>
          <p:cNvPr id="5125" name="Text Box 388">
            <a:extLst>
              <a:ext uri="{FF2B5EF4-FFF2-40B4-BE49-F238E27FC236}">
                <a16:creationId xmlns:a16="http://schemas.microsoft.com/office/drawing/2014/main" id="{C2E9D27E-2473-FA94-8735-14FCE976CBB2}"/>
              </a:ext>
            </a:extLst>
          </p:cNvPr>
          <p:cNvSpPr txBox="1">
            <a:spLocks noChangeArrowheads="1"/>
          </p:cNvSpPr>
          <p:nvPr/>
        </p:nvSpPr>
        <p:spPr bwMode="auto">
          <a:xfrm>
            <a:off x="685800" y="21807394"/>
            <a:ext cx="9982200" cy="554038"/>
          </a:xfrm>
          <a:prstGeom prst="rect">
            <a:avLst/>
          </a:prstGeom>
          <a:solidFill>
            <a:srgbClr val="072D2A"/>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267" tIns="45624" rIns="91267" bIns="45624">
            <a:spAutoFit/>
          </a:bodyPr>
          <a:lstStyle>
            <a:lvl1pPr>
              <a:spcBef>
                <a:spcPct val="20000"/>
              </a:spcBef>
              <a:buChar char="•"/>
              <a:defRPr sz="2900">
                <a:solidFill>
                  <a:schemeClr val="tx1"/>
                </a:solidFill>
                <a:latin typeface="Arial" panose="020B0604020202020204" pitchFamily="34" charset="0"/>
              </a:defRPr>
            </a:lvl1pPr>
            <a:lvl2pPr marL="742950" indent="-285750">
              <a:spcBef>
                <a:spcPct val="20000"/>
              </a:spcBef>
              <a:buChar char="–"/>
              <a:defRPr sz="29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1900">
                <a:solidFill>
                  <a:schemeClr val="tx1"/>
                </a:solidFill>
                <a:latin typeface="Arial" panose="020B0604020202020204" pitchFamily="34" charset="0"/>
              </a:defRPr>
            </a:lvl4pPr>
            <a:lvl5pPr marL="2057400" indent="-228600">
              <a:spcBef>
                <a:spcPct val="20000"/>
              </a:spcBef>
              <a:buChar char="»"/>
              <a:defRPr sz="19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9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9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9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900">
                <a:solidFill>
                  <a:schemeClr val="tx1"/>
                </a:solidFill>
                <a:latin typeface="Arial" panose="020B0604020202020204" pitchFamily="34" charset="0"/>
              </a:defRPr>
            </a:lvl9pPr>
          </a:lstStyle>
          <a:p>
            <a:pPr algn="ctr">
              <a:spcBef>
                <a:spcPct val="50000"/>
              </a:spcBef>
              <a:buFontTx/>
              <a:buNone/>
            </a:pPr>
            <a:r>
              <a:rPr lang="en-US" altLang="en-US" sz="3000" b="1">
                <a:solidFill>
                  <a:srgbClr val="F8F8F8"/>
                </a:solidFill>
                <a:latin typeface="Times New Roman" panose="02020603050405020304" pitchFamily="18" charset="0"/>
                <a:cs typeface="Times New Roman" panose="02020603050405020304" pitchFamily="18" charset="0"/>
              </a:rPr>
              <a:t>Purpose</a:t>
            </a:r>
          </a:p>
        </p:txBody>
      </p:sp>
      <p:sp>
        <p:nvSpPr>
          <p:cNvPr id="5126" name="Text Box 405">
            <a:extLst>
              <a:ext uri="{FF2B5EF4-FFF2-40B4-BE49-F238E27FC236}">
                <a16:creationId xmlns:a16="http://schemas.microsoft.com/office/drawing/2014/main" id="{5F700CCD-2C63-F06D-7E0E-67906E8CBA5F}"/>
              </a:ext>
            </a:extLst>
          </p:cNvPr>
          <p:cNvSpPr txBox="1">
            <a:spLocks noChangeArrowheads="1"/>
          </p:cNvSpPr>
          <p:nvPr/>
        </p:nvSpPr>
        <p:spPr bwMode="auto">
          <a:xfrm>
            <a:off x="11490325" y="5630863"/>
            <a:ext cx="20761325" cy="554037"/>
          </a:xfrm>
          <a:prstGeom prst="rect">
            <a:avLst/>
          </a:prstGeom>
          <a:solidFill>
            <a:srgbClr val="072D2A"/>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267" tIns="45624" rIns="91267" bIns="45624">
            <a:spAutoFit/>
          </a:bodyPr>
          <a:lstStyle>
            <a:lvl1pPr>
              <a:spcBef>
                <a:spcPct val="20000"/>
              </a:spcBef>
              <a:buChar char="•"/>
              <a:defRPr sz="2900">
                <a:solidFill>
                  <a:schemeClr val="tx1"/>
                </a:solidFill>
                <a:latin typeface="Arial" panose="020B0604020202020204" pitchFamily="34" charset="0"/>
              </a:defRPr>
            </a:lvl1pPr>
            <a:lvl2pPr marL="742950" indent="-285750">
              <a:spcBef>
                <a:spcPct val="20000"/>
              </a:spcBef>
              <a:buChar char="–"/>
              <a:defRPr sz="29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1900">
                <a:solidFill>
                  <a:schemeClr val="tx1"/>
                </a:solidFill>
                <a:latin typeface="Arial" panose="020B0604020202020204" pitchFamily="34" charset="0"/>
              </a:defRPr>
            </a:lvl4pPr>
            <a:lvl5pPr marL="2057400" indent="-228600">
              <a:spcBef>
                <a:spcPct val="20000"/>
              </a:spcBef>
              <a:buChar char="»"/>
              <a:defRPr sz="19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9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9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9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900">
                <a:solidFill>
                  <a:schemeClr val="tx1"/>
                </a:solidFill>
                <a:latin typeface="Arial" panose="020B0604020202020204" pitchFamily="34" charset="0"/>
              </a:defRPr>
            </a:lvl9pPr>
          </a:lstStyle>
          <a:p>
            <a:pPr algn="ctr">
              <a:spcBef>
                <a:spcPct val="50000"/>
              </a:spcBef>
              <a:buFontTx/>
              <a:buNone/>
            </a:pPr>
            <a:r>
              <a:rPr lang="en-US" altLang="en-US" sz="3000" b="1">
                <a:solidFill>
                  <a:srgbClr val="F8F8F8"/>
                </a:solidFill>
                <a:latin typeface="Times New Roman" panose="02020603050405020304" pitchFamily="18" charset="0"/>
                <a:cs typeface="Times New Roman" panose="02020603050405020304" pitchFamily="18" charset="0"/>
              </a:rPr>
              <a:t>Methodology</a:t>
            </a:r>
          </a:p>
        </p:txBody>
      </p:sp>
      <p:sp>
        <p:nvSpPr>
          <p:cNvPr id="2454" name="Text Box 406">
            <a:extLst>
              <a:ext uri="{FF2B5EF4-FFF2-40B4-BE49-F238E27FC236}">
                <a16:creationId xmlns:a16="http://schemas.microsoft.com/office/drawing/2014/main" id="{DE24A8CE-6468-AA08-D3EA-AE4632665E9D}"/>
              </a:ext>
            </a:extLst>
          </p:cNvPr>
          <p:cNvSpPr txBox="1">
            <a:spLocks noChangeArrowheads="1"/>
          </p:cNvSpPr>
          <p:nvPr/>
        </p:nvSpPr>
        <p:spPr bwMode="auto">
          <a:xfrm>
            <a:off x="11490325" y="6267450"/>
            <a:ext cx="20761325" cy="5078313"/>
          </a:xfrm>
          <a:prstGeom prst="rect">
            <a:avLst/>
          </a:prstGeom>
          <a:noFill/>
          <a:ln>
            <a:noFill/>
          </a:ln>
          <a:effectLst/>
        </p:spPr>
        <p:txBody>
          <a:bodyPr lIns="457200" tIns="457200" rIns="457200" bIns="457200" anchor="t">
            <a:spAutoFit/>
          </a:bodyPr>
          <a:lstStyle>
            <a:lvl1pPr defTabSz="4389438">
              <a:defRPr>
                <a:solidFill>
                  <a:schemeClr val="tx1"/>
                </a:solidFill>
                <a:latin typeface="Arial" panose="020B0604020202020204" pitchFamily="34" charset="0"/>
              </a:defRPr>
            </a:lvl1pPr>
            <a:lvl2pPr defTabSz="4389438">
              <a:defRPr>
                <a:solidFill>
                  <a:schemeClr val="tx1"/>
                </a:solidFill>
                <a:latin typeface="Arial" panose="020B0604020202020204" pitchFamily="34" charset="0"/>
              </a:defRPr>
            </a:lvl2pPr>
            <a:lvl3pPr defTabSz="4389438">
              <a:defRPr>
                <a:solidFill>
                  <a:schemeClr val="tx1"/>
                </a:solidFill>
                <a:latin typeface="Arial" panose="020B0604020202020204" pitchFamily="34" charset="0"/>
              </a:defRPr>
            </a:lvl3pPr>
            <a:lvl4pPr defTabSz="4389438">
              <a:defRPr>
                <a:solidFill>
                  <a:schemeClr val="tx1"/>
                </a:solidFill>
                <a:latin typeface="Arial" panose="020B0604020202020204" pitchFamily="34" charset="0"/>
              </a:defRPr>
            </a:lvl4pPr>
            <a:lvl5pPr defTabSz="4389438">
              <a:defRPr>
                <a:solidFill>
                  <a:schemeClr val="tx1"/>
                </a:solidFill>
                <a:latin typeface="Arial" panose="020B0604020202020204" pitchFamily="34" charset="0"/>
              </a:defRPr>
            </a:lvl5pPr>
            <a:lvl6pPr defTabSz="4389438" fontAlgn="base">
              <a:spcBef>
                <a:spcPct val="0"/>
              </a:spcBef>
              <a:spcAft>
                <a:spcPct val="0"/>
              </a:spcAft>
              <a:defRPr>
                <a:solidFill>
                  <a:schemeClr val="tx1"/>
                </a:solidFill>
                <a:latin typeface="Arial" panose="020B0604020202020204" pitchFamily="34" charset="0"/>
              </a:defRPr>
            </a:lvl6pPr>
            <a:lvl7pPr defTabSz="4389438" fontAlgn="base">
              <a:spcBef>
                <a:spcPct val="0"/>
              </a:spcBef>
              <a:spcAft>
                <a:spcPct val="0"/>
              </a:spcAft>
              <a:defRPr>
                <a:solidFill>
                  <a:schemeClr val="tx1"/>
                </a:solidFill>
                <a:latin typeface="Arial" panose="020B0604020202020204" pitchFamily="34" charset="0"/>
              </a:defRPr>
            </a:lvl7pPr>
            <a:lvl8pPr defTabSz="4389438" fontAlgn="base">
              <a:spcBef>
                <a:spcPct val="0"/>
              </a:spcBef>
              <a:spcAft>
                <a:spcPct val="0"/>
              </a:spcAft>
              <a:defRPr>
                <a:solidFill>
                  <a:schemeClr val="tx1"/>
                </a:solidFill>
                <a:latin typeface="Arial" panose="020B0604020202020204" pitchFamily="34" charset="0"/>
              </a:defRPr>
            </a:lvl8pPr>
            <a:lvl9pPr defTabSz="4389438" fontAlgn="base">
              <a:spcBef>
                <a:spcPct val="0"/>
              </a:spcBef>
              <a:spcAft>
                <a:spcPct val="0"/>
              </a:spcAft>
              <a:defRPr>
                <a:solidFill>
                  <a:schemeClr val="tx1"/>
                </a:solidFill>
                <a:latin typeface="Arial" panose="020B0604020202020204" pitchFamily="34" charset="0"/>
              </a:defRPr>
            </a:lvl9pPr>
          </a:lstStyle>
          <a:p>
            <a:pPr algn="just" eaLnBrk="1" hangingPunct="1">
              <a:defRPr/>
            </a:pPr>
            <a:r>
              <a:rPr lang="en-US" sz="3000" dirty="0">
                <a:solidFill>
                  <a:srgbClr val="000000"/>
                </a:solidFill>
                <a:latin typeface="Arial"/>
                <a:cs typeface="Arial"/>
              </a:rPr>
              <a:t>Four</a:t>
            </a:r>
            <a:r>
              <a:rPr lang="en-US" sz="3000" dirty="0">
                <a:latin typeface="Arial"/>
                <a:cs typeface="Arial"/>
              </a:rPr>
              <a:t> main ways to do this:</a:t>
            </a:r>
            <a:endParaRPr lang="en-US" dirty="0"/>
          </a:p>
          <a:p>
            <a:pPr marL="285750" indent="-285750" algn="just">
              <a:buFont typeface="Arial" panose="020B0604020202020204" pitchFamily="34" charset="0"/>
              <a:buChar char="•"/>
              <a:defRPr/>
            </a:pPr>
            <a:endParaRPr lang="en-US" sz="3000">
              <a:latin typeface="Arial"/>
              <a:cs typeface="Arial"/>
            </a:endParaRPr>
          </a:p>
          <a:p>
            <a:pPr marL="914400" lvl="1" indent="-457200" algn="just">
              <a:buFont typeface="Arial"/>
              <a:buChar char="•"/>
              <a:defRPr/>
            </a:pPr>
            <a:r>
              <a:rPr lang="en-US" sz="3000" dirty="0">
                <a:latin typeface="Arial"/>
                <a:cs typeface="Arial"/>
              </a:rPr>
              <a:t>Create a tutoring lab for students enrolled in a programming course.</a:t>
            </a:r>
          </a:p>
          <a:p>
            <a:pPr marL="914400" lvl="1" indent="-457200" algn="just">
              <a:buFont typeface="Arial,Sans-Serif" panose="020B0604020202020204" pitchFamily="34" charset="0"/>
              <a:buChar char="•"/>
              <a:defRPr/>
            </a:pPr>
            <a:r>
              <a:rPr lang="en-US" sz="3000" dirty="0">
                <a:latin typeface="Arial"/>
                <a:cs typeface="Arial"/>
              </a:rPr>
              <a:t>Implement communication/collaboration tools for students.</a:t>
            </a:r>
          </a:p>
          <a:p>
            <a:pPr marL="914400" lvl="1" indent="-457200" algn="just">
              <a:buFont typeface="Arial,Sans-Serif" panose="020B0604020202020204" pitchFamily="34" charset="0"/>
              <a:buChar char="•"/>
              <a:defRPr/>
            </a:pPr>
            <a:r>
              <a:rPr lang="en-US" sz="3000" dirty="0">
                <a:latin typeface="Arial"/>
                <a:cs typeface="Arial"/>
              </a:rPr>
              <a:t>Research current pedagogies for teaching programming.</a:t>
            </a:r>
          </a:p>
          <a:p>
            <a:pPr marL="914400" lvl="1" indent="-457200" algn="just">
              <a:buFont typeface="Arial,Sans-Serif" panose="020B0604020202020204" pitchFamily="34" charset="0"/>
              <a:buChar char="•"/>
              <a:defRPr/>
            </a:pPr>
            <a:r>
              <a:rPr lang="en-US" sz="3000" dirty="0">
                <a:latin typeface="Arial"/>
                <a:cs typeface="Arial"/>
              </a:rPr>
              <a:t>Better align the curriculum.</a:t>
            </a:r>
            <a:endParaRPr lang="en-US" dirty="0">
              <a:cs typeface="Arial" panose="020B0604020202020204" pitchFamily="34" charset="0"/>
            </a:endParaRPr>
          </a:p>
          <a:p>
            <a:pPr marL="457200" indent="-457200" algn="just">
              <a:buFont typeface="Arial,Sans-Serif" panose="020B0604020202020204" pitchFamily="34" charset="0"/>
              <a:buChar char="•"/>
              <a:defRPr/>
            </a:pPr>
            <a:endParaRPr lang="en-US" sz="3000">
              <a:latin typeface="Arial"/>
              <a:cs typeface="Arial"/>
            </a:endParaRPr>
          </a:p>
          <a:p>
            <a:pPr marL="457200" indent="-457200" eaLnBrk="1" hangingPunct="1">
              <a:buFont typeface="Arial" panose="020B0604020202020204" pitchFamily="34" charset="0"/>
              <a:buChar char="•"/>
              <a:defRPr/>
            </a:pPr>
            <a:endParaRPr lang="en-US" altLang="en-US" sz="3000">
              <a:latin typeface="Times New Roman" panose="02020603050405020304" pitchFamily="18" charset="0"/>
              <a:cs typeface="Times New Roman" panose="02020603050405020304" pitchFamily="18" charset="0"/>
            </a:endParaRPr>
          </a:p>
          <a:p>
            <a:pPr algn="ctr" eaLnBrk="1" hangingPunct="1">
              <a:defRPr/>
            </a:pPr>
            <a:r>
              <a:rPr lang="en-US" altLang="en-US" sz="3000" b="1" dirty="0">
                <a:latin typeface="Times New Roman"/>
                <a:cs typeface="Times New Roman"/>
              </a:rPr>
              <a:t>Figure 1 A-B-C: DFWI Rates of COMS 2104,  </a:t>
            </a:r>
            <a:r>
              <a:rPr lang="en-US" sz="3000" b="1" dirty="0">
                <a:latin typeface="Times New Roman"/>
                <a:cs typeface="Times New Roman"/>
              </a:rPr>
              <a:t>DFWI Rates of COMS 2203, DFWI Rates of COMS 2213</a:t>
            </a:r>
          </a:p>
        </p:txBody>
      </p:sp>
      <p:sp>
        <p:nvSpPr>
          <p:cNvPr id="5128" name="Text Box 410">
            <a:extLst>
              <a:ext uri="{FF2B5EF4-FFF2-40B4-BE49-F238E27FC236}">
                <a16:creationId xmlns:a16="http://schemas.microsoft.com/office/drawing/2014/main" id="{4DEF7959-CB3A-8B46-57AE-8B9976460778}"/>
              </a:ext>
            </a:extLst>
          </p:cNvPr>
          <p:cNvSpPr txBox="1">
            <a:spLocks noChangeArrowheads="1"/>
          </p:cNvSpPr>
          <p:nvPr/>
        </p:nvSpPr>
        <p:spPr bwMode="auto">
          <a:xfrm>
            <a:off x="11490325" y="15328900"/>
            <a:ext cx="20761325" cy="553804"/>
          </a:xfrm>
          <a:prstGeom prst="rect">
            <a:avLst/>
          </a:prstGeom>
          <a:solidFill>
            <a:srgbClr val="072D2A"/>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267" tIns="45624" rIns="91267" bIns="45624" anchor="t">
            <a:spAutoFit/>
          </a:bodyPr>
          <a:lstStyle>
            <a:lvl1pPr>
              <a:spcBef>
                <a:spcPct val="20000"/>
              </a:spcBef>
              <a:buChar char="•"/>
              <a:defRPr sz="2900">
                <a:solidFill>
                  <a:schemeClr val="tx1"/>
                </a:solidFill>
                <a:latin typeface="Arial" panose="020B0604020202020204" pitchFamily="34" charset="0"/>
              </a:defRPr>
            </a:lvl1pPr>
            <a:lvl2pPr marL="742950" indent="-285750">
              <a:spcBef>
                <a:spcPct val="20000"/>
              </a:spcBef>
              <a:buChar char="–"/>
              <a:defRPr sz="29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1900">
                <a:solidFill>
                  <a:schemeClr val="tx1"/>
                </a:solidFill>
                <a:latin typeface="Arial" panose="020B0604020202020204" pitchFamily="34" charset="0"/>
              </a:defRPr>
            </a:lvl4pPr>
            <a:lvl5pPr marL="2057400" indent="-228600">
              <a:spcBef>
                <a:spcPct val="20000"/>
              </a:spcBef>
              <a:buChar char="»"/>
              <a:defRPr sz="19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9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9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9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900">
                <a:solidFill>
                  <a:schemeClr val="tx1"/>
                </a:solidFill>
                <a:latin typeface="Arial" panose="020B0604020202020204" pitchFamily="34" charset="0"/>
              </a:defRPr>
            </a:lvl9pPr>
          </a:lstStyle>
          <a:p>
            <a:pPr algn="ctr">
              <a:buNone/>
            </a:pPr>
            <a:r>
              <a:rPr lang="en-US" sz="3000" b="1" dirty="0">
                <a:solidFill>
                  <a:srgbClr val="F8F8F8"/>
                </a:solidFill>
                <a:latin typeface="Times New Roman"/>
                <a:cs typeface="Times New Roman"/>
              </a:rPr>
              <a:t>Project Action Plan</a:t>
            </a:r>
            <a:endParaRPr lang="en-US" sz="3000" dirty="0">
              <a:latin typeface="Arial"/>
              <a:cs typeface="Arial"/>
            </a:endParaRPr>
          </a:p>
        </p:txBody>
      </p:sp>
      <p:sp>
        <p:nvSpPr>
          <p:cNvPr id="2459" name="Text Box 411">
            <a:extLst>
              <a:ext uri="{FF2B5EF4-FFF2-40B4-BE49-F238E27FC236}">
                <a16:creationId xmlns:a16="http://schemas.microsoft.com/office/drawing/2014/main" id="{5B0EE477-C8C8-392D-F87C-86337DADFE13}"/>
              </a:ext>
            </a:extLst>
          </p:cNvPr>
          <p:cNvSpPr txBox="1">
            <a:spLocks noChangeArrowheads="1"/>
          </p:cNvSpPr>
          <p:nvPr/>
        </p:nvSpPr>
        <p:spPr bwMode="auto">
          <a:xfrm>
            <a:off x="11494629" y="15146749"/>
            <a:ext cx="20875897" cy="8925520"/>
          </a:xfrm>
          <a:prstGeom prst="rect">
            <a:avLst/>
          </a:prstGeom>
          <a:noFill/>
          <a:ln>
            <a:noFill/>
          </a:ln>
          <a:effectLst/>
        </p:spPr>
        <p:txBody>
          <a:bodyPr wrap="square" lIns="457200" tIns="457200" rIns="457200" bIns="457200" anchor="t">
            <a:spAutoFit/>
          </a:bodyPr>
          <a:lstStyle>
            <a:lvl1pPr defTabSz="4389438">
              <a:defRPr>
                <a:solidFill>
                  <a:schemeClr val="tx1"/>
                </a:solidFill>
                <a:latin typeface="Arial" panose="020B0604020202020204" pitchFamily="34" charset="0"/>
              </a:defRPr>
            </a:lvl1pPr>
            <a:lvl2pPr defTabSz="4389438">
              <a:defRPr>
                <a:solidFill>
                  <a:schemeClr val="tx1"/>
                </a:solidFill>
                <a:latin typeface="Arial" panose="020B0604020202020204" pitchFamily="34" charset="0"/>
              </a:defRPr>
            </a:lvl2pPr>
            <a:lvl3pPr defTabSz="4389438">
              <a:defRPr>
                <a:solidFill>
                  <a:schemeClr val="tx1"/>
                </a:solidFill>
                <a:latin typeface="Arial" panose="020B0604020202020204" pitchFamily="34" charset="0"/>
              </a:defRPr>
            </a:lvl3pPr>
            <a:lvl4pPr defTabSz="4389438">
              <a:defRPr>
                <a:solidFill>
                  <a:schemeClr val="tx1"/>
                </a:solidFill>
                <a:latin typeface="Arial" panose="020B0604020202020204" pitchFamily="34" charset="0"/>
              </a:defRPr>
            </a:lvl4pPr>
            <a:lvl5pPr defTabSz="4389438">
              <a:defRPr>
                <a:solidFill>
                  <a:schemeClr val="tx1"/>
                </a:solidFill>
                <a:latin typeface="Arial" panose="020B0604020202020204" pitchFamily="34" charset="0"/>
              </a:defRPr>
            </a:lvl5pPr>
            <a:lvl6pPr defTabSz="4389438" fontAlgn="base">
              <a:spcBef>
                <a:spcPct val="0"/>
              </a:spcBef>
              <a:spcAft>
                <a:spcPct val="0"/>
              </a:spcAft>
              <a:defRPr>
                <a:solidFill>
                  <a:schemeClr val="tx1"/>
                </a:solidFill>
                <a:latin typeface="Arial" panose="020B0604020202020204" pitchFamily="34" charset="0"/>
              </a:defRPr>
            </a:lvl6pPr>
            <a:lvl7pPr defTabSz="4389438" fontAlgn="base">
              <a:spcBef>
                <a:spcPct val="0"/>
              </a:spcBef>
              <a:spcAft>
                <a:spcPct val="0"/>
              </a:spcAft>
              <a:defRPr>
                <a:solidFill>
                  <a:schemeClr val="tx1"/>
                </a:solidFill>
                <a:latin typeface="Arial" panose="020B0604020202020204" pitchFamily="34" charset="0"/>
              </a:defRPr>
            </a:lvl7pPr>
            <a:lvl8pPr defTabSz="4389438" fontAlgn="base">
              <a:spcBef>
                <a:spcPct val="0"/>
              </a:spcBef>
              <a:spcAft>
                <a:spcPct val="0"/>
              </a:spcAft>
              <a:defRPr>
                <a:solidFill>
                  <a:schemeClr val="tx1"/>
                </a:solidFill>
                <a:latin typeface="Arial" panose="020B0604020202020204" pitchFamily="34" charset="0"/>
              </a:defRPr>
            </a:lvl8pPr>
            <a:lvl9pPr defTabSz="4389438" fontAlgn="base">
              <a:spcBef>
                <a:spcPct val="0"/>
              </a:spcBef>
              <a:spcAft>
                <a:spcPct val="0"/>
              </a:spcAft>
              <a:defRPr>
                <a:solidFill>
                  <a:schemeClr val="tx1"/>
                </a:solidFill>
                <a:latin typeface="Arial" panose="020B0604020202020204" pitchFamily="34" charset="0"/>
              </a:defRPr>
            </a:lvl9pPr>
          </a:lstStyle>
          <a:p>
            <a:pPr marL="457200" indent="-457200" eaLnBrk="1" hangingPunct="1">
              <a:buFont typeface="Arial" panose="020B0604020202020204" pitchFamily="34" charset="0"/>
              <a:buChar char="•"/>
              <a:defRPr/>
            </a:pPr>
            <a:endParaRPr lang="en-US" sz="2000">
              <a:latin typeface="Times New Roman" panose="02020603050405020304" pitchFamily="18" charset="0"/>
              <a:cs typeface="Times New Roman" panose="02020603050405020304" pitchFamily="18" charset="0"/>
            </a:endParaRPr>
          </a:p>
          <a:p>
            <a:pPr marL="457200" indent="-457200" eaLnBrk="1" hangingPunct="1">
              <a:buFont typeface="Arial" panose="020B0604020202020204" pitchFamily="34" charset="0"/>
              <a:buChar char="•"/>
              <a:defRPr/>
            </a:pPr>
            <a:endParaRPr lang="en-US" altLang="en-US" sz="2000">
              <a:latin typeface="Times New Roman" panose="02020603050405020304" pitchFamily="18" charset="0"/>
              <a:cs typeface="Times New Roman" panose="02020603050405020304" pitchFamily="18" charset="0"/>
            </a:endParaRPr>
          </a:p>
          <a:p>
            <a:pPr algn="just">
              <a:defRPr/>
            </a:pPr>
            <a:r>
              <a:rPr lang="en-US" sz="2000" dirty="0">
                <a:latin typeface="Arial"/>
                <a:cs typeface="Arial"/>
              </a:rPr>
              <a:t>Action Plan 1:Create comprehensive programming tutoring laboratories connected to the computer science (CS) curriculum within the Department of Computer and Information Science (CIS) to support dynamic collaborative learning and project-based coding activities.</a:t>
            </a:r>
            <a:endParaRPr lang="en-US" sz="2000" dirty="0">
              <a:cs typeface="Arial" panose="020B0604020202020204" pitchFamily="34" charset="0"/>
            </a:endParaRPr>
          </a:p>
          <a:p>
            <a:pPr algn="just">
              <a:defRPr/>
            </a:pPr>
            <a:endParaRPr lang="en-US" sz="2000">
              <a:latin typeface="Arial"/>
              <a:cs typeface="Arial"/>
            </a:endParaRPr>
          </a:p>
          <a:p>
            <a:pPr marL="342900" indent="-342900" algn="just">
              <a:buFont typeface="Arial"/>
              <a:buChar char="•"/>
              <a:defRPr/>
            </a:pPr>
            <a:r>
              <a:rPr lang="en-US" sz="2000" dirty="0">
                <a:latin typeface="Arial"/>
                <a:cs typeface="Arial"/>
              </a:rPr>
              <a:t>Semester 1 (Spring 2022): Equipment acquisition and start deployment and utilize by at least 10~25 using them daily</a:t>
            </a:r>
            <a:endParaRPr lang="en-US" sz="2000" dirty="0">
              <a:cs typeface="Arial" panose="020B0604020202020204" pitchFamily="34" charset="0"/>
            </a:endParaRPr>
          </a:p>
          <a:p>
            <a:pPr marL="342900" indent="-342900" algn="just">
              <a:buFont typeface="Arial"/>
              <a:buChar char="•"/>
              <a:defRPr/>
            </a:pPr>
            <a:r>
              <a:rPr lang="en-US" sz="2000" dirty="0">
                <a:latin typeface="Arial"/>
                <a:cs typeface="Arial"/>
              </a:rPr>
              <a:t>Semester 2 (Fall 2022): Fully operational lab and utilized by all students enrolled in PS courses at ATU</a:t>
            </a:r>
            <a:endParaRPr lang="en-US" sz="2000" dirty="0">
              <a:cs typeface="Arial" panose="020B0604020202020204" pitchFamily="34" charset="0"/>
            </a:endParaRPr>
          </a:p>
          <a:p>
            <a:pPr marL="342900" indent="-342900" algn="just">
              <a:buFont typeface="Arial"/>
              <a:buChar char="•"/>
              <a:defRPr/>
            </a:pPr>
            <a:r>
              <a:rPr lang="en-US" sz="2000" dirty="0">
                <a:latin typeface="Arial"/>
                <a:cs typeface="Arial"/>
              </a:rPr>
              <a:t>Semester 3 (Spring 2023): Retention/completion in COMS 2104, COMS 2203, and COMS 2213 increased by 10%.</a:t>
            </a:r>
            <a:endParaRPr lang="en-US" sz="2000" dirty="0">
              <a:cs typeface="Arial" panose="020B0604020202020204" pitchFamily="34" charset="0"/>
            </a:endParaRPr>
          </a:p>
          <a:p>
            <a:pPr marL="342900" indent="-342900" algn="just">
              <a:buFont typeface="Arial"/>
              <a:buChar char="•"/>
              <a:defRPr/>
            </a:pPr>
            <a:r>
              <a:rPr lang="en-US" sz="2000" dirty="0">
                <a:latin typeface="Arial"/>
                <a:cs typeface="Arial"/>
              </a:rPr>
              <a:t>Semester 4 (Fall 2023): Retention/completion in COMS 2104, COMS 2203, and COMS 2213 increased by 10% from semester 1 &amp; 2.</a:t>
            </a:r>
            <a:endParaRPr lang="en-US" sz="2000" dirty="0">
              <a:cs typeface="Arial" panose="020B0604020202020204" pitchFamily="34" charset="0"/>
            </a:endParaRPr>
          </a:p>
          <a:p>
            <a:pPr algn="just">
              <a:defRPr/>
            </a:pPr>
            <a:endParaRPr lang="en-US" sz="2000">
              <a:latin typeface="Arial"/>
              <a:cs typeface="Arial"/>
            </a:endParaRPr>
          </a:p>
          <a:p>
            <a:pPr algn="just">
              <a:defRPr/>
            </a:pPr>
            <a:r>
              <a:rPr lang="en-US" sz="2000" dirty="0">
                <a:latin typeface="Arial"/>
                <a:cs typeface="Arial"/>
              </a:rPr>
              <a:t>Action Plan 2:Develop a Social Media PS reaction system (SMPSRM): To measure students' understanding of programming/Data structure topics using social analytics tools in the classroom.</a:t>
            </a:r>
            <a:endParaRPr lang="en-US" sz="2000" dirty="0">
              <a:cs typeface="Arial"/>
            </a:endParaRPr>
          </a:p>
          <a:p>
            <a:pPr marL="342900" indent="-342900" algn="just">
              <a:buFont typeface="Arial"/>
              <a:buChar char="•"/>
              <a:defRPr/>
            </a:pPr>
            <a:r>
              <a:rPr lang="en-US" sz="2000" dirty="0">
                <a:latin typeface="Arial"/>
                <a:cs typeface="Arial"/>
              </a:rPr>
              <a:t>Semester 2 (Fall 2022): 20~25 participants enrolled in COMS 2104, COMS 2203, and COMS 2213.</a:t>
            </a:r>
            <a:endParaRPr lang="en-US" sz="2000" dirty="0">
              <a:cs typeface="Arial"/>
            </a:endParaRPr>
          </a:p>
          <a:p>
            <a:pPr marL="342900" indent="-342900" algn="just">
              <a:buFont typeface="Arial"/>
              <a:buChar char="•"/>
              <a:defRPr/>
            </a:pPr>
            <a:r>
              <a:rPr lang="en-US" sz="2000" dirty="0">
                <a:latin typeface="Arial"/>
                <a:cs typeface="Arial"/>
              </a:rPr>
              <a:t>Semester 3 (Spring 2023): 10% increase in participation from semester 2 in social media sites.</a:t>
            </a:r>
            <a:endParaRPr lang="en-US" sz="2000" dirty="0">
              <a:cs typeface="Arial"/>
            </a:endParaRPr>
          </a:p>
          <a:p>
            <a:pPr marL="342900" indent="-342900" algn="just">
              <a:buFont typeface="Arial"/>
              <a:buChar char="•"/>
              <a:defRPr/>
            </a:pPr>
            <a:r>
              <a:rPr lang="en-US" sz="2000" dirty="0">
                <a:latin typeface="Arial"/>
                <a:cs typeface="Arial"/>
              </a:rPr>
              <a:t>Semester 4 (Fall 2023): 10% increase in participation from semester 3 in social media sites.</a:t>
            </a:r>
            <a:endParaRPr lang="en-US" sz="2000" dirty="0">
              <a:cs typeface="Arial"/>
            </a:endParaRPr>
          </a:p>
          <a:p>
            <a:pPr algn="just">
              <a:defRPr/>
            </a:pPr>
            <a:endParaRPr lang="en-US" sz="2000">
              <a:latin typeface="Arial"/>
              <a:cs typeface="Arial"/>
            </a:endParaRPr>
          </a:p>
          <a:p>
            <a:pPr algn="just">
              <a:defRPr/>
            </a:pPr>
            <a:r>
              <a:rPr lang="en-US" sz="2000" dirty="0">
                <a:latin typeface="Arial"/>
                <a:cs typeface="Arial"/>
              </a:rPr>
              <a:t>Action Plan 3:Programming Sequence Curriculum Alignment.</a:t>
            </a:r>
            <a:endParaRPr lang="en-US" sz="2000" dirty="0">
              <a:cs typeface="Arial"/>
            </a:endParaRPr>
          </a:p>
          <a:p>
            <a:pPr marL="342900" indent="-342900" algn="just">
              <a:buFont typeface="Arial"/>
              <a:buChar char="•"/>
              <a:defRPr/>
            </a:pPr>
            <a:r>
              <a:rPr lang="en-US" sz="2000" dirty="0">
                <a:latin typeface="Arial"/>
                <a:cs typeface="Arial"/>
              </a:rPr>
              <a:t>Identify curriculum content for which an increased emphasis on critical thinking, analytical skills is appropriate within several different sections in the PS.</a:t>
            </a:r>
            <a:endParaRPr lang="en-US" sz="2000" dirty="0">
              <a:cs typeface="Arial"/>
            </a:endParaRPr>
          </a:p>
          <a:p>
            <a:pPr marL="342900" indent="-342900" algn="just">
              <a:buFont typeface="Arial"/>
              <a:buChar char="•"/>
              <a:defRPr/>
            </a:pPr>
            <a:r>
              <a:rPr lang="en-US" sz="2000" dirty="0">
                <a:latin typeface="Arial"/>
                <a:cs typeface="Arial"/>
              </a:rPr>
              <a:t>Examine the creation of team-taught PS courses within CIS faculty members using lab technologies.</a:t>
            </a:r>
            <a:endParaRPr lang="en-US" sz="2000" dirty="0">
              <a:cs typeface="Arial"/>
            </a:endParaRPr>
          </a:p>
          <a:p>
            <a:pPr marL="342900" indent="-342900" algn="just">
              <a:buFont typeface="Arial"/>
              <a:buChar char="•"/>
              <a:defRPr/>
            </a:pPr>
            <a:r>
              <a:rPr lang="en-US" sz="2000" dirty="0">
                <a:latin typeface="Arial"/>
                <a:cs typeface="Arial"/>
              </a:rPr>
              <a:t>Increase dialogue among faculty within the departments to increase awareness of relevance, usage, benefits of the changes within other disciplines, and the value of these approaches to STEM students' career paths.</a:t>
            </a:r>
            <a:endParaRPr lang="en-US" sz="2000" dirty="0">
              <a:cs typeface="Arial"/>
            </a:endParaRPr>
          </a:p>
          <a:p>
            <a:pPr algn="just">
              <a:defRPr/>
            </a:pPr>
            <a:endParaRPr lang="en-US" sz="2000">
              <a:latin typeface="Arial"/>
              <a:cs typeface="Arial"/>
            </a:endParaRPr>
          </a:p>
          <a:p>
            <a:pPr algn="just">
              <a:defRPr/>
            </a:pPr>
            <a:r>
              <a:rPr lang="en-US" sz="2000" dirty="0">
                <a:latin typeface="Arial"/>
                <a:cs typeface="Arial"/>
              </a:rPr>
              <a:t>Action Plan 4:Programming Sequence Curriculum Alignment Faculty Development in New programming Sequence Pedagogies.</a:t>
            </a:r>
            <a:endParaRPr lang="en-US" sz="2000" dirty="0">
              <a:cs typeface="Arial"/>
            </a:endParaRPr>
          </a:p>
          <a:p>
            <a:pPr marL="342900" indent="-342900" algn="just">
              <a:buFont typeface="Arial"/>
              <a:buChar char="•"/>
              <a:defRPr/>
            </a:pPr>
            <a:r>
              <a:rPr lang="en-US" sz="2000" dirty="0">
                <a:latin typeface="Arial"/>
                <a:cs typeface="Arial"/>
              </a:rPr>
              <a:t>Develop a training program for CIS faculty in PS pedagogies models for PS curriculum as listed in object 2</a:t>
            </a:r>
            <a:endParaRPr lang="en-US" sz="2000" dirty="0">
              <a:cs typeface="Arial"/>
            </a:endParaRPr>
          </a:p>
          <a:p>
            <a:pPr marL="342900" indent="-342900" algn="just">
              <a:buFont typeface="Arial"/>
              <a:buChar char="•"/>
              <a:defRPr/>
            </a:pPr>
            <a:r>
              <a:rPr lang="en-US" sz="2000" dirty="0">
                <a:latin typeface="Arial"/>
                <a:cs typeface="Arial"/>
              </a:rPr>
              <a:t>Develop a departmental wiki training series for faculty to train them to leverage digital tools such as </a:t>
            </a:r>
            <a:r>
              <a:rPr lang="en-US" sz="2000" dirty="0" err="1">
                <a:latin typeface="Arial"/>
                <a:cs typeface="Arial"/>
              </a:rPr>
              <a:t>leetCode</a:t>
            </a:r>
            <a:r>
              <a:rPr lang="en-US" sz="2000" dirty="0">
                <a:latin typeface="Arial"/>
                <a:cs typeface="Arial"/>
              </a:rPr>
              <a:t> &amp; </a:t>
            </a:r>
            <a:r>
              <a:rPr lang="en-US" sz="2000" dirty="0" err="1">
                <a:latin typeface="Arial"/>
                <a:cs typeface="Arial"/>
              </a:rPr>
              <a:t>HackerRank</a:t>
            </a:r>
            <a:r>
              <a:rPr lang="en-US" sz="2000" dirty="0">
                <a:latin typeface="Arial"/>
                <a:cs typeface="Arial"/>
              </a:rPr>
              <a:t>.</a:t>
            </a:r>
            <a:endParaRPr lang="en-US" sz="2000" dirty="0">
              <a:cs typeface="Arial"/>
            </a:endParaRPr>
          </a:p>
          <a:p>
            <a:pPr marL="342900" indent="-342900" algn="just">
              <a:buFont typeface="Arial"/>
              <a:buChar char="•"/>
              <a:defRPr/>
            </a:pPr>
            <a:r>
              <a:rPr lang="en-US" sz="2000" dirty="0">
                <a:latin typeface="Arial"/>
                <a:cs typeface="Arial"/>
              </a:rPr>
              <a:t>Encourage faculty to participate in national conferences to receive training in the new curriculum efforts and student learning approaches.</a:t>
            </a:r>
            <a:endParaRPr lang="en-US" sz="2000" dirty="0">
              <a:cs typeface="Arial"/>
            </a:endParaRPr>
          </a:p>
        </p:txBody>
      </p:sp>
      <p:sp>
        <p:nvSpPr>
          <p:cNvPr id="5130" name="Text Box 417">
            <a:extLst>
              <a:ext uri="{FF2B5EF4-FFF2-40B4-BE49-F238E27FC236}">
                <a16:creationId xmlns:a16="http://schemas.microsoft.com/office/drawing/2014/main" id="{21B8CDBC-7AAD-7DC6-B43E-EF66884DBD10}"/>
              </a:ext>
            </a:extLst>
          </p:cNvPr>
          <p:cNvSpPr txBox="1">
            <a:spLocks noChangeArrowheads="1"/>
          </p:cNvSpPr>
          <p:nvPr/>
        </p:nvSpPr>
        <p:spPr bwMode="auto">
          <a:xfrm>
            <a:off x="33035197" y="5648490"/>
            <a:ext cx="10009949" cy="553804"/>
          </a:xfrm>
          <a:prstGeom prst="rect">
            <a:avLst/>
          </a:prstGeom>
          <a:solidFill>
            <a:srgbClr val="072D2A"/>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267" tIns="45624" rIns="91267" bIns="45624" anchor="t">
            <a:spAutoFit/>
          </a:bodyPr>
          <a:lstStyle>
            <a:lvl1pPr>
              <a:spcBef>
                <a:spcPct val="20000"/>
              </a:spcBef>
              <a:buChar char="•"/>
              <a:defRPr sz="2900">
                <a:solidFill>
                  <a:schemeClr val="tx1"/>
                </a:solidFill>
                <a:latin typeface="Arial" panose="020B0604020202020204" pitchFamily="34" charset="0"/>
              </a:defRPr>
            </a:lvl1pPr>
            <a:lvl2pPr marL="742950" indent="-285750">
              <a:spcBef>
                <a:spcPct val="20000"/>
              </a:spcBef>
              <a:buChar char="–"/>
              <a:defRPr sz="29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1900">
                <a:solidFill>
                  <a:schemeClr val="tx1"/>
                </a:solidFill>
                <a:latin typeface="Arial" panose="020B0604020202020204" pitchFamily="34" charset="0"/>
              </a:defRPr>
            </a:lvl4pPr>
            <a:lvl5pPr marL="2057400" indent="-228600">
              <a:spcBef>
                <a:spcPct val="20000"/>
              </a:spcBef>
              <a:buChar char="»"/>
              <a:defRPr sz="19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9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9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9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900">
                <a:solidFill>
                  <a:schemeClr val="tx1"/>
                </a:solidFill>
                <a:latin typeface="Arial" panose="020B0604020202020204" pitchFamily="34" charset="0"/>
              </a:defRPr>
            </a:lvl9pPr>
          </a:lstStyle>
          <a:p>
            <a:pPr algn="ctr">
              <a:spcBef>
                <a:spcPct val="50000"/>
              </a:spcBef>
              <a:buNone/>
            </a:pPr>
            <a:r>
              <a:rPr lang="en-US" sz="3000" b="1" dirty="0">
                <a:solidFill>
                  <a:srgbClr val="F8F8F8"/>
                </a:solidFill>
                <a:latin typeface="Times New Roman"/>
                <a:cs typeface="Times New Roman"/>
              </a:rPr>
              <a:t>Students Survey Result</a:t>
            </a:r>
            <a:endParaRPr lang="en-US" dirty="0"/>
          </a:p>
        </p:txBody>
      </p:sp>
      <p:sp>
        <p:nvSpPr>
          <p:cNvPr id="5132" name="Text Box 478">
            <a:extLst>
              <a:ext uri="{FF2B5EF4-FFF2-40B4-BE49-F238E27FC236}">
                <a16:creationId xmlns:a16="http://schemas.microsoft.com/office/drawing/2014/main" id="{E17B5CDB-42AA-10D1-D27C-8B7C7B5B349C}"/>
              </a:ext>
            </a:extLst>
          </p:cNvPr>
          <p:cNvSpPr txBox="1">
            <a:spLocks noChangeArrowheads="1"/>
          </p:cNvSpPr>
          <p:nvPr/>
        </p:nvSpPr>
        <p:spPr bwMode="auto">
          <a:xfrm>
            <a:off x="713343" y="26391071"/>
            <a:ext cx="9982200" cy="554038"/>
          </a:xfrm>
          <a:prstGeom prst="rect">
            <a:avLst/>
          </a:prstGeom>
          <a:solidFill>
            <a:srgbClr val="072D2A"/>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267" tIns="45624" rIns="91267" bIns="45624" anchor="t">
            <a:spAutoFit/>
          </a:bodyPr>
          <a:lstStyle>
            <a:lvl1pPr>
              <a:spcBef>
                <a:spcPct val="20000"/>
              </a:spcBef>
              <a:buChar char="•"/>
              <a:defRPr sz="2900">
                <a:solidFill>
                  <a:schemeClr val="tx1"/>
                </a:solidFill>
                <a:latin typeface="Arial" panose="020B0604020202020204" pitchFamily="34" charset="0"/>
              </a:defRPr>
            </a:lvl1pPr>
            <a:lvl2pPr marL="742950" indent="-285750">
              <a:spcBef>
                <a:spcPct val="20000"/>
              </a:spcBef>
              <a:buChar char="–"/>
              <a:defRPr sz="29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1900">
                <a:solidFill>
                  <a:schemeClr val="tx1"/>
                </a:solidFill>
                <a:latin typeface="Arial" panose="020B0604020202020204" pitchFamily="34" charset="0"/>
              </a:defRPr>
            </a:lvl4pPr>
            <a:lvl5pPr marL="2057400" indent="-228600">
              <a:spcBef>
                <a:spcPct val="20000"/>
              </a:spcBef>
              <a:buChar char="»"/>
              <a:defRPr sz="19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9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9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9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900">
                <a:solidFill>
                  <a:schemeClr val="tx1"/>
                </a:solidFill>
                <a:latin typeface="Arial" panose="020B0604020202020204" pitchFamily="34" charset="0"/>
              </a:defRPr>
            </a:lvl9pPr>
          </a:lstStyle>
          <a:p>
            <a:pPr algn="ctr">
              <a:spcBef>
                <a:spcPct val="50000"/>
              </a:spcBef>
              <a:buNone/>
            </a:pPr>
            <a:r>
              <a:rPr lang="en-US" altLang="en-US" sz="3000" b="1">
                <a:solidFill>
                  <a:srgbClr val="F8F8F8"/>
                </a:solidFill>
                <a:latin typeface="Times New Roman"/>
                <a:cs typeface="Times New Roman"/>
              </a:rPr>
              <a:t>Unique Aspects of Proposed Project</a:t>
            </a:r>
          </a:p>
        </p:txBody>
      </p:sp>
      <p:sp>
        <p:nvSpPr>
          <p:cNvPr id="5134" name="Text Box 480">
            <a:extLst>
              <a:ext uri="{FF2B5EF4-FFF2-40B4-BE49-F238E27FC236}">
                <a16:creationId xmlns:a16="http://schemas.microsoft.com/office/drawing/2014/main" id="{C733E727-DD01-F97F-0B6C-603AAB130A66}"/>
              </a:ext>
            </a:extLst>
          </p:cNvPr>
          <p:cNvSpPr txBox="1">
            <a:spLocks noChangeArrowheads="1"/>
          </p:cNvSpPr>
          <p:nvPr/>
        </p:nvSpPr>
        <p:spPr bwMode="auto">
          <a:xfrm>
            <a:off x="11431284" y="24710824"/>
            <a:ext cx="20807383" cy="553804"/>
          </a:xfrm>
          <a:prstGeom prst="rect">
            <a:avLst/>
          </a:prstGeom>
          <a:solidFill>
            <a:srgbClr val="072D2A"/>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267" tIns="45624" rIns="91267" bIns="45624" anchor="t">
            <a:spAutoFit/>
          </a:bodyPr>
          <a:lstStyle>
            <a:lvl1pPr>
              <a:spcBef>
                <a:spcPct val="20000"/>
              </a:spcBef>
              <a:buChar char="•"/>
              <a:defRPr sz="2900">
                <a:solidFill>
                  <a:schemeClr val="tx1"/>
                </a:solidFill>
                <a:latin typeface="Arial" panose="020B0604020202020204" pitchFamily="34" charset="0"/>
              </a:defRPr>
            </a:lvl1pPr>
            <a:lvl2pPr marL="742950" indent="-285750">
              <a:spcBef>
                <a:spcPct val="20000"/>
              </a:spcBef>
              <a:buChar char="–"/>
              <a:defRPr sz="29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1900">
                <a:solidFill>
                  <a:schemeClr val="tx1"/>
                </a:solidFill>
                <a:latin typeface="Arial" panose="020B0604020202020204" pitchFamily="34" charset="0"/>
              </a:defRPr>
            </a:lvl4pPr>
            <a:lvl5pPr marL="2057400" indent="-228600">
              <a:spcBef>
                <a:spcPct val="20000"/>
              </a:spcBef>
              <a:buChar char="»"/>
              <a:defRPr sz="19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9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9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9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900">
                <a:solidFill>
                  <a:schemeClr val="tx1"/>
                </a:solidFill>
                <a:latin typeface="Arial" panose="020B0604020202020204" pitchFamily="34" charset="0"/>
              </a:defRPr>
            </a:lvl9pPr>
          </a:lstStyle>
          <a:p>
            <a:pPr algn="ctr">
              <a:spcBef>
                <a:spcPct val="50000"/>
              </a:spcBef>
              <a:buNone/>
            </a:pPr>
            <a:r>
              <a:rPr lang="en-US" altLang="en-US" sz="3000" b="1" dirty="0">
                <a:solidFill>
                  <a:srgbClr val="F8F8F8"/>
                </a:solidFill>
                <a:latin typeface="Times New Roman"/>
                <a:cs typeface="Times New Roman"/>
              </a:rPr>
              <a:t>Action Plan 1 Result</a:t>
            </a:r>
            <a:endParaRPr lang="en-US" dirty="0"/>
          </a:p>
        </p:txBody>
      </p:sp>
      <p:sp>
        <p:nvSpPr>
          <p:cNvPr id="2529" name="Text Box 481">
            <a:extLst>
              <a:ext uri="{FF2B5EF4-FFF2-40B4-BE49-F238E27FC236}">
                <a16:creationId xmlns:a16="http://schemas.microsoft.com/office/drawing/2014/main" id="{A7738291-EEFE-3E28-DAA5-1FE378697405}"/>
              </a:ext>
            </a:extLst>
          </p:cNvPr>
          <p:cNvSpPr txBox="1">
            <a:spLocks noChangeArrowheads="1"/>
          </p:cNvSpPr>
          <p:nvPr/>
        </p:nvSpPr>
        <p:spPr bwMode="auto">
          <a:xfrm>
            <a:off x="471631" y="26948345"/>
            <a:ext cx="9993062" cy="5539978"/>
          </a:xfrm>
          <a:prstGeom prst="rect">
            <a:avLst/>
          </a:prstGeom>
          <a:noFill/>
          <a:ln>
            <a:noFill/>
          </a:ln>
          <a:effectLst/>
        </p:spPr>
        <p:txBody>
          <a:bodyPr wrap="square" lIns="457200" tIns="457200" rIns="457200" bIns="457200" anchor="t">
            <a:spAutoFit/>
          </a:bodyPr>
          <a:lstStyle>
            <a:lvl1pPr defTabSz="4389438">
              <a:defRPr>
                <a:solidFill>
                  <a:schemeClr val="tx1"/>
                </a:solidFill>
                <a:latin typeface="Arial" panose="020B0604020202020204" pitchFamily="34" charset="0"/>
              </a:defRPr>
            </a:lvl1pPr>
            <a:lvl2pPr marL="857250" indent="-400050" defTabSz="4389438">
              <a:defRPr>
                <a:solidFill>
                  <a:schemeClr val="tx1"/>
                </a:solidFill>
                <a:latin typeface="Arial" panose="020B0604020202020204" pitchFamily="34" charset="0"/>
              </a:defRPr>
            </a:lvl2pPr>
            <a:lvl3pPr marL="1143000" defTabSz="4389438">
              <a:defRPr>
                <a:solidFill>
                  <a:schemeClr val="tx1"/>
                </a:solidFill>
                <a:latin typeface="Arial" panose="020B0604020202020204" pitchFamily="34" charset="0"/>
              </a:defRPr>
            </a:lvl3pPr>
            <a:lvl4pPr defTabSz="4389438">
              <a:defRPr>
                <a:solidFill>
                  <a:schemeClr val="tx1"/>
                </a:solidFill>
                <a:latin typeface="Arial" panose="020B0604020202020204" pitchFamily="34" charset="0"/>
              </a:defRPr>
            </a:lvl4pPr>
            <a:lvl5pPr defTabSz="4389438">
              <a:defRPr>
                <a:solidFill>
                  <a:schemeClr val="tx1"/>
                </a:solidFill>
                <a:latin typeface="Arial" panose="020B0604020202020204" pitchFamily="34" charset="0"/>
              </a:defRPr>
            </a:lvl5pPr>
            <a:lvl6pPr defTabSz="4389438" fontAlgn="base">
              <a:spcBef>
                <a:spcPct val="0"/>
              </a:spcBef>
              <a:spcAft>
                <a:spcPct val="0"/>
              </a:spcAft>
              <a:defRPr>
                <a:solidFill>
                  <a:schemeClr val="tx1"/>
                </a:solidFill>
                <a:latin typeface="Arial" panose="020B0604020202020204" pitchFamily="34" charset="0"/>
              </a:defRPr>
            </a:lvl6pPr>
            <a:lvl7pPr defTabSz="4389438" fontAlgn="base">
              <a:spcBef>
                <a:spcPct val="0"/>
              </a:spcBef>
              <a:spcAft>
                <a:spcPct val="0"/>
              </a:spcAft>
              <a:defRPr>
                <a:solidFill>
                  <a:schemeClr val="tx1"/>
                </a:solidFill>
                <a:latin typeface="Arial" panose="020B0604020202020204" pitchFamily="34" charset="0"/>
              </a:defRPr>
            </a:lvl7pPr>
            <a:lvl8pPr defTabSz="4389438" fontAlgn="base">
              <a:spcBef>
                <a:spcPct val="0"/>
              </a:spcBef>
              <a:spcAft>
                <a:spcPct val="0"/>
              </a:spcAft>
              <a:defRPr>
                <a:solidFill>
                  <a:schemeClr val="tx1"/>
                </a:solidFill>
                <a:latin typeface="Arial" panose="020B0604020202020204" pitchFamily="34" charset="0"/>
              </a:defRPr>
            </a:lvl8pPr>
            <a:lvl9pPr defTabSz="4389438" fontAlgn="base">
              <a:spcBef>
                <a:spcPct val="0"/>
              </a:spcBef>
              <a:spcAft>
                <a:spcPct val="0"/>
              </a:spcAft>
              <a:defRPr>
                <a:solidFill>
                  <a:schemeClr val="tx1"/>
                </a:solidFill>
                <a:latin typeface="Arial" panose="020B0604020202020204" pitchFamily="34" charset="0"/>
              </a:defRPr>
            </a:lvl9pPr>
          </a:lstStyle>
          <a:p>
            <a:pPr marL="457200" indent="-457200" algn="just" eaLnBrk="1" hangingPunct="1">
              <a:buFont typeface="Arial"/>
              <a:buChar char="•"/>
              <a:defRPr/>
            </a:pPr>
            <a:r>
              <a:rPr lang="en-US" sz="3000" dirty="0">
                <a:latin typeface="Arial"/>
                <a:cs typeface="Arial"/>
              </a:rPr>
              <a:t>This project is solely student-centric. </a:t>
            </a:r>
            <a:endParaRPr lang="en-US" dirty="0">
              <a:cs typeface="Arial" panose="020B0604020202020204" pitchFamily="34" charset="0"/>
            </a:endParaRPr>
          </a:p>
          <a:p>
            <a:pPr marL="457200" indent="-457200" algn="just">
              <a:buFont typeface="Arial"/>
              <a:buChar char="•"/>
              <a:defRPr/>
            </a:pPr>
            <a:r>
              <a:rPr lang="en-US" sz="3000" dirty="0">
                <a:latin typeface="Arial"/>
                <a:cs typeface="Arial"/>
              </a:rPr>
              <a:t>With the curriculum alignment implemented in these courses, the students will get similar standards regardless of the section or the faculty teaching that section. </a:t>
            </a:r>
            <a:endParaRPr lang="en-US">
              <a:cs typeface="Arial" panose="020B0604020202020204" pitchFamily="34" charset="0"/>
            </a:endParaRPr>
          </a:p>
          <a:p>
            <a:pPr marL="457200" indent="-457200" algn="just">
              <a:buFont typeface="Arial"/>
              <a:buChar char="•"/>
              <a:defRPr/>
            </a:pPr>
            <a:r>
              <a:rPr lang="en-US" sz="3000" dirty="0">
                <a:latin typeface="Arial"/>
                <a:cs typeface="Arial"/>
              </a:rPr>
              <a:t>The student feedback on the preset assignments will be a unique way of assessing their problems in these courses. </a:t>
            </a:r>
            <a:endParaRPr lang="en-US">
              <a:cs typeface="Arial" panose="020B0604020202020204" pitchFamily="34" charset="0"/>
            </a:endParaRPr>
          </a:p>
          <a:p>
            <a:pPr marL="457200" indent="-457200" algn="just">
              <a:buFont typeface="Arial"/>
              <a:buChar char="•"/>
              <a:defRPr/>
            </a:pPr>
            <a:r>
              <a:rPr lang="en-US" sz="3000" dirty="0">
                <a:latin typeface="Arial"/>
                <a:cs typeface="Arial"/>
              </a:rPr>
              <a:t>The help labs will also help us identify the problem areas in these courses. </a:t>
            </a:r>
            <a:endParaRPr lang="en-US" sz="3000" dirty="0">
              <a:cs typeface="Arial" panose="020B0604020202020204" pitchFamily="34" charset="0"/>
            </a:endParaRPr>
          </a:p>
        </p:txBody>
      </p:sp>
      <p:sp>
        <p:nvSpPr>
          <p:cNvPr id="5136" name="Text Box 389">
            <a:extLst>
              <a:ext uri="{FF2B5EF4-FFF2-40B4-BE49-F238E27FC236}">
                <a16:creationId xmlns:a16="http://schemas.microsoft.com/office/drawing/2014/main" id="{3AD98B05-94BF-0575-1ADE-09281E0EFFA8}"/>
              </a:ext>
            </a:extLst>
          </p:cNvPr>
          <p:cNvSpPr txBox="1">
            <a:spLocks noChangeArrowheads="1"/>
          </p:cNvSpPr>
          <p:nvPr/>
        </p:nvSpPr>
        <p:spPr bwMode="auto">
          <a:xfrm>
            <a:off x="731244" y="22364625"/>
            <a:ext cx="9982200" cy="41549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457200" tIns="457200" rIns="457200" bIns="457200" anchor="t">
            <a:spAutoFit/>
          </a:bodyPr>
          <a:lstStyle>
            <a:lvl1pPr defTabSz="4389438">
              <a:spcBef>
                <a:spcPct val="20000"/>
              </a:spcBef>
              <a:buChar char="•"/>
              <a:defRPr sz="2900">
                <a:solidFill>
                  <a:schemeClr val="tx1"/>
                </a:solidFill>
                <a:latin typeface="Arial" panose="020B0604020202020204" pitchFamily="34" charset="0"/>
              </a:defRPr>
            </a:lvl1pPr>
            <a:lvl2pPr marL="742950" indent="-285750" defTabSz="4389438">
              <a:spcBef>
                <a:spcPct val="20000"/>
              </a:spcBef>
              <a:buChar char="–"/>
              <a:defRPr sz="2900">
                <a:solidFill>
                  <a:schemeClr val="tx1"/>
                </a:solidFill>
                <a:latin typeface="Arial" panose="020B0604020202020204" pitchFamily="34" charset="0"/>
              </a:defRPr>
            </a:lvl2pPr>
            <a:lvl3pPr marL="1143000" indent="-228600" defTabSz="4389438">
              <a:spcBef>
                <a:spcPct val="20000"/>
              </a:spcBef>
              <a:buChar char="•"/>
              <a:defRPr sz="2400">
                <a:solidFill>
                  <a:schemeClr val="tx1"/>
                </a:solidFill>
                <a:latin typeface="Arial" panose="020B0604020202020204" pitchFamily="34" charset="0"/>
              </a:defRPr>
            </a:lvl3pPr>
            <a:lvl4pPr marL="1600200" indent="-228600" defTabSz="4389438">
              <a:spcBef>
                <a:spcPct val="20000"/>
              </a:spcBef>
              <a:buChar char="–"/>
              <a:defRPr sz="1900">
                <a:solidFill>
                  <a:schemeClr val="tx1"/>
                </a:solidFill>
                <a:latin typeface="Arial" panose="020B0604020202020204" pitchFamily="34" charset="0"/>
              </a:defRPr>
            </a:lvl4pPr>
            <a:lvl5pPr marL="2057400" indent="-228600" defTabSz="4389438">
              <a:spcBef>
                <a:spcPct val="20000"/>
              </a:spcBef>
              <a:buChar char="»"/>
              <a:defRPr sz="1900">
                <a:solidFill>
                  <a:schemeClr val="tx1"/>
                </a:solidFill>
                <a:latin typeface="Arial" panose="020B0604020202020204" pitchFamily="34" charset="0"/>
              </a:defRPr>
            </a:lvl5pPr>
            <a:lvl6pPr marL="2514600" indent="-228600" defTabSz="4389438" eaLnBrk="0" fontAlgn="base" hangingPunct="0">
              <a:spcBef>
                <a:spcPct val="20000"/>
              </a:spcBef>
              <a:spcAft>
                <a:spcPct val="0"/>
              </a:spcAft>
              <a:buChar char="»"/>
              <a:defRPr sz="1900">
                <a:solidFill>
                  <a:schemeClr val="tx1"/>
                </a:solidFill>
                <a:latin typeface="Arial" panose="020B0604020202020204" pitchFamily="34" charset="0"/>
              </a:defRPr>
            </a:lvl6pPr>
            <a:lvl7pPr marL="2971800" indent="-228600" defTabSz="4389438" eaLnBrk="0" fontAlgn="base" hangingPunct="0">
              <a:spcBef>
                <a:spcPct val="20000"/>
              </a:spcBef>
              <a:spcAft>
                <a:spcPct val="0"/>
              </a:spcAft>
              <a:buChar char="»"/>
              <a:defRPr sz="1900">
                <a:solidFill>
                  <a:schemeClr val="tx1"/>
                </a:solidFill>
                <a:latin typeface="Arial" panose="020B0604020202020204" pitchFamily="34" charset="0"/>
              </a:defRPr>
            </a:lvl7pPr>
            <a:lvl8pPr marL="3429000" indent="-228600" defTabSz="4389438" eaLnBrk="0" fontAlgn="base" hangingPunct="0">
              <a:spcBef>
                <a:spcPct val="20000"/>
              </a:spcBef>
              <a:spcAft>
                <a:spcPct val="0"/>
              </a:spcAft>
              <a:buChar char="»"/>
              <a:defRPr sz="1900">
                <a:solidFill>
                  <a:schemeClr val="tx1"/>
                </a:solidFill>
                <a:latin typeface="Arial" panose="020B0604020202020204" pitchFamily="34" charset="0"/>
              </a:defRPr>
            </a:lvl8pPr>
            <a:lvl9pPr marL="3886200" indent="-228600" defTabSz="4389438" eaLnBrk="0" fontAlgn="base" hangingPunct="0">
              <a:spcBef>
                <a:spcPct val="20000"/>
              </a:spcBef>
              <a:spcAft>
                <a:spcPct val="0"/>
              </a:spcAft>
              <a:buChar char="»"/>
              <a:defRPr sz="1900">
                <a:solidFill>
                  <a:schemeClr val="tx1"/>
                </a:solidFill>
                <a:latin typeface="Arial" panose="020B0604020202020204" pitchFamily="34" charset="0"/>
              </a:defRPr>
            </a:lvl9pPr>
          </a:lstStyle>
          <a:p>
            <a:pPr algn="just">
              <a:spcBef>
                <a:spcPct val="0"/>
              </a:spcBef>
              <a:buNone/>
            </a:pPr>
            <a:r>
              <a:rPr lang="en-US" sz="3000" dirty="0">
                <a:latin typeface="Arial"/>
                <a:cs typeface="Arial"/>
              </a:rPr>
              <a:t>The main goal of this project is to increase the first year and second-year student retention in Programming Sequence courses COMS 2104, COMS 2203, and COMS 2213 by decreasing DFWI ((D, F, Withdraw and Incomplete grades) rates 10% each year, from the current average baseline of 32%, 35% and 27% respectively (2015-2019).</a:t>
            </a:r>
            <a:endParaRPr lang="en-US" altLang="en-US" sz="3000" dirty="0">
              <a:latin typeface="Times New Roman" panose="02020603050405020304" pitchFamily="18" charset="0"/>
              <a:cs typeface="Times New Roman" panose="02020603050405020304" pitchFamily="18" charset="0"/>
            </a:endParaRPr>
          </a:p>
        </p:txBody>
      </p:sp>
      <p:sp>
        <p:nvSpPr>
          <p:cNvPr id="5148" name="TextBox 24">
            <a:extLst>
              <a:ext uri="{FF2B5EF4-FFF2-40B4-BE49-F238E27FC236}">
                <a16:creationId xmlns:a16="http://schemas.microsoft.com/office/drawing/2014/main" id="{40043B01-A5AB-001E-45A3-93A00FF81DCD}"/>
              </a:ext>
            </a:extLst>
          </p:cNvPr>
          <p:cNvSpPr txBox="1">
            <a:spLocks noChangeArrowheads="1"/>
          </p:cNvSpPr>
          <p:nvPr/>
        </p:nvSpPr>
        <p:spPr bwMode="auto">
          <a:xfrm>
            <a:off x="33045400" y="24526875"/>
            <a:ext cx="9986963"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nchor="t">
            <a:spAutoFit/>
          </a:bodyPr>
          <a:lstStyle>
            <a:lvl1pPr marL="342900" indent="-342900">
              <a:spcBef>
                <a:spcPct val="20000"/>
              </a:spcBef>
              <a:buChar char="•"/>
              <a:defRPr sz="2900">
                <a:solidFill>
                  <a:schemeClr val="tx1"/>
                </a:solidFill>
                <a:latin typeface="Arial" panose="020B0604020202020204" pitchFamily="34" charset="0"/>
              </a:defRPr>
            </a:lvl1pPr>
            <a:lvl2pPr marL="914400" indent="-457200">
              <a:spcBef>
                <a:spcPct val="20000"/>
              </a:spcBef>
              <a:buChar char="–"/>
              <a:defRPr sz="29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1900">
                <a:solidFill>
                  <a:schemeClr val="tx1"/>
                </a:solidFill>
                <a:latin typeface="Arial" panose="020B0604020202020204" pitchFamily="34" charset="0"/>
              </a:defRPr>
            </a:lvl4pPr>
            <a:lvl5pPr marL="2057400" indent="-228600">
              <a:spcBef>
                <a:spcPct val="20000"/>
              </a:spcBef>
              <a:buChar char="»"/>
              <a:defRPr sz="19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9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9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9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900">
                <a:solidFill>
                  <a:schemeClr val="tx1"/>
                </a:solidFill>
                <a:latin typeface="Arial" panose="020B0604020202020204" pitchFamily="34" charset="0"/>
              </a:defRPr>
            </a:lvl9pPr>
          </a:lstStyle>
          <a:p>
            <a:pPr lvl="1" eaLnBrk="1" hangingPunct="1">
              <a:spcBef>
                <a:spcPct val="0"/>
              </a:spcBef>
              <a:buFont typeface="Arial" panose="020B0604020202020204" pitchFamily="34" charset="0"/>
              <a:buChar char="•"/>
            </a:pPr>
            <a:endParaRPr lang="en-US" altLang="en-US" sz="3000">
              <a:latin typeface="Times New Roman" panose="02020603050405020304" pitchFamily="18" charset="0"/>
              <a:cs typeface="Times New Roman" panose="02020603050405020304" pitchFamily="18" charset="0"/>
            </a:endParaRPr>
          </a:p>
        </p:txBody>
      </p:sp>
      <p:pic>
        <p:nvPicPr>
          <p:cNvPr id="5150" name="Picture 10">
            <a:extLst>
              <a:ext uri="{FF2B5EF4-FFF2-40B4-BE49-F238E27FC236}">
                <a16:creationId xmlns:a16="http://schemas.microsoft.com/office/drawing/2014/main" id="{43DE15B5-E243-2E09-BE61-9851EB83FA29}"/>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7484050" y="-425450"/>
            <a:ext cx="7151688" cy="5529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151" name="Picture 50">
            <a:extLst>
              <a:ext uri="{FF2B5EF4-FFF2-40B4-BE49-F238E27FC236}">
                <a16:creationId xmlns:a16="http://schemas.microsoft.com/office/drawing/2014/main" id="{490C29B7-88DF-4E88-A981-4235CC504819}"/>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06463" y="-463550"/>
            <a:ext cx="7151688" cy="5527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 name="Picture 2" descr="Chart&#10;&#10;Description automatically generated">
            <a:extLst>
              <a:ext uri="{FF2B5EF4-FFF2-40B4-BE49-F238E27FC236}">
                <a16:creationId xmlns:a16="http://schemas.microsoft.com/office/drawing/2014/main" id="{8B5E7F35-A9A1-592D-E927-341BDC811950}"/>
              </a:ext>
            </a:extLst>
          </p:cNvPr>
          <p:cNvPicPr>
            <a:picLocks noChangeAspect="1"/>
          </p:cNvPicPr>
          <p:nvPr/>
        </p:nvPicPr>
        <p:blipFill rotWithShape="1">
          <a:blip r:embed="rId7"/>
          <a:srcRect t="-291" b="14396"/>
          <a:stretch/>
        </p:blipFill>
        <p:spPr>
          <a:xfrm>
            <a:off x="12135030" y="11470522"/>
            <a:ext cx="5798308" cy="2971595"/>
          </a:xfrm>
          <a:prstGeom prst="rect">
            <a:avLst/>
          </a:prstGeom>
        </p:spPr>
      </p:pic>
      <p:pic>
        <p:nvPicPr>
          <p:cNvPr id="3" name="Picture 3" descr="Chart, bar chart&#10;&#10;Description automatically generated">
            <a:extLst>
              <a:ext uri="{FF2B5EF4-FFF2-40B4-BE49-F238E27FC236}">
                <a16:creationId xmlns:a16="http://schemas.microsoft.com/office/drawing/2014/main" id="{F3DA6F08-6FB7-4AC0-D5E1-6A17AC8B8EEE}"/>
              </a:ext>
            </a:extLst>
          </p:cNvPr>
          <p:cNvPicPr>
            <a:picLocks noChangeAspect="1"/>
          </p:cNvPicPr>
          <p:nvPr/>
        </p:nvPicPr>
        <p:blipFill rotWithShape="1">
          <a:blip r:embed="rId8"/>
          <a:srcRect t="-287" b="9268"/>
          <a:stretch/>
        </p:blipFill>
        <p:spPr>
          <a:xfrm>
            <a:off x="19066600" y="11475623"/>
            <a:ext cx="5574021" cy="2971427"/>
          </a:xfrm>
          <a:prstGeom prst="rect">
            <a:avLst/>
          </a:prstGeom>
        </p:spPr>
      </p:pic>
      <p:pic>
        <p:nvPicPr>
          <p:cNvPr id="4" name="Picture 4" descr="Chart&#10;&#10;Description automatically generated">
            <a:extLst>
              <a:ext uri="{FF2B5EF4-FFF2-40B4-BE49-F238E27FC236}">
                <a16:creationId xmlns:a16="http://schemas.microsoft.com/office/drawing/2014/main" id="{1B0656A5-5DA0-AB23-478C-86DE786FD82B}"/>
              </a:ext>
            </a:extLst>
          </p:cNvPr>
          <p:cNvPicPr>
            <a:picLocks noChangeAspect="1"/>
          </p:cNvPicPr>
          <p:nvPr/>
        </p:nvPicPr>
        <p:blipFill rotWithShape="1">
          <a:blip r:embed="rId9"/>
          <a:srcRect t="-976" b="12884"/>
          <a:stretch/>
        </p:blipFill>
        <p:spPr>
          <a:xfrm>
            <a:off x="25730789" y="11476136"/>
            <a:ext cx="5722515" cy="2968957"/>
          </a:xfrm>
          <a:prstGeom prst="rect">
            <a:avLst/>
          </a:prstGeom>
        </p:spPr>
      </p:pic>
      <p:graphicFrame>
        <p:nvGraphicFramePr>
          <p:cNvPr id="10" name="Chart 9">
            <a:extLst>
              <a:ext uri="{FF2B5EF4-FFF2-40B4-BE49-F238E27FC236}">
                <a16:creationId xmlns:a16="http://schemas.microsoft.com/office/drawing/2014/main" id="{67BE463D-0AC2-AC37-5444-BE49A730FCE6}"/>
              </a:ext>
              <a:ext uri="{147F2762-F138-4A5C-976F-8EAC2B608ADB}">
                <a16:predDERef xmlns:a16="http://schemas.microsoft.com/office/drawing/2014/main" pred="{986423E8-414B-34A4-C33E-7CE86B9443D6}"/>
              </a:ext>
            </a:extLst>
          </p:cNvPr>
          <p:cNvGraphicFramePr>
            <a:graphicFrameLocks/>
          </p:cNvGraphicFramePr>
          <p:nvPr>
            <p:extLst>
              <p:ext uri="{D42A27DB-BD31-4B8C-83A1-F6EECF244321}">
                <p14:modId xmlns:p14="http://schemas.microsoft.com/office/powerpoint/2010/main" val="3961956148"/>
              </p:ext>
            </p:extLst>
          </p:nvPr>
        </p:nvGraphicFramePr>
        <p:xfrm>
          <a:off x="18622760" y="25295259"/>
          <a:ext cx="6172200" cy="4048066"/>
        </p:xfrm>
        <a:graphic>
          <a:graphicData uri="http://schemas.openxmlformats.org/drawingml/2006/chart">
            <c:chart xmlns:c="http://schemas.openxmlformats.org/drawingml/2006/chart" xmlns:r="http://schemas.openxmlformats.org/officeDocument/2006/relationships" r:id="rId10"/>
          </a:graphicData>
        </a:graphic>
      </p:graphicFrame>
      <p:graphicFrame>
        <p:nvGraphicFramePr>
          <p:cNvPr id="11" name="Chart 10">
            <a:extLst>
              <a:ext uri="{FF2B5EF4-FFF2-40B4-BE49-F238E27FC236}">
                <a16:creationId xmlns:a16="http://schemas.microsoft.com/office/drawing/2014/main" id="{FA0D7B01-2D0D-ED4B-26A0-78747FDE4567}"/>
              </a:ext>
              <a:ext uri="{147F2762-F138-4A5C-976F-8EAC2B608ADB}">
                <a16:predDERef xmlns:a16="http://schemas.microsoft.com/office/drawing/2014/main" pred="{64FF177A-543A-5EC3-553D-F1FEEB21A526}"/>
              </a:ext>
            </a:extLst>
          </p:cNvPr>
          <p:cNvGraphicFramePr>
            <a:graphicFrameLocks/>
          </p:cNvGraphicFramePr>
          <p:nvPr>
            <p:extLst>
              <p:ext uri="{D42A27DB-BD31-4B8C-83A1-F6EECF244321}">
                <p14:modId xmlns:p14="http://schemas.microsoft.com/office/powerpoint/2010/main" val="1066966331"/>
              </p:ext>
            </p:extLst>
          </p:nvPr>
        </p:nvGraphicFramePr>
        <p:xfrm>
          <a:off x="25286482" y="25354365"/>
          <a:ext cx="6618114" cy="3963533"/>
        </p:xfrm>
        <a:graphic>
          <a:graphicData uri="http://schemas.openxmlformats.org/drawingml/2006/chart">
            <c:chart xmlns:c="http://schemas.openxmlformats.org/drawingml/2006/chart" xmlns:r="http://schemas.openxmlformats.org/officeDocument/2006/relationships" r:id="rId11"/>
          </a:graphicData>
        </a:graphic>
      </p:graphicFrame>
      <p:sp>
        <p:nvSpPr>
          <p:cNvPr id="12" name="TextBox 11">
            <a:extLst>
              <a:ext uri="{FF2B5EF4-FFF2-40B4-BE49-F238E27FC236}">
                <a16:creationId xmlns:a16="http://schemas.microsoft.com/office/drawing/2014/main" id="{9F1D0A66-9400-0FA2-6708-BC8705DCD12A}"/>
              </a:ext>
            </a:extLst>
          </p:cNvPr>
          <p:cNvSpPr txBox="1"/>
          <p:nvPr/>
        </p:nvSpPr>
        <p:spPr>
          <a:xfrm>
            <a:off x="11845379" y="30366225"/>
            <a:ext cx="19608668" cy="187743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457200" indent="-457200" algn="just">
              <a:buFont typeface="Arial"/>
              <a:buChar char="•"/>
            </a:pPr>
            <a:r>
              <a:rPr lang="en-US" sz="2000">
                <a:latin typeface="Arial"/>
                <a:cs typeface="Arial"/>
              </a:rPr>
              <a:t>We were able to drop the proposed DFWI rate for COMS 2104 from 22% through Fall 2022 to 23%, which is 1% above the target.</a:t>
            </a:r>
          </a:p>
          <a:p>
            <a:pPr marL="457200" indent="-457200" algn="just">
              <a:buFont typeface="Arial"/>
              <a:buChar char="•"/>
            </a:pPr>
            <a:endParaRPr lang="en-US" sz="2000">
              <a:latin typeface="Arial"/>
              <a:cs typeface="Arial"/>
            </a:endParaRPr>
          </a:p>
          <a:p>
            <a:pPr marL="457200" indent="-457200" algn="just">
              <a:buFont typeface="Arial"/>
              <a:buChar char="•"/>
            </a:pPr>
            <a:r>
              <a:rPr lang="en-US" sz="2000">
                <a:latin typeface="Arial"/>
                <a:cs typeface="Arial"/>
              </a:rPr>
              <a:t>Our target DFWI rate for COMS 2203 was 25%, and we accomplished a 15% DFWI rate up until Fall 2022.</a:t>
            </a:r>
          </a:p>
          <a:p>
            <a:pPr marL="457200" indent="-457200" algn="just">
              <a:buFont typeface="Arial"/>
              <a:buChar char="•"/>
            </a:pPr>
            <a:endParaRPr lang="en-US" sz="2000">
              <a:latin typeface="Arial"/>
              <a:cs typeface="Arial"/>
            </a:endParaRPr>
          </a:p>
          <a:p>
            <a:pPr marL="457200" indent="-457200" algn="just">
              <a:buFont typeface="Arial"/>
              <a:buChar char="•"/>
            </a:pPr>
            <a:r>
              <a:rPr lang="en-US" sz="2000">
                <a:latin typeface="Arial"/>
                <a:cs typeface="Arial"/>
              </a:rPr>
              <a:t>We were able to successfully lower the DFWI rate for COMS 2213 to 0% till Fall 2022.</a:t>
            </a:r>
          </a:p>
          <a:p>
            <a:pPr marL="457200" indent="-457200" algn="just">
              <a:buFont typeface="Arial"/>
              <a:buChar char="•"/>
            </a:pPr>
            <a:endParaRPr lang="en-US" sz="1600">
              <a:latin typeface="Arial"/>
              <a:cs typeface="Arial"/>
            </a:endParaRPr>
          </a:p>
        </p:txBody>
      </p:sp>
      <p:graphicFrame>
        <p:nvGraphicFramePr>
          <p:cNvPr id="13" name="Chart 12">
            <a:extLst>
              <a:ext uri="{FF2B5EF4-FFF2-40B4-BE49-F238E27FC236}">
                <a16:creationId xmlns:a16="http://schemas.microsoft.com/office/drawing/2014/main" id="{EA473861-720F-6676-AA8A-B9A06933DC87}"/>
              </a:ext>
              <a:ext uri="{147F2762-F138-4A5C-976F-8EAC2B608ADB}">
                <a16:predDERef xmlns:a16="http://schemas.microsoft.com/office/drawing/2014/main" pred="{43393BE6-9D28-1E46-941C-0C8E5CA253DC}"/>
              </a:ext>
            </a:extLst>
          </p:cNvPr>
          <p:cNvGraphicFramePr>
            <a:graphicFrameLocks/>
          </p:cNvGraphicFramePr>
          <p:nvPr>
            <p:extLst>
              <p:ext uri="{D42A27DB-BD31-4B8C-83A1-F6EECF244321}">
                <p14:modId xmlns:p14="http://schemas.microsoft.com/office/powerpoint/2010/main" val="3190973269"/>
              </p:ext>
            </p:extLst>
          </p:nvPr>
        </p:nvGraphicFramePr>
        <p:xfrm>
          <a:off x="11673722" y="25346166"/>
          <a:ext cx="5792637" cy="3944548"/>
        </p:xfrm>
        <a:graphic>
          <a:graphicData uri="http://schemas.openxmlformats.org/drawingml/2006/chart">
            <c:chart xmlns:c="http://schemas.openxmlformats.org/drawingml/2006/chart" xmlns:r="http://schemas.openxmlformats.org/officeDocument/2006/relationships" r:id="rId12"/>
          </a:graphicData>
        </a:graphic>
      </p:graphicFrame>
      <p:sp>
        <p:nvSpPr>
          <p:cNvPr id="14" name="Text Box 480">
            <a:extLst>
              <a:ext uri="{FF2B5EF4-FFF2-40B4-BE49-F238E27FC236}">
                <a16:creationId xmlns:a16="http://schemas.microsoft.com/office/drawing/2014/main" id="{9742161D-7EA3-B176-98A7-10744D6A412C}"/>
              </a:ext>
            </a:extLst>
          </p:cNvPr>
          <p:cNvSpPr txBox="1">
            <a:spLocks noChangeArrowheads="1"/>
          </p:cNvSpPr>
          <p:nvPr/>
        </p:nvSpPr>
        <p:spPr bwMode="auto">
          <a:xfrm>
            <a:off x="33053579" y="30093507"/>
            <a:ext cx="9982200" cy="554038"/>
          </a:xfrm>
          <a:prstGeom prst="rect">
            <a:avLst/>
          </a:prstGeom>
          <a:solidFill>
            <a:srgbClr val="072D2A"/>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267" tIns="45624" rIns="91267" bIns="45624">
            <a:spAutoFit/>
          </a:bodyPr>
          <a:lstStyle>
            <a:defPPr>
              <a:defRPr lang="en-US"/>
            </a:defPPr>
            <a:lvl1pPr algn="l" rtl="0" eaLnBrk="0" fontAlgn="base" hangingPunct="0">
              <a:spcBef>
                <a:spcPct val="0"/>
              </a:spcBef>
              <a:spcAft>
                <a:spcPct val="0"/>
              </a:spcAft>
              <a:defRPr sz="2900" kern="1200">
                <a:solidFill>
                  <a:schemeClr val="tx1"/>
                </a:solidFill>
                <a:latin typeface="Arial Narrow" panose="020B0606020202030204" pitchFamily="34" charset="0"/>
                <a:ea typeface="+mn-ea"/>
                <a:cs typeface="+mn-cs"/>
              </a:defRPr>
            </a:lvl1pPr>
            <a:lvl2pPr marL="457200" algn="l" rtl="0" eaLnBrk="0" fontAlgn="base" hangingPunct="0">
              <a:spcBef>
                <a:spcPct val="0"/>
              </a:spcBef>
              <a:spcAft>
                <a:spcPct val="0"/>
              </a:spcAft>
              <a:defRPr sz="2900" kern="1200">
                <a:solidFill>
                  <a:schemeClr val="tx1"/>
                </a:solidFill>
                <a:latin typeface="Arial Narrow" panose="020B0606020202030204" pitchFamily="34" charset="0"/>
                <a:ea typeface="+mn-ea"/>
                <a:cs typeface="+mn-cs"/>
              </a:defRPr>
            </a:lvl2pPr>
            <a:lvl3pPr marL="914400" algn="l" rtl="0" eaLnBrk="0" fontAlgn="base" hangingPunct="0">
              <a:spcBef>
                <a:spcPct val="0"/>
              </a:spcBef>
              <a:spcAft>
                <a:spcPct val="0"/>
              </a:spcAft>
              <a:defRPr sz="2900" kern="1200">
                <a:solidFill>
                  <a:schemeClr val="tx1"/>
                </a:solidFill>
                <a:latin typeface="Arial Narrow" panose="020B0606020202030204" pitchFamily="34" charset="0"/>
                <a:ea typeface="+mn-ea"/>
                <a:cs typeface="+mn-cs"/>
              </a:defRPr>
            </a:lvl3pPr>
            <a:lvl4pPr marL="1371600" algn="l" rtl="0" eaLnBrk="0" fontAlgn="base" hangingPunct="0">
              <a:spcBef>
                <a:spcPct val="0"/>
              </a:spcBef>
              <a:spcAft>
                <a:spcPct val="0"/>
              </a:spcAft>
              <a:defRPr sz="2900" kern="1200">
                <a:solidFill>
                  <a:schemeClr val="tx1"/>
                </a:solidFill>
                <a:latin typeface="Arial Narrow" panose="020B0606020202030204" pitchFamily="34" charset="0"/>
                <a:ea typeface="+mn-ea"/>
                <a:cs typeface="+mn-cs"/>
              </a:defRPr>
            </a:lvl4pPr>
            <a:lvl5pPr marL="1828800" algn="l" rtl="0" eaLnBrk="0" fontAlgn="base" hangingPunct="0">
              <a:spcBef>
                <a:spcPct val="0"/>
              </a:spcBef>
              <a:spcAft>
                <a:spcPct val="0"/>
              </a:spcAft>
              <a:defRPr sz="2900" kern="1200">
                <a:solidFill>
                  <a:schemeClr val="tx1"/>
                </a:solidFill>
                <a:latin typeface="Arial Narrow" panose="020B0606020202030204" pitchFamily="34" charset="0"/>
                <a:ea typeface="+mn-ea"/>
                <a:cs typeface="+mn-cs"/>
              </a:defRPr>
            </a:lvl5pPr>
            <a:lvl6pPr marL="2286000" algn="l" defTabSz="914400" rtl="0" eaLnBrk="1" latinLnBrk="0" hangingPunct="1">
              <a:defRPr sz="2900" kern="1200">
                <a:solidFill>
                  <a:schemeClr val="tx1"/>
                </a:solidFill>
                <a:latin typeface="Arial Narrow" panose="020B0606020202030204" pitchFamily="34" charset="0"/>
                <a:ea typeface="+mn-ea"/>
                <a:cs typeface="+mn-cs"/>
              </a:defRPr>
            </a:lvl6pPr>
            <a:lvl7pPr marL="2743200" algn="l" defTabSz="914400" rtl="0" eaLnBrk="1" latinLnBrk="0" hangingPunct="1">
              <a:defRPr sz="2900" kern="1200">
                <a:solidFill>
                  <a:schemeClr val="tx1"/>
                </a:solidFill>
                <a:latin typeface="Arial Narrow" panose="020B0606020202030204" pitchFamily="34" charset="0"/>
                <a:ea typeface="+mn-ea"/>
                <a:cs typeface="+mn-cs"/>
              </a:defRPr>
            </a:lvl7pPr>
            <a:lvl8pPr marL="3200400" algn="l" defTabSz="914400" rtl="0" eaLnBrk="1" latinLnBrk="0" hangingPunct="1">
              <a:defRPr sz="2900" kern="1200">
                <a:solidFill>
                  <a:schemeClr val="tx1"/>
                </a:solidFill>
                <a:latin typeface="Arial Narrow" panose="020B0606020202030204" pitchFamily="34" charset="0"/>
                <a:ea typeface="+mn-ea"/>
                <a:cs typeface="+mn-cs"/>
              </a:defRPr>
            </a:lvl8pPr>
            <a:lvl9pPr marL="3657600" algn="l" defTabSz="914400" rtl="0" eaLnBrk="1" latinLnBrk="0" hangingPunct="1">
              <a:defRPr sz="2900" kern="1200">
                <a:solidFill>
                  <a:schemeClr val="tx1"/>
                </a:solidFill>
                <a:latin typeface="Arial Narrow" panose="020B0606020202030204" pitchFamily="34" charset="0"/>
                <a:ea typeface="+mn-ea"/>
                <a:cs typeface="+mn-cs"/>
              </a:defRPr>
            </a:lvl9pPr>
          </a:lstStyle>
          <a:p>
            <a:pPr algn="ctr">
              <a:spcBef>
                <a:spcPct val="50000"/>
              </a:spcBef>
              <a:buFontTx/>
              <a:buNone/>
            </a:pPr>
            <a:r>
              <a:rPr lang="en-US" altLang="en-US" sz="3000" b="1">
                <a:solidFill>
                  <a:srgbClr val="F8F8F8"/>
                </a:solidFill>
                <a:latin typeface="Times New Roman" panose="02020603050405020304" pitchFamily="18" charset="0"/>
                <a:cs typeface="Times New Roman" panose="02020603050405020304" pitchFamily="18" charset="0"/>
              </a:rPr>
              <a:t>Acknowledgement</a:t>
            </a:r>
          </a:p>
        </p:txBody>
      </p:sp>
      <p:sp>
        <p:nvSpPr>
          <p:cNvPr id="15" name="TextBox 25">
            <a:extLst>
              <a:ext uri="{FF2B5EF4-FFF2-40B4-BE49-F238E27FC236}">
                <a16:creationId xmlns:a16="http://schemas.microsoft.com/office/drawing/2014/main" id="{95242E79-9140-8295-232E-F017C8B1056F}"/>
              </a:ext>
            </a:extLst>
          </p:cNvPr>
          <p:cNvSpPr txBox="1">
            <a:spLocks noChangeArrowheads="1"/>
          </p:cNvSpPr>
          <p:nvPr/>
        </p:nvSpPr>
        <p:spPr bwMode="auto">
          <a:xfrm>
            <a:off x="33374457" y="30773730"/>
            <a:ext cx="9520238" cy="1477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nchor="t">
            <a:spAutoFit/>
          </a:bodyPr>
          <a:lstStyle>
            <a:defPPr>
              <a:defRPr lang="en-US"/>
            </a:defPPr>
            <a:lvl1pPr algn="l" rtl="0" eaLnBrk="0" fontAlgn="base" hangingPunct="0">
              <a:spcBef>
                <a:spcPct val="0"/>
              </a:spcBef>
              <a:spcAft>
                <a:spcPct val="0"/>
              </a:spcAft>
              <a:defRPr sz="2900" kern="1200">
                <a:solidFill>
                  <a:schemeClr val="tx1"/>
                </a:solidFill>
                <a:latin typeface="Arial Narrow" panose="020B0606020202030204" pitchFamily="34" charset="0"/>
                <a:ea typeface="+mn-ea"/>
                <a:cs typeface="+mn-cs"/>
              </a:defRPr>
            </a:lvl1pPr>
            <a:lvl2pPr marL="457200" algn="l" rtl="0" eaLnBrk="0" fontAlgn="base" hangingPunct="0">
              <a:spcBef>
                <a:spcPct val="0"/>
              </a:spcBef>
              <a:spcAft>
                <a:spcPct val="0"/>
              </a:spcAft>
              <a:defRPr sz="2900" kern="1200">
                <a:solidFill>
                  <a:schemeClr val="tx1"/>
                </a:solidFill>
                <a:latin typeface="Arial Narrow" panose="020B0606020202030204" pitchFamily="34" charset="0"/>
                <a:ea typeface="+mn-ea"/>
                <a:cs typeface="+mn-cs"/>
              </a:defRPr>
            </a:lvl2pPr>
            <a:lvl3pPr marL="914400" algn="l" rtl="0" eaLnBrk="0" fontAlgn="base" hangingPunct="0">
              <a:spcBef>
                <a:spcPct val="0"/>
              </a:spcBef>
              <a:spcAft>
                <a:spcPct val="0"/>
              </a:spcAft>
              <a:defRPr sz="2900" kern="1200">
                <a:solidFill>
                  <a:schemeClr val="tx1"/>
                </a:solidFill>
                <a:latin typeface="Arial Narrow" panose="020B0606020202030204" pitchFamily="34" charset="0"/>
                <a:ea typeface="+mn-ea"/>
                <a:cs typeface="+mn-cs"/>
              </a:defRPr>
            </a:lvl3pPr>
            <a:lvl4pPr marL="1371600" algn="l" rtl="0" eaLnBrk="0" fontAlgn="base" hangingPunct="0">
              <a:spcBef>
                <a:spcPct val="0"/>
              </a:spcBef>
              <a:spcAft>
                <a:spcPct val="0"/>
              </a:spcAft>
              <a:defRPr sz="2900" kern="1200">
                <a:solidFill>
                  <a:schemeClr val="tx1"/>
                </a:solidFill>
                <a:latin typeface="Arial Narrow" panose="020B0606020202030204" pitchFamily="34" charset="0"/>
                <a:ea typeface="+mn-ea"/>
                <a:cs typeface="+mn-cs"/>
              </a:defRPr>
            </a:lvl4pPr>
            <a:lvl5pPr marL="1828800" algn="l" rtl="0" eaLnBrk="0" fontAlgn="base" hangingPunct="0">
              <a:spcBef>
                <a:spcPct val="0"/>
              </a:spcBef>
              <a:spcAft>
                <a:spcPct val="0"/>
              </a:spcAft>
              <a:defRPr sz="2900" kern="1200">
                <a:solidFill>
                  <a:schemeClr val="tx1"/>
                </a:solidFill>
                <a:latin typeface="Arial Narrow" panose="020B0606020202030204" pitchFamily="34" charset="0"/>
                <a:ea typeface="+mn-ea"/>
                <a:cs typeface="+mn-cs"/>
              </a:defRPr>
            </a:lvl5pPr>
            <a:lvl6pPr marL="2286000" algn="l" defTabSz="914400" rtl="0" eaLnBrk="1" latinLnBrk="0" hangingPunct="1">
              <a:defRPr sz="2900" kern="1200">
                <a:solidFill>
                  <a:schemeClr val="tx1"/>
                </a:solidFill>
                <a:latin typeface="Arial Narrow" panose="020B0606020202030204" pitchFamily="34" charset="0"/>
                <a:ea typeface="+mn-ea"/>
                <a:cs typeface="+mn-cs"/>
              </a:defRPr>
            </a:lvl6pPr>
            <a:lvl7pPr marL="2743200" algn="l" defTabSz="914400" rtl="0" eaLnBrk="1" latinLnBrk="0" hangingPunct="1">
              <a:defRPr sz="2900" kern="1200">
                <a:solidFill>
                  <a:schemeClr val="tx1"/>
                </a:solidFill>
                <a:latin typeface="Arial Narrow" panose="020B0606020202030204" pitchFamily="34" charset="0"/>
                <a:ea typeface="+mn-ea"/>
                <a:cs typeface="+mn-cs"/>
              </a:defRPr>
            </a:lvl7pPr>
            <a:lvl8pPr marL="3200400" algn="l" defTabSz="914400" rtl="0" eaLnBrk="1" latinLnBrk="0" hangingPunct="1">
              <a:defRPr sz="2900" kern="1200">
                <a:solidFill>
                  <a:schemeClr val="tx1"/>
                </a:solidFill>
                <a:latin typeface="Arial Narrow" panose="020B0606020202030204" pitchFamily="34" charset="0"/>
                <a:ea typeface="+mn-ea"/>
                <a:cs typeface="+mn-cs"/>
              </a:defRPr>
            </a:lvl8pPr>
            <a:lvl9pPr marL="3657600" algn="l" defTabSz="914400" rtl="0" eaLnBrk="1" latinLnBrk="0" hangingPunct="1">
              <a:defRPr sz="2900" kern="1200">
                <a:solidFill>
                  <a:schemeClr val="tx1"/>
                </a:solidFill>
                <a:latin typeface="Arial Narrow" panose="020B0606020202030204" pitchFamily="34" charset="0"/>
                <a:ea typeface="+mn-ea"/>
                <a:cs typeface="+mn-cs"/>
              </a:defRPr>
            </a:lvl9pPr>
          </a:lstStyle>
          <a:p>
            <a:pPr eaLnBrk="1" hangingPunct="1"/>
            <a:r>
              <a:rPr lang="en-US" altLang="en-US" sz="3000">
                <a:latin typeface="Times New Roman"/>
                <a:cs typeface="Times New Roman"/>
              </a:rPr>
              <a:t>Arkansas Tech Innovation Grant, Department of Engineering and Computing Sciences, Arkansas Tech University, Russellville, Arkansas</a:t>
            </a:r>
            <a:endParaRPr lang="en-IN" altLang="en-US" sz="3000">
              <a:latin typeface="Times New Roman"/>
              <a:cs typeface="Times New Roman"/>
            </a:endParaRPr>
          </a:p>
        </p:txBody>
      </p:sp>
      <p:sp>
        <p:nvSpPr>
          <p:cNvPr id="16" name="TextBox 15">
            <a:extLst>
              <a:ext uri="{FF2B5EF4-FFF2-40B4-BE49-F238E27FC236}">
                <a16:creationId xmlns:a16="http://schemas.microsoft.com/office/drawing/2014/main" id="{34E5C659-1034-957E-4078-B84975F335EE}"/>
              </a:ext>
            </a:extLst>
          </p:cNvPr>
          <p:cNvSpPr txBox="1"/>
          <p:nvPr/>
        </p:nvSpPr>
        <p:spPr>
          <a:xfrm>
            <a:off x="10840379" y="29551320"/>
            <a:ext cx="20762833" cy="55739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b="1">
                <a:latin typeface="Times New Roman"/>
              </a:rPr>
              <a:t>Figure 2 A-B-C: Comparison of the target DFWI rate and the actual rate through the fall of 2022</a:t>
            </a:r>
            <a:endParaRPr lang="en-US"/>
          </a:p>
        </p:txBody>
      </p:sp>
      <p:pic>
        <p:nvPicPr>
          <p:cNvPr id="19" name="Picture 19" descr="Chart, bar chart&#10;&#10;Description automatically generated">
            <a:extLst>
              <a:ext uri="{FF2B5EF4-FFF2-40B4-BE49-F238E27FC236}">
                <a16:creationId xmlns:a16="http://schemas.microsoft.com/office/drawing/2014/main" id="{CF673E1D-7C81-9FA9-1E30-8DBEA8250A93}"/>
              </a:ext>
            </a:extLst>
          </p:cNvPr>
          <p:cNvPicPr>
            <a:picLocks noChangeAspect="1"/>
          </p:cNvPicPr>
          <p:nvPr/>
        </p:nvPicPr>
        <p:blipFill>
          <a:blip r:embed="rId13"/>
          <a:stretch>
            <a:fillRect/>
          </a:stretch>
        </p:blipFill>
        <p:spPr>
          <a:xfrm>
            <a:off x="33360261" y="6382182"/>
            <a:ext cx="9377583" cy="3812225"/>
          </a:xfrm>
          <a:prstGeom prst="rect">
            <a:avLst/>
          </a:prstGeom>
        </p:spPr>
      </p:pic>
      <p:sp>
        <p:nvSpPr>
          <p:cNvPr id="20" name="TextBox 19">
            <a:extLst>
              <a:ext uri="{FF2B5EF4-FFF2-40B4-BE49-F238E27FC236}">
                <a16:creationId xmlns:a16="http://schemas.microsoft.com/office/drawing/2014/main" id="{91E84958-39CC-62F0-B8C0-B948306B48B2}"/>
              </a:ext>
            </a:extLst>
          </p:cNvPr>
          <p:cNvSpPr txBox="1"/>
          <p:nvPr/>
        </p:nvSpPr>
        <p:spPr>
          <a:xfrm>
            <a:off x="32531817" y="6510066"/>
            <a:ext cx="5505189"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800" dirty="0">
                <a:solidFill>
                  <a:srgbClr val="FF0000"/>
                </a:solidFill>
                <a:latin typeface="Arial Narrow"/>
              </a:rPr>
              <a:t>Resources used for COMS 2104</a:t>
            </a:r>
            <a:endParaRPr lang="en-US" sz="1800">
              <a:solidFill>
                <a:srgbClr val="FF0000"/>
              </a:solidFill>
            </a:endParaRPr>
          </a:p>
        </p:txBody>
      </p:sp>
      <p:pic>
        <p:nvPicPr>
          <p:cNvPr id="21" name="Picture 21" descr="A picture containing scatter chart&#10;&#10;Description automatically generated">
            <a:extLst>
              <a:ext uri="{FF2B5EF4-FFF2-40B4-BE49-F238E27FC236}">
                <a16:creationId xmlns:a16="http://schemas.microsoft.com/office/drawing/2014/main" id="{D4BFEBE4-18B7-5DC4-6F84-67933AF7FD64}"/>
              </a:ext>
            </a:extLst>
          </p:cNvPr>
          <p:cNvPicPr>
            <a:picLocks noChangeAspect="1"/>
          </p:cNvPicPr>
          <p:nvPr/>
        </p:nvPicPr>
        <p:blipFill>
          <a:blip r:embed="rId14"/>
          <a:stretch>
            <a:fillRect/>
          </a:stretch>
        </p:blipFill>
        <p:spPr>
          <a:xfrm>
            <a:off x="33345793" y="10782238"/>
            <a:ext cx="9394836" cy="3469110"/>
          </a:xfrm>
          <a:prstGeom prst="rect">
            <a:avLst/>
          </a:prstGeom>
        </p:spPr>
      </p:pic>
      <p:sp>
        <p:nvSpPr>
          <p:cNvPr id="22" name="TextBox 21">
            <a:extLst>
              <a:ext uri="{FF2B5EF4-FFF2-40B4-BE49-F238E27FC236}">
                <a16:creationId xmlns:a16="http://schemas.microsoft.com/office/drawing/2014/main" id="{962A480F-04AF-ADC4-0D2B-312E47867593}"/>
              </a:ext>
            </a:extLst>
          </p:cNvPr>
          <p:cNvSpPr txBox="1"/>
          <p:nvPr/>
        </p:nvSpPr>
        <p:spPr>
          <a:xfrm>
            <a:off x="32558659" y="10969299"/>
            <a:ext cx="5505189"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800" dirty="0">
                <a:solidFill>
                  <a:srgbClr val="FF0000"/>
                </a:solidFill>
                <a:latin typeface="Arial Narrow"/>
              </a:rPr>
              <a:t>Platforms used for COMS 2104</a:t>
            </a:r>
            <a:endParaRPr lang="en-US" sz="1800">
              <a:solidFill>
                <a:srgbClr val="FF0000"/>
              </a:solidFill>
            </a:endParaRPr>
          </a:p>
        </p:txBody>
      </p:sp>
      <p:pic>
        <p:nvPicPr>
          <p:cNvPr id="23" name="Picture 23" descr="Chart, bar chart&#10;&#10;Description automatically generated">
            <a:extLst>
              <a:ext uri="{FF2B5EF4-FFF2-40B4-BE49-F238E27FC236}">
                <a16:creationId xmlns:a16="http://schemas.microsoft.com/office/drawing/2014/main" id="{C3E2A509-2266-46CC-C932-96D519278331}"/>
              </a:ext>
            </a:extLst>
          </p:cNvPr>
          <p:cNvPicPr>
            <a:picLocks noChangeAspect="1"/>
          </p:cNvPicPr>
          <p:nvPr/>
        </p:nvPicPr>
        <p:blipFill>
          <a:blip r:embed="rId15"/>
          <a:stretch>
            <a:fillRect/>
          </a:stretch>
        </p:blipFill>
        <p:spPr>
          <a:xfrm>
            <a:off x="33898662" y="18540649"/>
            <a:ext cx="8471493" cy="2650149"/>
          </a:xfrm>
          <a:prstGeom prst="rect">
            <a:avLst/>
          </a:prstGeom>
        </p:spPr>
      </p:pic>
      <p:pic>
        <p:nvPicPr>
          <p:cNvPr id="24" name="Picture 24" descr="A picture containing graphical user interface&#10;&#10;Description automatically generated">
            <a:extLst>
              <a:ext uri="{FF2B5EF4-FFF2-40B4-BE49-F238E27FC236}">
                <a16:creationId xmlns:a16="http://schemas.microsoft.com/office/drawing/2014/main" id="{3D0FE4FF-E9F2-083E-BEAF-747A17481D8D}"/>
              </a:ext>
            </a:extLst>
          </p:cNvPr>
          <p:cNvPicPr>
            <a:picLocks noChangeAspect="1"/>
          </p:cNvPicPr>
          <p:nvPr/>
        </p:nvPicPr>
        <p:blipFill>
          <a:blip r:embed="rId16"/>
          <a:stretch>
            <a:fillRect/>
          </a:stretch>
        </p:blipFill>
        <p:spPr>
          <a:xfrm>
            <a:off x="33900405" y="21181344"/>
            <a:ext cx="8480710" cy="2793594"/>
          </a:xfrm>
          <a:prstGeom prst="rect">
            <a:avLst/>
          </a:prstGeom>
        </p:spPr>
      </p:pic>
      <p:pic>
        <p:nvPicPr>
          <p:cNvPr id="25" name="Picture 25" descr="Chart, bar chart&#10;&#10;Description automatically generated">
            <a:extLst>
              <a:ext uri="{FF2B5EF4-FFF2-40B4-BE49-F238E27FC236}">
                <a16:creationId xmlns:a16="http://schemas.microsoft.com/office/drawing/2014/main" id="{EE39CBA8-F886-D6B9-83EF-05626B86482A}"/>
              </a:ext>
            </a:extLst>
          </p:cNvPr>
          <p:cNvPicPr>
            <a:picLocks noChangeAspect="1"/>
          </p:cNvPicPr>
          <p:nvPr/>
        </p:nvPicPr>
        <p:blipFill>
          <a:blip r:embed="rId17"/>
          <a:stretch>
            <a:fillRect/>
          </a:stretch>
        </p:blipFill>
        <p:spPr>
          <a:xfrm>
            <a:off x="33868127" y="24543254"/>
            <a:ext cx="8472675" cy="2638872"/>
          </a:xfrm>
          <a:prstGeom prst="rect">
            <a:avLst/>
          </a:prstGeom>
        </p:spPr>
      </p:pic>
      <p:pic>
        <p:nvPicPr>
          <p:cNvPr id="26" name="Picture 26" descr="A picture containing scatter chart&#10;&#10;Description automatically generated">
            <a:extLst>
              <a:ext uri="{FF2B5EF4-FFF2-40B4-BE49-F238E27FC236}">
                <a16:creationId xmlns:a16="http://schemas.microsoft.com/office/drawing/2014/main" id="{A7FC5A27-5BCE-3110-D305-F7A231161A05}"/>
              </a:ext>
            </a:extLst>
          </p:cNvPr>
          <p:cNvPicPr>
            <a:picLocks noChangeAspect="1"/>
          </p:cNvPicPr>
          <p:nvPr/>
        </p:nvPicPr>
        <p:blipFill>
          <a:blip r:embed="rId18"/>
          <a:stretch>
            <a:fillRect/>
          </a:stretch>
        </p:blipFill>
        <p:spPr>
          <a:xfrm>
            <a:off x="33882162" y="27177157"/>
            <a:ext cx="8472675" cy="2744430"/>
          </a:xfrm>
          <a:prstGeom prst="rect">
            <a:avLst/>
          </a:prstGeom>
        </p:spPr>
      </p:pic>
      <p:sp>
        <p:nvSpPr>
          <p:cNvPr id="27" name="TextBox 26">
            <a:extLst>
              <a:ext uri="{FF2B5EF4-FFF2-40B4-BE49-F238E27FC236}">
                <a16:creationId xmlns:a16="http://schemas.microsoft.com/office/drawing/2014/main" id="{D781ED96-B905-04F2-F305-9D9BCD16A262}"/>
              </a:ext>
            </a:extLst>
          </p:cNvPr>
          <p:cNvSpPr txBox="1"/>
          <p:nvPr/>
        </p:nvSpPr>
        <p:spPr>
          <a:xfrm>
            <a:off x="33233616" y="24615987"/>
            <a:ext cx="5505189"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800" dirty="0">
                <a:solidFill>
                  <a:srgbClr val="FF0000"/>
                </a:solidFill>
                <a:latin typeface="Arial Narrow"/>
              </a:rPr>
              <a:t>Resources used for COMS 2213</a:t>
            </a:r>
            <a:endParaRPr lang="en-US" sz="1800">
              <a:solidFill>
                <a:srgbClr val="FF0000"/>
              </a:solidFill>
            </a:endParaRPr>
          </a:p>
        </p:txBody>
      </p:sp>
      <p:sp>
        <p:nvSpPr>
          <p:cNvPr id="28" name="TextBox 27">
            <a:extLst>
              <a:ext uri="{FF2B5EF4-FFF2-40B4-BE49-F238E27FC236}">
                <a16:creationId xmlns:a16="http://schemas.microsoft.com/office/drawing/2014/main" id="{46CB9E50-7C93-2AF9-6ED8-69617C083024}"/>
              </a:ext>
            </a:extLst>
          </p:cNvPr>
          <p:cNvSpPr txBox="1"/>
          <p:nvPr/>
        </p:nvSpPr>
        <p:spPr>
          <a:xfrm>
            <a:off x="33174328" y="18577190"/>
            <a:ext cx="5505189"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800" dirty="0">
                <a:solidFill>
                  <a:srgbClr val="FF0000"/>
                </a:solidFill>
                <a:latin typeface="Arial Narrow"/>
              </a:rPr>
              <a:t>Resources used for COMS 2203</a:t>
            </a:r>
            <a:endParaRPr lang="en-US" sz="1800">
              <a:solidFill>
                <a:srgbClr val="FF0000"/>
              </a:solidFill>
            </a:endParaRPr>
          </a:p>
        </p:txBody>
      </p:sp>
      <p:sp>
        <p:nvSpPr>
          <p:cNvPr id="29" name="TextBox 28">
            <a:extLst>
              <a:ext uri="{FF2B5EF4-FFF2-40B4-BE49-F238E27FC236}">
                <a16:creationId xmlns:a16="http://schemas.microsoft.com/office/drawing/2014/main" id="{2B5C3223-8FA6-E7F5-BA59-21AF49C65C4A}"/>
              </a:ext>
            </a:extLst>
          </p:cNvPr>
          <p:cNvSpPr txBox="1"/>
          <p:nvPr/>
        </p:nvSpPr>
        <p:spPr>
          <a:xfrm>
            <a:off x="33029906" y="21273850"/>
            <a:ext cx="5505189"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800" dirty="0">
                <a:solidFill>
                  <a:srgbClr val="FF0000"/>
                </a:solidFill>
                <a:latin typeface="Arial Narrow"/>
              </a:rPr>
              <a:t>Platforms used for COMS 2203</a:t>
            </a:r>
            <a:endParaRPr lang="en-US" sz="1800">
              <a:solidFill>
                <a:srgbClr val="FF0000"/>
              </a:solidFill>
            </a:endParaRPr>
          </a:p>
        </p:txBody>
      </p:sp>
      <p:sp>
        <p:nvSpPr>
          <p:cNvPr id="30" name="TextBox 29">
            <a:extLst>
              <a:ext uri="{FF2B5EF4-FFF2-40B4-BE49-F238E27FC236}">
                <a16:creationId xmlns:a16="http://schemas.microsoft.com/office/drawing/2014/main" id="{3FFF2628-5A68-1BEC-3C20-F4CA054A1103}"/>
              </a:ext>
            </a:extLst>
          </p:cNvPr>
          <p:cNvSpPr txBox="1"/>
          <p:nvPr/>
        </p:nvSpPr>
        <p:spPr>
          <a:xfrm>
            <a:off x="33000870" y="27185717"/>
            <a:ext cx="5505189"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800" dirty="0">
                <a:solidFill>
                  <a:srgbClr val="FF0000"/>
                </a:solidFill>
                <a:latin typeface="Arial Narrow"/>
              </a:rPr>
              <a:t>Platforms used for COMS 2213</a:t>
            </a:r>
            <a:endParaRPr lang="en-US" sz="1800">
              <a:solidFill>
                <a:srgbClr val="FF0000"/>
              </a:solidFill>
            </a:endParaRPr>
          </a:p>
        </p:txBody>
      </p:sp>
    </p:spTree>
    <p:extLst>
      <p:ext uri="{BB962C8B-B14F-4D97-AF65-F5344CB8AC3E}">
        <p14:creationId xmlns:p14="http://schemas.microsoft.com/office/powerpoint/2010/main" val="425422505"/>
      </p:ext>
    </p:extLst>
  </p:cSld>
  <p:clrMapOvr>
    <a:masterClrMapping/>
  </p:clrMapOvr>
</p:sld>
</file>

<file path=ppt/theme/theme1.xml><?xml version="1.0" encoding="utf-8"?>
<a:theme xmlns:a="http://schemas.openxmlformats.org/drawingml/2006/main" name="Custom Design">
  <a:themeElements>
    <a:clrScheme name="Custom Design 1">
      <a:dk1>
        <a:srgbClr val="000000"/>
      </a:dk1>
      <a:lt1>
        <a:srgbClr val="AABAC9"/>
      </a:lt1>
      <a:dk2>
        <a:srgbClr val="000000"/>
      </a:dk2>
      <a:lt2>
        <a:srgbClr val="808080"/>
      </a:lt2>
      <a:accent1>
        <a:srgbClr val="D7D7D7"/>
      </a:accent1>
      <a:accent2>
        <a:srgbClr val="003466"/>
      </a:accent2>
      <a:accent3>
        <a:srgbClr val="D2D9E1"/>
      </a:accent3>
      <a:accent4>
        <a:srgbClr val="000000"/>
      </a:accent4>
      <a:accent5>
        <a:srgbClr val="E8E8E8"/>
      </a:accent5>
      <a:accent6>
        <a:srgbClr val="002E5C"/>
      </a:accent6>
      <a:hlink>
        <a:srgbClr val="008000"/>
      </a:hlink>
      <a:folHlink>
        <a:srgbClr val="800000"/>
      </a:folHlink>
    </a:clrScheme>
    <a:fontScheme name="Custom Design">
      <a:majorFont>
        <a:latin typeface="Arial Black"/>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457200" tIns="457200" rIns="457200" bIns="457200" numCol="1" anchor="t" anchorCtr="0" compatLnSpc="1">
        <a:prstTxWarp prst="textNoShape">
          <a:avLst/>
        </a:prstTxWarp>
        <a:spAutoFit/>
      </a:bodyPr>
      <a:lstStyle>
        <a:defPPr marL="0" marR="0" indent="0" algn="l" defTabSz="4389438" rtl="0" eaLnBrk="1" fontAlgn="base" latinLnBrk="0" hangingPunct="1">
          <a:lnSpc>
            <a:spcPct val="100000"/>
          </a:lnSpc>
          <a:spcBef>
            <a:spcPct val="0"/>
          </a:spcBef>
          <a:spcAft>
            <a:spcPct val="0"/>
          </a:spcAft>
          <a:buClrTx/>
          <a:buSzTx/>
          <a:buFontTx/>
          <a:buNone/>
          <a:tabLst/>
          <a:defRPr kumimoji="0" lang="en-US" altLang="en-US" sz="2900" b="0" i="0" u="none" strike="noStrike" cap="none" normalizeH="0" baseline="0" smtClean="0">
            <a:ln>
              <a:noFill/>
            </a:ln>
            <a:solidFill>
              <a:schemeClr val="tx1"/>
            </a:solidFill>
            <a:effectLst/>
            <a:latin typeface="Arial Narrow" panose="020B0606020202030204" pitchFamily="34" charset="0"/>
          </a:defRPr>
        </a:defPPr>
      </a:lstStyle>
    </a:spDef>
    <a:ln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457200" tIns="457200" rIns="457200" bIns="457200" numCol="1" anchor="t" anchorCtr="0" compatLnSpc="1">
        <a:prstTxWarp prst="textNoShape">
          <a:avLst/>
        </a:prstTxWarp>
        <a:spAutoFit/>
      </a:bodyPr>
      <a:lstStyle>
        <a:defPPr marL="0" marR="0" indent="0" algn="l" defTabSz="4389438" rtl="0" eaLnBrk="1" fontAlgn="base" latinLnBrk="0" hangingPunct="1">
          <a:lnSpc>
            <a:spcPct val="100000"/>
          </a:lnSpc>
          <a:spcBef>
            <a:spcPct val="0"/>
          </a:spcBef>
          <a:spcAft>
            <a:spcPct val="0"/>
          </a:spcAft>
          <a:buClrTx/>
          <a:buSzTx/>
          <a:buFontTx/>
          <a:buNone/>
          <a:tabLst/>
          <a:defRPr kumimoji="0" lang="en-US" altLang="en-US" sz="2900" b="0" i="0" u="none" strike="noStrike" cap="none" normalizeH="0" baseline="0" smtClean="0">
            <a:ln>
              <a:noFill/>
            </a:ln>
            <a:solidFill>
              <a:schemeClr val="tx1"/>
            </a:solidFill>
            <a:effectLst/>
            <a:latin typeface="Arial Narrow" panose="020B0606020202030204" pitchFamily="34" charset="0"/>
          </a:defRPr>
        </a:defPPr>
      </a:lstStyle>
    </a:lnDef>
  </a:objectDefaults>
  <a:extraClrSchemeLst>
    <a:extraClrScheme>
      <a:clrScheme name="Custom Design 1">
        <a:dk1>
          <a:srgbClr val="000000"/>
        </a:dk1>
        <a:lt1>
          <a:srgbClr val="AABAC9"/>
        </a:lt1>
        <a:dk2>
          <a:srgbClr val="000000"/>
        </a:dk2>
        <a:lt2>
          <a:srgbClr val="808080"/>
        </a:lt2>
        <a:accent1>
          <a:srgbClr val="D7D7D7"/>
        </a:accent1>
        <a:accent2>
          <a:srgbClr val="003466"/>
        </a:accent2>
        <a:accent3>
          <a:srgbClr val="D2D9E1"/>
        </a:accent3>
        <a:accent4>
          <a:srgbClr val="000000"/>
        </a:accent4>
        <a:accent5>
          <a:srgbClr val="E8E8E8"/>
        </a:accent5>
        <a:accent6>
          <a:srgbClr val="002E5C"/>
        </a:accent6>
        <a:hlink>
          <a:srgbClr val="008000"/>
        </a:hlink>
        <a:folHlink>
          <a:srgbClr val="800000"/>
        </a:folHlink>
      </a:clrScheme>
      <a:clrMap bg1="lt1" tx1="dk1" bg2="lt2" tx2="dk2" accent1="accent1" accent2="accent2" accent3="accent3" accent4="accent4" accent5="accent5" accent6="accent6" hlink="hlink" folHlink="folHlink"/>
    </a:extraClrScheme>
    <a:extraClrScheme>
      <a:clrScheme name="Custom Design 2">
        <a:dk1>
          <a:srgbClr val="603000"/>
        </a:dk1>
        <a:lt1>
          <a:srgbClr val="CF9860"/>
        </a:lt1>
        <a:dk2>
          <a:srgbClr val="000000"/>
        </a:dk2>
        <a:lt2>
          <a:srgbClr val="808080"/>
        </a:lt2>
        <a:accent1>
          <a:srgbClr val="FFFFCF"/>
        </a:accent1>
        <a:accent2>
          <a:srgbClr val="603000"/>
        </a:accent2>
        <a:accent3>
          <a:srgbClr val="E4CAB6"/>
        </a:accent3>
        <a:accent4>
          <a:srgbClr val="512700"/>
        </a:accent4>
        <a:accent5>
          <a:srgbClr val="FFFFE4"/>
        </a:accent5>
        <a:accent6>
          <a:srgbClr val="562A00"/>
        </a:accent6>
        <a:hlink>
          <a:srgbClr val="C21414"/>
        </a:hlink>
        <a:folHlink>
          <a:srgbClr val="660066"/>
        </a:folHlink>
      </a:clrScheme>
      <a:clrMap bg1="lt1" tx1="dk1" bg2="lt2" tx2="dk2" accent1="accent1" accent2="accent2" accent3="accent3" accent4="accent4" accent5="accent5" accent6="accent6" hlink="hlink" folHlink="folHlink"/>
    </a:extraClrScheme>
    <a:extraClrScheme>
      <a:clrScheme name="Custom Design 3">
        <a:dk1>
          <a:srgbClr val="505750"/>
        </a:dk1>
        <a:lt1>
          <a:srgbClr val="FFFFFF"/>
        </a:lt1>
        <a:dk2>
          <a:srgbClr val="000000"/>
        </a:dk2>
        <a:lt2>
          <a:srgbClr val="808080"/>
        </a:lt2>
        <a:accent1>
          <a:srgbClr val="DFDFDF"/>
        </a:accent1>
        <a:accent2>
          <a:srgbClr val="9F3000"/>
        </a:accent2>
        <a:accent3>
          <a:srgbClr val="FFFFFF"/>
        </a:accent3>
        <a:accent4>
          <a:srgbClr val="434943"/>
        </a:accent4>
        <a:accent5>
          <a:srgbClr val="ECECEC"/>
        </a:accent5>
        <a:accent6>
          <a:srgbClr val="902A00"/>
        </a:accent6>
        <a:hlink>
          <a:srgbClr val="C21414"/>
        </a:hlink>
        <a:folHlink>
          <a:srgbClr val="660066"/>
        </a:folHlink>
      </a:clrScheme>
      <a:clrMap bg1="lt1" tx1="dk1" bg2="lt2" tx2="dk2" accent1="accent1" accent2="accent2" accent3="accent3" accent4="accent4" accent5="accent5" accent6="accent6" hlink="hlink" folHlink="folHlink"/>
    </a:extraClrScheme>
    <a:extraClrScheme>
      <a:clrScheme name="Custom Design 4">
        <a:dk1>
          <a:srgbClr val="3A0000"/>
        </a:dk1>
        <a:lt1>
          <a:srgbClr val="FFFFFF"/>
        </a:lt1>
        <a:dk2>
          <a:srgbClr val="000000"/>
        </a:dk2>
        <a:lt2>
          <a:srgbClr val="808080"/>
        </a:lt2>
        <a:accent1>
          <a:srgbClr val="FFFFCF"/>
        </a:accent1>
        <a:accent2>
          <a:srgbClr val="9F0000"/>
        </a:accent2>
        <a:accent3>
          <a:srgbClr val="FFFFFF"/>
        </a:accent3>
        <a:accent4>
          <a:srgbClr val="300000"/>
        </a:accent4>
        <a:accent5>
          <a:srgbClr val="FFFFE4"/>
        </a:accent5>
        <a:accent6>
          <a:srgbClr val="900000"/>
        </a:accent6>
        <a:hlink>
          <a:srgbClr val="028418"/>
        </a:hlink>
        <a:folHlink>
          <a:srgbClr val="660066"/>
        </a:folHlink>
      </a:clrScheme>
      <a:clrMap bg1="lt1" tx1="dk1" bg2="lt2" tx2="dk2" accent1="accent1" accent2="accent2" accent3="accent3" accent4="accent4" accent5="accent5" accent6="accent6" hlink="hlink" folHlink="folHlink"/>
    </a:extraClrScheme>
    <a:extraClrScheme>
      <a:clrScheme name="Custom Design 5">
        <a:dk1>
          <a:srgbClr val="002336"/>
        </a:dk1>
        <a:lt1>
          <a:srgbClr val="E8F0F8"/>
        </a:lt1>
        <a:dk2>
          <a:srgbClr val="000000"/>
        </a:dk2>
        <a:lt2>
          <a:srgbClr val="808080"/>
        </a:lt2>
        <a:accent1>
          <a:srgbClr val="FFFFEF"/>
        </a:accent1>
        <a:accent2>
          <a:srgbClr val="00679F"/>
        </a:accent2>
        <a:accent3>
          <a:srgbClr val="F2F6FB"/>
        </a:accent3>
        <a:accent4>
          <a:srgbClr val="001C2D"/>
        </a:accent4>
        <a:accent5>
          <a:srgbClr val="FFFFF6"/>
        </a:accent5>
        <a:accent6>
          <a:srgbClr val="005D90"/>
        </a:accent6>
        <a:hlink>
          <a:srgbClr val="028418"/>
        </a:hlink>
        <a:folHlink>
          <a:srgbClr val="660066"/>
        </a:folHlink>
      </a:clrScheme>
      <a:clrMap bg1="lt1" tx1="dk1" bg2="lt2" tx2="dk2" accent1="accent1" accent2="accent2" accent3="accent3" accent4="accent4" accent5="accent5" accent6="accent6" hlink="hlink" folHlink="folHlink"/>
    </a:extraClrScheme>
    <a:extraClrScheme>
      <a:clrScheme name="Custom Design 6">
        <a:dk1>
          <a:srgbClr val="002336"/>
        </a:dk1>
        <a:lt1>
          <a:srgbClr val="CFCFFF"/>
        </a:lt1>
        <a:dk2>
          <a:srgbClr val="000000"/>
        </a:dk2>
        <a:lt2>
          <a:srgbClr val="808080"/>
        </a:lt2>
        <a:accent1>
          <a:srgbClr val="FFFFFF"/>
        </a:accent1>
        <a:accent2>
          <a:srgbClr val="003060"/>
        </a:accent2>
        <a:accent3>
          <a:srgbClr val="E4E4FF"/>
        </a:accent3>
        <a:accent4>
          <a:srgbClr val="001C2D"/>
        </a:accent4>
        <a:accent5>
          <a:srgbClr val="FFFFFF"/>
        </a:accent5>
        <a:accent6>
          <a:srgbClr val="002A56"/>
        </a:accent6>
        <a:hlink>
          <a:srgbClr val="028418"/>
        </a:hlink>
        <a:folHlink>
          <a:srgbClr val="660066"/>
        </a:folHlink>
      </a:clrScheme>
      <a:clrMap bg1="lt1" tx1="dk1" bg2="lt2" tx2="dk2" accent1="accent1" accent2="accent2" accent3="accent3" accent4="accent4" accent5="accent5" accent6="accent6" hlink="hlink" folHlink="folHlink"/>
    </a:extraClrScheme>
    <a:extraClrScheme>
      <a:clrScheme name="Custom Design 7">
        <a:dk1>
          <a:srgbClr val="000000"/>
        </a:dk1>
        <a:lt1>
          <a:srgbClr val="FFFFFF"/>
        </a:lt1>
        <a:dk2>
          <a:srgbClr val="000000"/>
        </a:dk2>
        <a:lt2>
          <a:srgbClr val="808080"/>
        </a:lt2>
        <a:accent1>
          <a:srgbClr val="EAEAEA"/>
        </a:accent1>
        <a:accent2>
          <a:srgbClr val="4B4B4B"/>
        </a:accent2>
        <a:accent3>
          <a:srgbClr val="FFFFFF"/>
        </a:accent3>
        <a:accent4>
          <a:srgbClr val="000000"/>
        </a:accent4>
        <a:accent5>
          <a:srgbClr val="F3F3F3"/>
        </a:accent5>
        <a:accent6>
          <a:srgbClr val="434343"/>
        </a:accent6>
        <a:hlink>
          <a:srgbClr val="028418"/>
        </a:hlink>
        <a:folHlink>
          <a:srgbClr val="660066"/>
        </a:folHlink>
      </a:clrScheme>
      <a:clrMap bg1="lt1" tx1="dk1" bg2="lt2" tx2="dk2" accent1="accent1" accent2="accent2" accent3="accent3" accent4="accent4" accent5="accent5" accent6="accent6" hlink="hlink" folHlink="folHlink"/>
    </a:extraClrScheme>
    <a:extraClrScheme>
      <a:clrScheme name="Custom Design 8">
        <a:dk1>
          <a:srgbClr val="000000"/>
        </a:dk1>
        <a:lt1>
          <a:srgbClr val="E3DABB"/>
        </a:lt1>
        <a:dk2>
          <a:srgbClr val="000000"/>
        </a:dk2>
        <a:lt2>
          <a:srgbClr val="808080"/>
        </a:lt2>
        <a:accent1>
          <a:srgbClr val="EAEAEA"/>
        </a:accent1>
        <a:accent2>
          <a:srgbClr val="065290"/>
        </a:accent2>
        <a:accent3>
          <a:srgbClr val="EFEADA"/>
        </a:accent3>
        <a:accent4>
          <a:srgbClr val="000000"/>
        </a:accent4>
        <a:accent5>
          <a:srgbClr val="F3F3F3"/>
        </a:accent5>
        <a:accent6>
          <a:srgbClr val="054982"/>
        </a:accent6>
        <a:hlink>
          <a:srgbClr val="028418"/>
        </a:hlink>
        <a:folHlink>
          <a:srgbClr val="660066"/>
        </a:folHlink>
      </a:clrScheme>
      <a:clrMap bg1="lt1" tx1="dk1" bg2="lt2" tx2="dk2" accent1="accent1" accent2="accent2" accent3="accent3" accent4="accent4" accent5="accent5" accent6="accent6" hlink="hlink" folHlink="folHlink"/>
    </a:extraClrScheme>
    <a:extraClrScheme>
      <a:clrScheme name="Custom Design 9">
        <a:dk1>
          <a:srgbClr val="00009F"/>
        </a:dk1>
        <a:lt1>
          <a:srgbClr val="FFCFFF"/>
        </a:lt1>
        <a:dk2>
          <a:srgbClr val="000000"/>
        </a:dk2>
        <a:lt2>
          <a:srgbClr val="808080"/>
        </a:lt2>
        <a:accent1>
          <a:srgbClr val="FFFFFF"/>
        </a:accent1>
        <a:accent2>
          <a:srgbClr val="60009F"/>
        </a:accent2>
        <a:accent3>
          <a:srgbClr val="FFE4FF"/>
        </a:accent3>
        <a:accent4>
          <a:srgbClr val="000087"/>
        </a:accent4>
        <a:accent5>
          <a:srgbClr val="FFFFFF"/>
        </a:accent5>
        <a:accent6>
          <a:srgbClr val="560090"/>
        </a:accent6>
        <a:hlink>
          <a:srgbClr val="028418"/>
        </a:hlink>
        <a:folHlink>
          <a:srgbClr val="660066"/>
        </a:folHlink>
      </a:clrScheme>
      <a:clrMap bg1="lt1" tx1="dk1" bg2="lt2" tx2="dk2" accent1="accent1" accent2="accent2" accent3="accent3" accent4="accent4" accent5="accent5" accent6="accent6" hlink="hlink" folHlink="folHlink"/>
    </a:extraClrScheme>
    <a:extraClrScheme>
      <a:clrScheme name="Custom Design 10">
        <a:dk1>
          <a:srgbClr val="003000"/>
        </a:dk1>
        <a:lt1>
          <a:srgbClr val="9FCF9F"/>
        </a:lt1>
        <a:dk2>
          <a:srgbClr val="000000"/>
        </a:dk2>
        <a:lt2>
          <a:srgbClr val="808080"/>
        </a:lt2>
        <a:accent1>
          <a:srgbClr val="FFFFFF"/>
        </a:accent1>
        <a:accent2>
          <a:srgbClr val="006730"/>
        </a:accent2>
        <a:accent3>
          <a:srgbClr val="CDE4CD"/>
        </a:accent3>
        <a:accent4>
          <a:srgbClr val="002700"/>
        </a:accent4>
        <a:accent5>
          <a:srgbClr val="FFFFFF"/>
        </a:accent5>
        <a:accent6>
          <a:srgbClr val="005D2A"/>
        </a:accent6>
        <a:hlink>
          <a:srgbClr val="028418"/>
        </a:hlink>
        <a:folHlink>
          <a:srgbClr val="660066"/>
        </a:folHlink>
      </a:clrScheme>
      <a:clrMap bg1="lt1" tx1="dk1" bg2="lt2" tx2="dk2" accent1="accent1" accent2="accent2" accent3="accent3" accent4="accent4" accent5="accent5" accent6="accent6" hlink="hlink" folHlink="folHlink"/>
    </a:extraClrScheme>
    <a:extraClrScheme>
      <a:clrScheme name="Custom Design 11">
        <a:dk1>
          <a:srgbClr val="000000"/>
        </a:dk1>
        <a:lt1>
          <a:srgbClr val="FFFFD5"/>
        </a:lt1>
        <a:dk2>
          <a:srgbClr val="000000"/>
        </a:dk2>
        <a:lt2>
          <a:srgbClr val="808080"/>
        </a:lt2>
        <a:accent1>
          <a:srgbClr val="D7DFCF"/>
        </a:accent1>
        <a:accent2>
          <a:srgbClr val="661600"/>
        </a:accent2>
        <a:accent3>
          <a:srgbClr val="FFFFE7"/>
        </a:accent3>
        <a:accent4>
          <a:srgbClr val="000000"/>
        </a:accent4>
        <a:accent5>
          <a:srgbClr val="E8ECE4"/>
        </a:accent5>
        <a:accent6>
          <a:srgbClr val="5C1300"/>
        </a:accent6>
        <a:hlink>
          <a:srgbClr val="008000"/>
        </a:hlink>
        <a:folHlink>
          <a:srgbClr val="8000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Custom Design">
  <a:themeElements>
    <a:clrScheme name="1_Custom Design 1">
      <a:dk1>
        <a:srgbClr val="000000"/>
      </a:dk1>
      <a:lt1>
        <a:srgbClr val="AABAC9"/>
      </a:lt1>
      <a:dk2>
        <a:srgbClr val="000000"/>
      </a:dk2>
      <a:lt2>
        <a:srgbClr val="808080"/>
      </a:lt2>
      <a:accent1>
        <a:srgbClr val="D7D7D7"/>
      </a:accent1>
      <a:accent2>
        <a:srgbClr val="003466"/>
      </a:accent2>
      <a:accent3>
        <a:srgbClr val="D2D9E1"/>
      </a:accent3>
      <a:accent4>
        <a:srgbClr val="000000"/>
      </a:accent4>
      <a:accent5>
        <a:srgbClr val="E8E8E8"/>
      </a:accent5>
      <a:accent6>
        <a:srgbClr val="002E5C"/>
      </a:accent6>
      <a:hlink>
        <a:srgbClr val="008000"/>
      </a:hlink>
      <a:folHlink>
        <a:srgbClr val="800000"/>
      </a:folHlink>
    </a:clrScheme>
    <a:fontScheme name="1_Custom Design">
      <a:majorFont>
        <a:latin typeface="Arial Black"/>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457200" tIns="457200" rIns="457200" bIns="457200" numCol="1" anchor="t" anchorCtr="0" compatLnSpc="1">
        <a:prstTxWarp prst="textNoShape">
          <a:avLst/>
        </a:prstTxWarp>
        <a:spAutoFit/>
      </a:bodyPr>
      <a:lstStyle>
        <a:defPPr marL="0" marR="0" indent="0" algn="l" defTabSz="4389438" rtl="0" eaLnBrk="1" fontAlgn="base" latinLnBrk="0" hangingPunct="1">
          <a:lnSpc>
            <a:spcPct val="100000"/>
          </a:lnSpc>
          <a:spcBef>
            <a:spcPct val="0"/>
          </a:spcBef>
          <a:spcAft>
            <a:spcPct val="0"/>
          </a:spcAft>
          <a:buClrTx/>
          <a:buSzTx/>
          <a:buFontTx/>
          <a:buNone/>
          <a:tabLst/>
          <a:defRPr kumimoji="0" lang="en-US" altLang="en-US" sz="2900" b="0" i="0" u="none" strike="noStrike" cap="none" normalizeH="0" baseline="0" smtClean="0">
            <a:ln>
              <a:noFill/>
            </a:ln>
            <a:solidFill>
              <a:schemeClr val="tx1"/>
            </a:solidFill>
            <a:effectLst/>
            <a:latin typeface="Arial Narrow" panose="020B0606020202030204" pitchFamily="34" charset="0"/>
          </a:defRPr>
        </a:defPPr>
      </a:lstStyle>
    </a:spDef>
    <a:ln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457200" tIns="457200" rIns="457200" bIns="457200" numCol="1" anchor="t" anchorCtr="0" compatLnSpc="1">
        <a:prstTxWarp prst="textNoShape">
          <a:avLst/>
        </a:prstTxWarp>
        <a:spAutoFit/>
      </a:bodyPr>
      <a:lstStyle>
        <a:defPPr marL="0" marR="0" indent="0" algn="l" defTabSz="4389438" rtl="0" eaLnBrk="1" fontAlgn="base" latinLnBrk="0" hangingPunct="1">
          <a:lnSpc>
            <a:spcPct val="100000"/>
          </a:lnSpc>
          <a:spcBef>
            <a:spcPct val="0"/>
          </a:spcBef>
          <a:spcAft>
            <a:spcPct val="0"/>
          </a:spcAft>
          <a:buClrTx/>
          <a:buSzTx/>
          <a:buFontTx/>
          <a:buNone/>
          <a:tabLst/>
          <a:defRPr kumimoji="0" lang="en-US" altLang="en-US" sz="2900" b="0" i="0" u="none" strike="noStrike" cap="none" normalizeH="0" baseline="0" smtClean="0">
            <a:ln>
              <a:noFill/>
            </a:ln>
            <a:solidFill>
              <a:schemeClr val="tx1"/>
            </a:solidFill>
            <a:effectLst/>
            <a:latin typeface="Arial Narrow" panose="020B0606020202030204" pitchFamily="34" charset="0"/>
          </a:defRPr>
        </a:defPPr>
      </a:lstStyle>
    </a:lnDef>
  </a:objectDefaults>
  <a:extraClrSchemeLst>
    <a:extraClrScheme>
      <a:clrScheme name="1_Custom Design 1">
        <a:dk1>
          <a:srgbClr val="000000"/>
        </a:dk1>
        <a:lt1>
          <a:srgbClr val="AABAC9"/>
        </a:lt1>
        <a:dk2>
          <a:srgbClr val="000000"/>
        </a:dk2>
        <a:lt2>
          <a:srgbClr val="808080"/>
        </a:lt2>
        <a:accent1>
          <a:srgbClr val="D7D7D7"/>
        </a:accent1>
        <a:accent2>
          <a:srgbClr val="003466"/>
        </a:accent2>
        <a:accent3>
          <a:srgbClr val="D2D9E1"/>
        </a:accent3>
        <a:accent4>
          <a:srgbClr val="000000"/>
        </a:accent4>
        <a:accent5>
          <a:srgbClr val="E8E8E8"/>
        </a:accent5>
        <a:accent6>
          <a:srgbClr val="002E5C"/>
        </a:accent6>
        <a:hlink>
          <a:srgbClr val="008000"/>
        </a:hlink>
        <a:folHlink>
          <a:srgbClr val="800000"/>
        </a:folHlink>
      </a:clrScheme>
      <a:clrMap bg1="lt1" tx1="dk1" bg2="lt2" tx2="dk2" accent1="accent1" accent2="accent2" accent3="accent3" accent4="accent4" accent5="accent5" accent6="accent6" hlink="hlink" folHlink="folHlink"/>
    </a:extraClrScheme>
    <a:extraClrScheme>
      <a:clrScheme name="1_Custom Design 2">
        <a:dk1>
          <a:srgbClr val="603000"/>
        </a:dk1>
        <a:lt1>
          <a:srgbClr val="CF9860"/>
        </a:lt1>
        <a:dk2>
          <a:srgbClr val="000000"/>
        </a:dk2>
        <a:lt2>
          <a:srgbClr val="808080"/>
        </a:lt2>
        <a:accent1>
          <a:srgbClr val="FFFFCF"/>
        </a:accent1>
        <a:accent2>
          <a:srgbClr val="603000"/>
        </a:accent2>
        <a:accent3>
          <a:srgbClr val="E4CAB6"/>
        </a:accent3>
        <a:accent4>
          <a:srgbClr val="512700"/>
        </a:accent4>
        <a:accent5>
          <a:srgbClr val="FFFFE4"/>
        </a:accent5>
        <a:accent6>
          <a:srgbClr val="562A00"/>
        </a:accent6>
        <a:hlink>
          <a:srgbClr val="C21414"/>
        </a:hlink>
        <a:folHlink>
          <a:srgbClr val="660066"/>
        </a:folHlink>
      </a:clrScheme>
      <a:clrMap bg1="lt1" tx1="dk1" bg2="lt2" tx2="dk2" accent1="accent1" accent2="accent2" accent3="accent3" accent4="accent4" accent5="accent5" accent6="accent6" hlink="hlink" folHlink="folHlink"/>
    </a:extraClrScheme>
    <a:extraClrScheme>
      <a:clrScheme name="1_Custom Design 3">
        <a:dk1>
          <a:srgbClr val="505750"/>
        </a:dk1>
        <a:lt1>
          <a:srgbClr val="FFFFFF"/>
        </a:lt1>
        <a:dk2>
          <a:srgbClr val="000000"/>
        </a:dk2>
        <a:lt2>
          <a:srgbClr val="808080"/>
        </a:lt2>
        <a:accent1>
          <a:srgbClr val="DFDFDF"/>
        </a:accent1>
        <a:accent2>
          <a:srgbClr val="9F3000"/>
        </a:accent2>
        <a:accent3>
          <a:srgbClr val="FFFFFF"/>
        </a:accent3>
        <a:accent4>
          <a:srgbClr val="434943"/>
        </a:accent4>
        <a:accent5>
          <a:srgbClr val="ECECEC"/>
        </a:accent5>
        <a:accent6>
          <a:srgbClr val="902A00"/>
        </a:accent6>
        <a:hlink>
          <a:srgbClr val="C21414"/>
        </a:hlink>
        <a:folHlink>
          <a:srgbClr val="660066"/>
        </a:folHlink>
      </a:clrScheme>
      <a:clrMap bg1="lt1" tx1="dk1" bg2="lt2" tx2="dk2" accent1="accent1" accent2="accent2" accent3="accent3" accent4="accent4" accent5="accent5" accent6="accent6" hlink="hlink" folHlink="folHlink"/>
    </a:extraClrScheme>
    <a:extraClrScheme>
      <a:clrScheme name="1_Custom Design 4">
        <a:dk1>
          <a:srgbClr val="3A0000"/>
        </a:dk1>
        <a:lt1>
          <a:srgbClr val="FFFFFF"/>
        </a:lt1>
        <a:dk2>
          <a:srgbClr val="000000"/>
        </a:dk2>
        <a:lt2>
          <a:srgbClr val="808080"/>
        </a:lt2>
        <a:accent1>
          <a:srgbClr val="FFFFCF"/>
        </a:accent1>
        <a:accent2>
          <a:srgbClr val="9F0000"/>
        </a:accent2>
        <a:accent3>
          <a:srgbClr val="FFFFFF"/>
        </a:accent3>
        <a:accent4>
          <a:srgbClr val="300000"/>
        </a:accent4>
        <a:accent5>
          <a:srgbClr val="FFFFE4"/>
        </a:accent5>
        <a:accent6>
          <a:srgbClr val="900000"/>
        </a:accent6>
        <a:hlink>
          <a:srgbClr val="028418"/>
        </a:hlink>
        <a:folHlink>
          <a:srgbClr val="660066"/>
        </a:folHlink>
      </a:clrScheme>
      <a:clrMap bg1="lt1" tx1="dk1" bg2="lt2" tx2="dk2" accent1="accent1" accent2="accent2" accent3="accent3" accent4="accent4" accent5="accent5" accent6="accent6" hlink="hlink" folHlink="folHlink"/>
    </a:extraClrScheme>
    <a:extraClrScheme>
      <a:clrScheme name="1_Custom Design 5">
        <a:dk1>
          <a:srgbClr val="002336"/>
        </a:dk1>
        <a:lt1>
          <a:srgbClr val="E8F0F8"/>
        </a:lt1>
        <a:dk2>
          <a:srgbClr val="000000"/>
        </a:dk2>
        <a:lt2>
          <a:srgbClr val="808080"/>
        </a:lt2>
        <a:accent1>
          <a:srgbClr val="FFFFEF"/>
        </a:accent1>
        <a:accent2>
          <a:srgbClr val="00679F"/>
        </a:accent2>
        <a:accent3>
          <a:srgbClr val="F2F6FB"/>
        </a:accent3>
        <a:accent4>
          <a:srgbClr val="001C2D"/>
        </a:accent4>
        <a:accent5>
          <a:srgbClr val="FFFFF6"/>
        </a:accent5>
        <a:accent6>
          <a:srgbClr val="005D90"/>
        </a:accent6>
        <a:hlink>
          <a:srgbClr val="028418"/>
        </a:hlink>
        <a:folHlink>
          <a:srgbClr val="660066"/>
        </a:folHlink>
      </a:clrScheme>
      <a:clrMap bg1="lt1" tx1="dk1" bg2="lt2" tx2="dk2" accent1="accent1" accent2="accent2" accent3="accent3" accent4="accent4" accent5="accent5" accent6="accent6" hlink="hlink" folHlink="folHlink"/>
    </a:extraClrScheme>
    <a:extraClrScheme>
      <a:clrScheme name="1_Custom Design 6">
        <a:dk1>
          <a:srgbClr val="002336"/>
        </a:dk1>
        <a:lt1>
          <a:srgbClr val="CFCFFF"/>
        </a:lt1>
        <a:dk2>
          <a:srgbClr val="000000"/>
        </a:dk2>
        <a:lt2>
          <a:srgbClr val="808080"/>
        </a:lt2>
        <a:accent1>
          <a:srgbClr val="FFFFFF"/>
        </a:accent1>
        <a:accent2>
          <a:srgbClr val="003060"/>
        </a:accent2>
        <a:accent3>
          <a:srgbClr val="E4E4FF"/>
        </a:accent3>
        <a:accent4>
          <a:srgbClr val="001C2D"/>
        </a:accent4>
        <a:accent5>
          <a:srgbClr val="FFFFFF"/>
        </a:accent5>
        <a:accent6>
          <a:srgbClr val="002A56"/>
        </a:accent6>
        <a:hlink>
          <a:srgbClr val="028418"/>
        </a:hlink>
        <a:folHlink>
          <a:srgbClr val="660066"/>
        </a:folHlink>
      </a:clrScheme>
      <a:clrMap bg1="lt1" tx1="dk1" bg2="lt2" tx2="dk2" accent1="accent1" accent2="accent2" accent3="accent3" accent4="accent4" accent5="accent5" accent6="accent6" hlink="hlink" folHlink="folHlink"/>
    </a:extraClrScheme>
    <a:extraClrScheme>
      <a:clrScheme name="1_Custom Design 7">
        <a:dk1>
          <a:srgbClr val="000000"/>
        </a:dk1>
        <a:lt1>
          <a:srgbClr val="FFFFFF"/>
        </a:lt1>
        <a:dk2>
          <a:srgbClr val="000000"/>
        </a:dk2>
        <a:lt2>
          <a:srgbClr val="808080"/>
        </a:lt2>
        <a:accent1>
          <a:srgbClr val="EAEAEA"/>
        </a:accent1>
        <a:accent2>
          <a:srgbClr val="4B4B4B"/>
        </a:accent2>
        <a:accent3>
          <a:srgbClr val="FFFFFF"/>
        </a:accent3>
        <a:accent4>
          <a:srgbClr val="000000"/>
        </a:accent4>
        <a:accent5>
          <a:srgbClr val="F3F3F3"/>
        </a:accent5>
        <a:accent6>
          <a:srgbClr val="434343"/>
        </a:accent6>
        <a:hlink>
          <a:srgbClr val="028418"/>
        </a:hlink>
        <a:folHlink>
          <a:srgbClr val="660066"/>
        </a:folHlink>
      </a:clrScheme>
      <a:clrMap bg1="lt1" tx1="dk1" bg2="lt2" tx2="dk2" accent1="accent1" accent2="accent2" accent3="accent3" accent4="accent4" accent5="accent5" accent6="accent6" hlink="hlink" folHlink="folHlink"/>
    </a:extraClrScheme>
    <a:extraClrScheme>
      <a:clrScheme name="1_Custom Design 8">
        <a:dk1>
          <a:srgbClr val="000000"/>
        </a:dk1>
        <a:lt1>
          <a:srgbClr val="E3DABB"/>
        </a:lt1>
        <a:dk2>
          <a:srgbClr val="000000"/>
        </a:dk2>
        <a:lt2>
          <a:srgbClr val="808080"/>
        </a:lt2>
        <a:accent1>
          <a:srgbClr val="EAEAEA"/>
        </a:accent1>
        <a:accent2>
          <a:srgbClr val="065290"/>
        </a:accent2>
        <a:accent3>
          <a:srgbClr val="EFEADA"/>
        </a:accent3>
        <a:accent4>
          <a:srgbClr val="000000"/>
        </a:accent4>
        <a:accent5>
          <a:srgbClr val="F3F3F3"/>
        </a:accent5>
        <a:accent6>
          <a:srgbClr val="054982"/>
        </a:accent6>
        <a:hlink>
          <a:srgbClr val="028418"/>
        </a:hlink>
        <a:folHlink>
          <a:srgbClr val="660066"/>
        </a:folHlink>
      </a:clrScheme>
      <a:clrMap bg1="lt1" tx1="dk1" bg2="lt2" tx2="dk2" accent1="accent1" accent2="accent2" accent3="accent3" accent4="accent4" accent5="accent5" accent6="accent6" hlink="hlink" folHlink="folHlink"/>
    </a:extraClrScheme>
    <a:extraClrScheme>
      <a:clrScheme name="1_Custom Design 9">
        <a:dk1>
          <a:srgbClr val="00009F"/>
        </a:dk1>
        <a:lt1>
          <a:srgbClr val="FFCFFF"/>
        </a:lt1>
        <a:dk2>
          <a:srgbClr val="000000"/>
        </a:dk2>
        <a:lt2>
          <a:srgbClr val="808080"/>
        </a:lt2>
        <a:accent1>
          <a:srgbClr val="FFFFFF"/>
        </a:accent1>
        <a:accent2>
          <a:srgbClr val="60009F"/>
        </a:accent2>
        <a:accent3>
          <a:srgbClr val="FFE4FF"/>
        </a:accent3>
        <a:accent4>
          <a:srgbClr val="000087"/>
        </a:accent4>
        <a:accent5>
          <a:srgbClr val="FFFFFF"/>
        </a:accent5>
        <a:accent6>
          <a:srgbClr val="560090"/>
        </a:accent6>
        <a:hlink>
          <a:srgbClr val="028418"/>
        </a:hlink>
        <a:folHlink>
          <a:srgbClr val="660066"/>
        </a:folHlink>
      </a:clrScheme>
      <a:clrMap bg1="lt1" tx1="dk1" bg2="lt2" tx2="dk2" accent1="accent1" accent2="accent2" accent3="accent3" accent4="accent4" accent5="accent5" accent6="accent6" hlink="hlink" folHlink="folHlink"/>
    </a:extraClrScheme>
    <a:extraClrScheme>
      <a:clrScheme name="1_Custom Design 10">
        <a:dk1>
          <a:srgbClr val="003000"/>
        </a:dk1>
        <a:lt1>
          <a:srgbClr val="9FCF9F"/>
        </a:lt1>
        <a:dk2>
          <a:srgbClr val="000000"/>
        </a:dk2>
        <a:lt2>
          <a:srgbClr val="808080"/>
        </a:lt2>
        <a:accent1>
          <a:srgbClr val="FFFFFF"/>
        </a:accent1>
        <a:accent2>
          <a:srgbClr val="006730"/>
        </a:accent2>
        <a:accent3>
          <a:srgbClr val="CDE4CD"/>
        </a:accent3>
        <a:accent4>
          <a:srgbClr val="002700"/>
        </a:accent4>
        <a:accent5>
          <a:srgbClr val="FFFFFF"/>
        </a:accent5>
        <a:accent6>
          <a:srgbClr val="005D2A"/>
        </a:accent6>
        <a:hlink>
          <a:srgbClr val="028418"/>
        </a:hlink>
        <a:folHlink>
          <a:srgbClr val="660066"/>
        </a:folHlink>
      </a:clrScheme>
      <a:clrMap bg1="lt1" tx1="dk1" bg2="lt2" tx2="dk2" accent1="accent1" accent2="accent2" accent3="accent3" accent4="accent4" accent5="accent5" accent6="accent6" hlink="hlink" folHlink="folHlink"/>
    </a:extraClrScheme>
    <a:extraClrScheme>
      <a:clrScheme name="1_Custom Design 11">
        <a:dk1>
          <a:srgbClr val="000000"/>
        </a:dk1>
        <a:lt1>
          <a:srgbClr val="FFFFD5"/>
        </a:lt1>
        <a:dk2>
          <a:srgbClr val="000000"/>
        </a:dk2>
        <a:lt2>
          <a:srgbClr val="808080"/>
        </a:lt2>
        <a:accent1>
          <a:srgbClr val="D7DFCF"/>
        </a:accent1>
        <a:accent2>
          <a:srgbClr val="661600"/>
        </a:accent2>
        <a:accent3>
          <a:srgbClr val="FFFFE7"/>
        </a:accent3>
        <a:accent4>
          <a:srgbClr val="000000"/>
        </a:accent4>
        <a:accent5>
          <a:srgbClr val="E8ECE4"/>
        </a:accent5>
        <a:accent6>
          <a:srgbClr val="5C1300"/>
        </a:accent6>
        <a:hlink>
          <a:srgbClr val="008000"/>
        </a:hlink>
        <a:folHlink>
          <a:srgbClr val="8000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Custom Design">
  <a:themeElements>
    <a:clrScheme name="2_Custom Design 1">
      <a:dk1>
        <a:srgbClr val="000000"/>
      </a:dk1>
      <a:lt1>
        <a:srgbClr val="AABAC9"/>
      </a:lt1>
      <a:dk2>
        <a:srgbClr val="000000"/>
      </a:dk2>
      <a:lt2>
        <a:srgbClr val="808080"/>
      </a:lt2>
      <a:accent1>
        <a:srgbClr val="D7D7D7"/>
      </a:accent1>
      <a:accent2>
        <a:srgbClr val="003466"/>
      </a:accent2>
      <a:accent3>
        <a:srgbClr val="D2D9E1"/>
      </a:accent3>
      <a:accent4>
        <a:srgbClr val="000000"/>
      </a:accent4>
      <a:accent5>
        <a:srgbClr val="E8E8E8"/>
      </a:accent5>
      <a:accent6>
        <a:srgbClr val="002E5C"/>
      </a:accent6>
      <a:hlink>
        <a:srgbClr val="008000"/>
      </a:hlink>
      <a:folHlink>
        <a:srgbClr val="800000"/>
      </a:folHlink>
    </a:clrScheme>
    <a:fontScheme name="2_Custom Design">
      <a:majorFont>
        <a:latin typeface="Arial Black"/>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457200" tIns="457200" rIns="457200" bIns="457200" numCol="1" anchor="t" anchorCtr="0" compatLnSpc="1">
        <a:prstTxWarp prst="textNoShape">
          <a:avLst/>
        </a:prstTxWarp>
        <a:spAutoFit/>
      </a:bodyPr>
      <a:lstStyle>
        <a:defPPr marL="0" marR="0" indent="0" algn="l" defTabSz="4389438" rtl="0" eaLnBrk="1" fontAlgn="base" latinLnBrk="0" hangingPunct="1">
          <a:lnSpc>
            <a:spcPct val="100000"/>
          </a:lnSpc>
          <a:spcBef>
            <a:spcPct val="0"/>
          </a:spcBef>
          <a:spcAft>
            <a:spcPct val="0"/>
          </a:spcAft>
          <a:buClrTx/>
          <a:buSzTx/>
          <a:buFontTx/>
          <a:buNone/>
          <a:tabLst/>
          <a:defRPr kumimoji="0" lang="en-US" altLang="en-US" sz="2900" b="0" i="0" u="none" strike="noStrike" cap="none" normalizeH="0" baseline="0" smtClean="0">
            <a:ln>
              <a:noFill/>
            </a:ln>
            <a:solidFill>
              <a:schemeClr val="tx1"/>
            </a:solidFill>
            <a:effectLst/>
            <a:latin typeface="Arial Narrow" panose="020B0606020202030204" pitchFamily="34" charset="0"/>
          </a:defRPr>
        </a:defPPr>
      </a:lstStyle>
    </a:spDef>
    <a:ln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457200" tIns="457200" rIns="457200" bIns="457200" numCol="1" anchor="t" anchorCtr="0" compatLnSpc="1">
        <a:prstTxWarp prst="textNoShape">
          <a:avLst/>
        </a:prstTxWarp>
        <a:spAutoFit/>
      </a:bodyPr>
      <a:lstStyle>
        <a:defPPr marL="0" marR="0" indent="0" algn="l" defTabSz="4389438" rtl="0" eaLnBrk="1" fontAlgn="base" latinLnBrk="0" hangingPunct="1">
          <a:lnSpc>
            <a:spcPct val="100000"/>
          </a:lnSpc>
          <a:spcBef>
            <a:spcPct val="0"/>
          </a:spcBef>
          <a:spcAft>
            <a:spcPct val="0"/>
          </a:spcAft>
          <a:buClrTx/>
          <a:buSzTx/>
          <a:buFontTx/>
          <a:buNone/>
          <a:tabLst/>
          <a:defRPr kumimoji="0" lang="en-US" altLang="en-US" sz="2900" b="0" i="0" u="none" strike="noStrike" cap="none" normalizeH="0" baseline="0" smtClean="0">
            <a:ln>
              <a:noFill/>
            </a:ln>
            <a:solidFill>
              <a:schemeClr val="tx1"/>
            </a:solidFill>
            <a:effectLst/>
            <a:latin typeface="Arial Narrow" panose="020B0606020202030204" pitchFamily="34" charset="0"/>
          </a:defRPr>
        </a:defPPr>
      </a:lstStyle>
    </a:lnDef>
  </a:objectDefaults>
  <a:extraClrSchemeLst>
    <a:extraClrScheme>
      <a:clrScheme name="2_Custom Design 1">
        <a:dk1>
          <a:srgbClr val="000000"/>
        </a:dk1>
        <a:lt1>
          <a:srgbClr val="AABAC9"/>
        </a:lt1>
        <a:dk2>
          <a:srgbClr val="000000"/>
        </a:dk2>
        <a:lt2>
          <a:srgbClr val="808080"/>
        </a:lt2>
        <a:accent1>
          <a:srgbClr val="D7D7D7"/>
        </a:accent1>
        <a:accent2>
          <a:srgbClr val="003466"/>
        </a:accent2>
        <a:accent3>
          <a:srgbClr val="D2D9E1"/>
        </a:accent3>
        <a:accent4>
          <a:srgbClr val="000000"/>
        </a:accent4>
        <a:accent5>
          <a:srgbClr val="E8E8E8"/>
        </a:accent5>
        <a:accent6>
          <a:srgbClr val="002E5C"/>
        </a:accent6>
        <a:hlink>
          <a:srgbClr val="008000"/>
        </a:hlink>
        <a:folHlink>
          <a:srgbClr val="800000"/>
        </a:folHlink>
      </a:clrScheme>
      <a:clrMap bg1="lt1" tx1="dk1" bg2="lt2" tx2="dk2" accent1="accent1" accent2="accent2" accent3="accent3" accent4="accent4" accent5="accent5" accent6="accent6" hlink="hlink" folHlink="folHlink"/>
    </a:extraClrScheme>
    <a:extraClrScheme>
      <a:clrScheme name="2_Custom Design 2">
        <a:dk1>
          <a:srgbClr val="603000"/>
        </a:dk1>
        <a:lt1>
          <a:srgbClr val="CF9860"/>
        </a:lt1>
        <a:dk2>
          <a:srgbClr val="000000"/>
        </a:dk2>
        <a:lt2>
          <a:srgbClr val="808080"/>
        </a:lt2>
        <a:accent1>
          <a:srgbClr val="FFFFCF"/>
        </a:accent1>
        <a:accent2>
          <a:srgbClr val="603000"/>
        </a:accent2>
        <a:accent3>
          <a:srgbClr val="E4CAB6"/>
        </a:accent3>
        <a:accent4>
          <a:srgbClr val="512700"/>
        </a:accent4>
        <a:accent5>
          <a:srgbClr val="FFFFE4"/>
        </a:accent5>
        <a:accent6>
          <a:srgbClr val="562A00"/>
        </a:accent6>
        <a:hlink>
          <a:srgbClr val="C21414"/>
        </a:hlink>
        <a:folHlink>
          <a:srgbClr val="660066"/>
        </a:folHlink>
      </a:clrScheme>
      <a:clrMap bg1="lt1" tx1="dk1" bg2="lt2" tx2="dk2" accent1="accent1" accent2="accent2" accent3="accent3" accent4="accent4" accent5="accent5" accent6="accent6" hlink="hlink" folHlink="folHlink"/>
    </a:extraClrScheme>
    <a:extraClrScheme>
      <a:clrScheme name="2_Custom Design 3">
        <a:dk1>
          <a:srgbClr val="505750"/>
        </a:dk1>
        <a:lt1>
          <a:srgbClr val="FFFFFF"/>
        </a:lt1>
        <a:dk2>
          <a:srgbClr val="000000"/>
        </a:dk2>
        <a:lt2>
          <a:srgbClr val="808080"/>
        </a:lt2>
        <a:accent1>
          <a:srgbClr val="DFDFDF"/>
        </a:accent1>
        <a:accent2>
          <a:srgbClr val="9F3000"/>
        </a:accent2>
        <a:accent3>
          <a:srgbClr val="FFFFFF"/>
        </a:accent3>
        <a:accent4>
          <a:srgbClr val="434943"/>
        </a:accent4>
        <a:accent5>
          <a:srgbClr val="ECECEC"/>
        </a:accent5>
        <a:accent6>
          <a:srgbClr val="902A00"/>
        </a:accent6>
        <a:hlink>
          <a:srgbClr val="C21414"/>
        </a:hlink>
        <a:folHlink>
          <a:srgbClr val="660066"/>
        </a:folHlink>
      </a:clrScheme>
      <a:clrMap bg1="lt1" tx1="dk1" bg2="lt2" tx2="dk2" accent1="accent1" accent2="accent2" accent3="accent3" accent4="accent4" accent5="accent5" accent6="accent6" hlink="hlink" folHlink="folHlink"/>
    </a:extraClrScheme>
    <a:extraClrScheme>
      <a:clrScheme name="2_Custom Design 4">
        <a:dk1>
          <a:srgbClr val="3A0000"/>
        </a:dk1>
        <a:lt1>
          <a:srgbClr val="FFFFFF"/>
        </a:lt1>
        <a:dk2>
          <a:srgbClr val="000000"/>
        </a:dk2>
        <a:lt2>
          <a:srgbClr val="808080"/>
        </a:lt2>
        <a:accent1>
          <a:srgbClr val="FFFFCF"/>
        </a:accent1>
        <a:accent2>
          <a:srgbClr val="9F0000"/>
        </a:accent2>
        <a:accent3>
          <a:srgbClr val="FFFFFF"/>
        </a:accent3>
        <a:accent4>
          <a:srgbClr val="300000"/>
        </a:accent4>
        <a:accent5>
          <a:srgbClr val="FFFFE4"/>
        </a:accent5>
        <a:accent6>
          <a:srgbClr val="900000"/>
        </a:accent6>
        <a:hlink>
          <a:srgbClr val="028418"/>
        </a:hlink>
        <a:folHlink>
          <a:srgbClr val="660066"/>
        </a:folHlink>
      </a:clrScheme>
      <a:clrMap bg1="lt1" tx1="dk1" bg2="lt2" tx2="dk2" accent1="accent1" accent2="accent2" accent3="accent3" accent4="accent4" accent5="accent5" accent6="accent6" hlink="hlink" folHlink="folHlink"/>
    </a:extraClrScheme>
    <a:extraClrScheme>
      <a:clrScheme name="2_Custom Design 5">
        <a:dk1>
          <a:srgbClr val="002336"/>
        </a:dk1>
        <a:lt1>
          <a:srgbClr val="E8F0F8"/>
        </a:lt1>
        <a:dk2>
          <a:srgbClr val="000000"/>
        </a:dk2>
        <a:lt2>
          <a:srgbClr val="808080"/>
        </a:lt2>
        <a:accent1>
          <a:srgbClr val="FFFFEF"/>
        </a:accent1>
        <a:accent2>
          <a:srgbClr val="00679F"/>
        </a:accent2>
        <a:accent3>
          <a:srgbClr val="F2F6FB"/>
        </a:accent3>
        <a:accent4>
          <a:srgbClr val="001C2D"/>
        </a:accent4>
        <a:accent5>
          <a:srgbClr val="FFFFF6"/>
        </a:accent5>
        <a:accent6>
          <a:srgbClr val="005D90"/>
        </a:accent6>
        <a:hlink>
          <a:srgbClr val="028418"/>
        </a:hlink>
        <a:folHlink>
          <a:srgbClr val="660066"/>
        </a:folHlink>
      </a:clrScheme>
      <a:clrMap bg1="lt1" tx1="dk1" bg2="lt2" tx2="dk2" accent1="accent1" accent2="accent2" accent3="accent3" accent4="accent4" accent5="accent5" accent6="accent6" hlink="hlink" folHlink="folHlink"/>
    </a:extraClrScheme>
    <a:extraClrScheme>
      <a:clrScheme name="2_Custom Design 6">
        <a:dk1>
          <a:srgbClr val="002336"/>
        </a:dk1>
        <a:lt1>
          <a:srgbClr val="CFCFFF"/>
        </a:lt1>
        <a:dk2>
          <a:srgbClr val="000000"/>
        </a:dk2>
        <a:lt2>
          <a:srgbClr val="808080"/>
        </a:lt2>
        <a:accent1>
          <a:srgbClr val="FFFFFF"/>
        </a:accent1>
        <a:accent2>
          <a:srgbClr val="003060"/>
        </a:accent2>
        <a:accent3>
          <a:srgbClr val="E4E4FF"/>
        </a:accent3>
        <a:accent4>
          <a:srgbClr val="001C2D"/>
        </a:accent4>
        <a:accent5>
          <a:srgbClr val="FFFFFF"/>
        </a:accent5>
        <a:accent6>
          <a:srgbClr val="002A56"/>
        </a:accent6>
        <a:hlink>
          <a:srgbClr val="028418"/>
        </a:hlink>
        <a:folHlink>
          <a:srgbClr val="660066"/>
        </a:folHlink>
      </a:clrScheme>
      <a:clrMap bg1="lt1" tx1="dk1" bg2="lt2" tx2="dk2" accent1="accent1" accent2="accent2" accent3="accent3" accent4="accent4" accent5="accent5" accent6="accent6" hlink="hlink" folHlink="folHlink"/>
    </a:extraClrScheme>
    <a:extraClrScheme>
      <a:clrScheme name="2_Custom Design 7">
        <a:dk1>
          <a:srgbClr val="000000"/>
        </a:dk1>
        <a:lt1>
          <a:srgbClr val="FFFFFF"/>
        </a:lt1>
        <a:dk2>
          <a:srgbClr val="000000"/>
        </a:dk2>
        <a:lt2>
          <a:srgbClr val="808080"/>
        </a:lt2>
        <a:accent1>
          <a:srgbClr val="EAEAEA"/>
        </a:accent1>
        <a:accent2>
          <a:srgbClr val="4B4B4B"/>
        </a:accent2>
        <a:accent3>
          <a:srgbClr val="FFFFFF"/>
        </a:accent3>
        <a:accent4>
          <a:srgbClr val="000000"/>
        </a:accent4>
        <a:accent5>
          <a:srgbClr val="F3F3F3"/>
        </a:accent5>
        <a:accent6>
          <a:srgbClr val="434343"/>
        </a:accent6>
        <a:hlink>
          <a:srgbClr val="028418"/>
        </a:hlink>
        <a:folHlink>
          <a:srgbClr val="660066"/>
        </a:folHlink>
      </a:clrScheme>
      <a:clrMap bg1="lt1" tx1="dk1" bg2="lt2" tx2="dk2" accent1="accent1" accent2="accent2" accent3="accent3" accent4="accent4" accent5="accent5" accent6="accent6" hlink="hlink" folHlink="folHlink"/>
    </a:extraClrScheme>
    <a:extraClrScheme>
      <a:clrScheme name="2_Custom Design 8">
        <a:dk1>
          <a:srgbClr val="000000"/>
        </a:dk1>
        <a:lt1>
          <a:srgbClr val="E3DABB"/>
        </a:lt1>
        <a:dk2>
          <a:srgbClr val="000000"/>
        </a:dk2>
        <a:lt2>
          <a:srgbClr val="808080"/>
        </a:lt2>
        <a:accent1>
          <a:srgbClr val="EAEAEA"/>
        </a:accent1>
        <a:accent2>
          <a:srgbClr val="065290"/>
        </a:accent2>
        <a:accent3>
          <a:srgbClr val="EFEADA"/>
        </a:accent3>
        <a:accent4>
          <a:srgbClr val="000000"/>
        </a:accent4>
        <a:accent5>
          <a:srgbClr val="F3F3F3"/>
        </a:accent5>
        <a:accent6>
          <a:srgbClr val="054982"/>
        </a:accent6>
        <a:hlink>
          <a:srgbClr val="028418"/>
        </a:hlink>
        <a:folHlink>
          <a:srgbClr val="660066"/>
        </a:folHlink>
      </a:clrScheme>
      <a:clrMap bg1="lt1" tx1="dk1" bg2="lt2" tx2="dk2" accent1="accent1" accent2="accent2" accent3="accent3" accent4="accent4" accent5="accent5" accent6="accent6" hlink="hlink" folHlink="folHlink"/>
    </a:extraClrScheme>
    <a:extraClrScheme>
      <a:clrScheme name="2_Custom Design 9">
        <a:dk1>
          <a:srgbClr val="00009F"/>
        </a:dk1>
        <a:lt1>
          <a:srgbClr val="FFCFFF"/>
        </a:lt1>
        <a:dk2>
          <a:srgbClr val="000000"/>
        </a:dk2>
        <a:lt2>
          <a:srgbClr val="808080"/>
        </a:lt2>
        <a:accent1>
          <a:srgbClr val="FFFFFF"/>
        </a:accent1>
        <a:accent2>
          <a:srgbClr val="60009F"/>
        </a:accent2>
        <a:accent3>
          <a:srgbClr val="FFE4FF"/>
        </a:accent3>
        <a:accent4>
          <a:srgbClr val="000087"/>
        </a:accent4>
        <a:accent5>
          <a:srgbClr val="FFFFFF"/>
        </a:accent5>
        <a:accent6>
          <a:srgbClr val="560090"/>
        </a:accent6>
        <a:hlink>
          <a:srgbClr val="028418"/>
        </a:hlink>
        <a:folHlink>
          <a:srgbClr val="660066"/>
        </a:folHlink>
      </a:clrScheme>
      <a:clrMap bg1="lt1" tx1="dk1" bg2="lt2" tx2="dk2" accent1="accent1" accent2="accent2" accent3="accent3" accent4="accent4" accent5="accent5" accent6="accent6" hlink="hlink" folHlink="folHlink"/>
    </a:extraClrScheme>
    <a:extraClrScheme>
      <a:clrScheme name="2_Custom Design 10">
        <a:dk1>
          <a:srgbClr val="003000"/>
        </a:dk1>
        <a:lt1>
          <a:srgbClr val="9FCF9F"/>
        </a:lt1>
        <a:dk2>
          <a:srgbClr val="000000"/>
        </a:dk2>
        <a:lt2>
          <a:srgbClr val="808080"/>
        </a:lt2>
        <a:accent1>
          <a:srgbClr val="FFFFFF"/>
        </a:accent1>
        <a:accent2>
          <a:srgbClr val="006730"/>
        </a:accent2>
        <a:accent3>
          <a:srgbClr val="CDE4CD"/>
        </a:accent3>
        <a:accent4>
          <a:srgbClr val="002700"/>
        </a:accent4>
        <a:accent5>
          <a:srgbClr val="FFFFFF"/>
        </a:accent5>
        <a:accent6>
          <a:srgbClr val="005D2A"/>
        </a:accent6>
        <a:hlink>
          <a:srgbClr val="028418"/>
        </a:hlink>
        <a:folHlink>
          <a:srgbClr val="660066"/>
        </a:folHlink>
      </a:clrScheme>
      <a:clrMap bg1="lt1" tx1="dk1" bg2="lt2" tx2="dk2" accent1="accent1" accent2="accent2" accent3="accent3" accent4="accent4" accent5="accent5" accent6="accent6" hlink="hlink" folHlink="folHlink"/>
    </a:extraClrScheme>
    <a:extraClrScheme>
      <a:clrScheme name="2_Custom Design 11">
        <a:dk1>
          <a:srgbClr val="000000"/>
        </a:dk1>
        <a:lt1>
          <a:srgbClr val="FFFFD5"/>
        </a:lt1>
        <a:dk2>
          <a:srgbClr val="000000"/>
        </a:dk2>
        <a:lt2>
          <a:srgbClr val="808080"/>
        </a:lt2>
        <a:accent1>
          <a:srgbClr val="D7DFCF"/>
        </a:accent1>
        <a:accent2>
          <a:srgbClr val="661600"/>
        </a:accent2>
        <a:accent3>
          <a:srgbClr val="FFFFE7"/>
        </a:accent3>
        <a:accent4>
          <a:srgbClr val="000000"/>
        </a:accent4>
        <a:accent5>
          <a:srgbClr val="E8ECE4"/>
        </a:accent5>
        <a:accent6>
          <a:srgbClr val="5C1300"/>
        </a:accent6>
        <a:hlink>
          <a:srgbClr val="008000"/>
        </a:hlink>
        <a:folHlink>
          <a:srgbClr val="8000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Application>Microsoft Office PowerPoint</Application>
  <PresentationFormat>Custom</PresentationFormat>
  <Slides>1</Slides>
  <Notes>1</Notes>
  <HiddenSlides>0</HiddenSlides>
  <ScaleCrop>false</ScaleCrop>
  <HeadingPairs>
    <vt:vector size="4" baseType="variant">
      <vt:variant>
        <vt:lpstr>Theme</vt:lpstr>
      </vt:variant>
      <vt:variant>
        <vt:i4>3</vt:i4>
      </vt:variant>
      <vt:variant>
        <vt:lpstr>Slide Titles</vt:lpstr>
      </vt:variant>
      <vt:variant>
        <vt:i4>1</vt:i4>
      </vt:variant>
    </vt:vector>
  </HeadingPairs>
  <TitlesOfParts>
    <vt:vector size="4" baseType="lpstr">
      <vt:lpstr>Custom Design</vt:lpstr>
      <vt:lpstr>1_Custom Design</vt:lpstr>
      <vt:lpstr>2_Custom Design</vt:lpstr>
      <vt:lpstr>PowerPoint Presentation</vt:lpstr>
    </vt:vector>
  </TitlesOfParts>
  <Company>www.PosterPresentations.com</Company>
  <LinksUpToDate>false</LinksUpToDate>
  <SharedDoc>false</SharedDoc>
  <HyperlinkBase>http://www.posterpresentations.com</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48x36 Poster Template</dc:title>
  <dc:subject>Free PowerPoint poster templates</dc:subject>
  <dc:creator>A. Kotoulas</dc:creator>
  <cp:keywords>poster presentation, poster design, poster template</cp:keywords>
  <dc:description>Non-authorized printing of this poster template by any commercial printing service other than PosterPresentations.com is strictly prohibited._x000d_
Non-profit educational printing centers are exempt._x000d_
To obtain printing authorization call:_x000d_
1.866.649.3004_x000d_
_x000d_
© 2007 Canterbury Media Services, Inc</dc:description>
  <cp:revision>290</cp:revision>
  <dcterms:created xsi:type="dcterms:W3CDTF">2005-05-18T01:24:28Z</dcterms:created>
  <dcterms:modified xsi:type="dcterms:W3CDTF">2023-03-23T18:48:04Z</dcterms:modified>
  <cp:category>Powerpoint poster templates</cp:category>
</cp:coreProperties>
</file>