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omments/modernComment_10C_A2F28469.xml" ContentType="application/vnd.ms-powerpoint.comment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omments/modernComment_104_9CADBC6E.xml" ContentType="application/vnd.ms-powerpoint.comments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omments/modernComment_107_F521D29D.xml" ContentType="application/vnd.ms-powerpoint.comments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3" r:id="rId3"/>
    <p:sldId id="267" r:id="rId4"/>
    <p:sldId id="268" r:id="rId5"/>
    <p:sldId id="274" r:id="rId6"/>
    <p:sldId id="275" r:id="rId7"/>
    <p:sldId id="257" r:id="rId8"/>
    <p:sldId id="259" r:id="rId9"/>
    <p:sldId id="260" r:id="rId10"/>
    <p:sldId id="261" r:id="rId11"/>
    <p:sldId id="262" r:id="rId12"/>
    <p:sldId id="263" r:id="rId13"/>
    <p:sldId id="264" r:id="rId14"/>
    <p:sldId id="277" r:id="rId15"/>
    <p:sldId id="269" r:id="rId16"/>
    <p:sldId id="271" r:id="rId17"/>
    <p:sldId id="270" r:id="rId18"/>
    <p:sldId id="278" r:id="rId19"/>
    <p:sldId id="266" r:id="rId20"/>
    <p:sldId id="272" r:id="rId21"/>
    <p:sldId id="273" r:id="rId22"/>
    <p:sldId id="280" r:id="rId23"/>
    <p:sldId id="281" r:id="rId24"/>
    <p:sldId id="279" r:id="rId25"/>
    <p:sldId id="28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6C5608-5AC0-6FFB-5FDE-F4AC37942DDB}" name="Indira Dutta" initials="ID" userId="S::idutta@atu.edu::169f0f1a-b84a-40ea-b661-85fd7da660e0" providerId="AD"/>
  <p188:author id="{53E50464-C4EE-0B66-EFEF-4EEBE8BE1EB2}" name="Robin Ghosh" initials="RG" userId="S::rghosh@atu.edu::cea01928-5504-4796-84c1-be75077cd5d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14257D-3891-92A7-FC64-B6590F04B27A}" v="373" dt="2023-03-25T04:19:29.001"/>
    <p1510:client id="{038E336E-3268-3B6C-68BC-D2DF14080EC1}" v="2" dt="2023-03-27T16:16:51.082"/>
    <p1510:client id="{05BF0597-698C-3080-3C16-4FE7A62507DE}" v="579" dt="2023-03-27T15:05:30.784"/>
    <p1510:client id="{1F1FA530-4A12-04B5-10EB-50DBF39962F0}" v="37" dt="2023-03-29T20:49:10.255"/>
    <p1510:client id="{4B6BEA20-5F7E-58AC-D7B6-4014AA6F4DC0}" v="9" dt="2023-03-28T19:57:19.291"/>
    <p1510:client id="{61E7FEC2-8393-AAB1-05C4-6065CB2271F6}" v="276" dt="2023-03-28T17:09:46.625"/>
    <p1510:client id="{8455770C-8287-7D47-0765-CA647CB7CEEF}" v="25" dt="2023-03-29T20:56:05.153"/>
    <p1510:client id="{8632EB38-1663-4F97-B42C-B3B3D6D4713D}" v="583" dt="2023-03-23T18:55:44.865"/>
    <p1510:client id="{93FAA402-501A-08A7-062B-71F9A445F19A}" v="9" dt="2023-03-29T15:06:47.798"/>
    <p1510:client id="{EF1FEF10-AC58-6EF6-4455-C6C4DD390680}" v="50" dt="2023-03-27T15:12:09.7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645"/>
  </p:normalViewPr>
  <p:slideViewPr>
    <p:cSldViewPr snapToGrid="0">
      <p:cViewPr varScale="1">
        <p:scale>
          <a:sx n="113" d="100"/>
          <a:sy n="113" d="100"/>
        </p:scale>
        <p:origin x="6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DFWI (COMS 2104)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rgbClr val="FF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'[Grade Data Collection for grant.xlsx]Prog I'!$Y$18</c:f>
              <c:strCache>
                <c:ptCount val="1"/>
                <c:pt idx="0">
                  <c:v>DFWI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rgbClr val="FF0000"/>
                </a:solidFill>
              </a:ln>
              <a:effectLst/>
            </c:spPr>
            <c:trendlineType val="poly"/>
            <c:order val="2"/>
            <c:dispRSqr val="0"/>
            <c:dispEq val="0"/>
          </c:trendline>
          <c:cat>
            <c:strRef>
              <c:f>'[Grade Data Collection for grant.xlsx]Prog I'!$Z$17:$AC$17</c:f>
              <c:strCache>
                <c:ptCount val="4"/>
                <c:pt idx="0">
                  <c:v>2015-2019</c:v>
                </c:pt>
                <c:pt idx="1">
                  <c:v>Spring 2022</c:v>
                </c:pt>
                <c:pt idx="2">
                  <c:v>Fall 2022</c:v>
                </c:pt>
                <c:pt idx="3">
                  <c:v>Proposed</c:v>
                </c:pt>
              </c:strCache>
            </c:strRef>
          </c:cat>
          <c:val>
            <c:numRef>
              <c:f>'[Grade Data Collection for grant.xlsx]Prog I'!$Z$18:$AC$18</c:f>
              <c:numCache>
                <c:formatCode>0.00%</c:formatCode>
                <c:ptCount val="4"/>
                <c:pt idx="0" formatCode="0%">
                  <c:v>0.32</c:v>
                </c:pt>
                <c:pt idx="1">
                  <c:v>0.35699999999999998</c:v>
                </c:pt>
                <c:pt idx="2">
                  <c:v>0.23</c:v>
                </c:pt>
                <c:pt idx="3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C4-4435-B105-6AFB5816D41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4"/>
        <c:axId val="2014579024"/>
        <c:axId val="2014601072"/>
      </c:barChart>
      <c:catAx>
        <c:axId val="2014579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4601072"/>
        <c:crosses val="autoZero"/>
        <c:auto val="1"/>
        <c:lblAlgn val="ctr"/>
        <c:lblOffset val="100"/>
        <c:noMultiLvlLbl val="0"/>
      </c:catAx>
      <c:valAx>
        <c:axId val="2014601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457902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DFWI (COMS 2203)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FF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'[Grade Data Collection for grant.xlsx]Prog II'!$AC$11</c:f>
              <c:strCache>
                <c:ptCount val="1"/>
                <c:pt idx="0">
                  <c:v>DFWI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rgbClr val="FF0000"/>
                </a:solidFill>
                <a:prstDash val="solid"/>
              </a:ln>
              <a:effectLst/>
            </c:spPr>
            <c:trendlineType val="poly"/>
            <c:order val="2"/>
            <c:dispRSqr val="0"/>
            <c:dispEq val="0"/>
          </c:trendline>
          <c:cat>
            <c:strRef>
              <c:f>'[Grade Data Collection for grant.xlsx]Prog II'!$AD$10:$AG$10</c:f>
              <c:strCache>
                <c:ptCount val="4"/>
                <c:pt idx="0">
                  <c:v>2015-2019</c:v>
                </c:pt>
                <c:pt idx="1">
                  <c:v>Spring 2022</c:v>
                </c:pt>
                <c:pt idx="2">
                  <c:v>Fall 2022</c:v>
                </c:pt>
                <c:pt idx="3">
                  <c:v>Proposed</c:v>
                </c:pt>
              </c:strCache>
            </c:strRef>
          </c:cat>
          <c:val>
            <c:numRef>
              <c:f>'[Grade Data Collection for grant.xlsx]Prog II'!$AD$11:$AG$11</c:f>
              <c:numCache>
                <c:formatCode>0%</c:formatCode>
                <c:ptCount val="4"/>
                <c:pt idx="0">
                  <c:v>0.35</c:v>
                </c:pt>
                <c:pt idx="1">
                  <c:v>0.33300000000000002</c:v>
                </c:pt>
                <c:pt idx="2">
                  <c:v>0.153</c:v>
                </c:pt>
                <c:pt idx="3" formatCode="0.00%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CC-4002-B41A-F248B75A481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043168480"/>
        <c:axId val="2043158912"/>
      </c:barChart>
      <c:catAx>
        <c:axId val="20431684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3158912"/>
        <c:crosses val="autoZero"/>
        <c:auto val="1"/>
        <c:lblAlgn val="ctr"/>
        <c:lblOffset val="100"/>
        <c:noMultiLvlLbl val="0"/>
      </c:catAx>
      <c:valAx>
        <c:axId val="2043158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316848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DFWI (COMS 2213)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FF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'[Grade Data Collection for grant.xlsx]Data Str'!$AA$11</c:f>
              <c:strCache>
                <c:ptCount val="1"/>
                <c:pt idx="0">
                  <c:v>DFWI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rgbClr val="FF0000"/>
                </a:solidFill>
                <a:prstDash val="solid"/>
              </a:ln>
              <a:effectLst/>
            </c:spPr>
            <c:trendlineType val="poly"/>
            <c:order val="2"/>
            <c:dispRSqr val="0"/>
            <c:dispEq val="0"/>
          </c:trendline>
          <c:cat>
            <c:strRef>
              <c:f>'[Grade Data Collection for grant.xlsx]Data Str'!$AB$10:$AE$10</c:f>
              <c:strCache>
                <c:ptCount val="4"/>
                <c:pt idx="0">
                  <c:v>2015-2019</c:v>
                </c:pt>
                <c:pt idx="1">
                  <c:v>Spring 2022</c:v>
                </c:pt>
                <c:pt idx="2">
                  <c:v>Fall 2022</c:v>
                </c:pt>
                <c:pt idx="3">
                  <c:v>Proposed</c:v>
                </c:pt>
              </c:strCache>
            </c:strRef>
          </c:cat>
          <c:val>
            <c:numRef>
              <c:f>'[Grade Data Collection for grant.xlsx]Data Str'!$AB$11:$AE$11</c:f>
              <c:numCache>
                <c:formatCode>0.0%</c:formatCode>
                <c:ptCount val="4"/>
                <c:pt idx="0" formatCode="0%">
                  <c:v>0.27</c:v>
                </c:pt>
                <c:pt idx="1">
                  <c:v>0.13300000000000001</c:v>
                </c:pt>
                <c:pt idx="2" formatCode="0%">
                  <c:v>0</c:v>
                </c:pt>
                <c:pt idx="3" formatCode="0.00%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B4-43D1-B3D4-AD8BCE4E4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6455184"/>
        <c:axId val="106440624"/>
      </c:barChart>
      <c:catAx>
        <c:axId val="106455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440624"/>
        <c:crosses val="autoZero"/>
        <c:auto val="1"/>
        <c:lblAlgn val="ctr"/>
        <c:lblOffset val="100"/>
        <c:noMultiLvlLbl val="0"/>
      </c:catAx>
      <c:valAx>
        <c:axId val="106440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45518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0C_A2F2846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3264343-C205-43E6-A30B-69C415B405F4}" authorId="{53E50464-C4EE-0B66-EFEF-4EEBE8BE1EB2}" status="resolved" created="2023-03-27T14:49:01.344" complete="100000">
    <pc:sldMkLst xmlns:pc="http://schemas.microsoft.com/office/powerpoint/2013/main/command">
      <pc:docMk/>
      <pc:sldMk cId="2733802601" sldId="268"/>
    </pc:sldMkLst>
    <p188:txBody>
      <a:bodyPr/>
      <a:lstStyle/>
      <a:p>
        <a:r>
          <a:rPr lang="en-US"/>
          <a:t>[@Musfikur Rahaman] make the border same for all three figures</a:t>
        </a:r>
      </a:p>
    </p188:txBody>
  </p188:cm>
</p188:cmLst>
</file>

<file path=ppt/comments/modernComment_104_9CADBC6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49D7D14-08C4-40F5-8D66-13B1EEF02907}" authorId="{53E50464-C4EE-0B66-EFEF-4EEBE8BE1EB2}" status="resolved" created="2023-03-27T15:02:47.359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628631662" sldId="260"/>
      <ac:spMk id="2" creationId="{806A82EF-C458-689E-8405-F34D1F7DF74D}"/>
    </ac:deMkLst>
    <p188:txBody>
      <a:bodyPr/>
      <a:lstStyle/>
      <a:p>
        <a:r>
          <a:rPr lang="en-US"/>
          <a:t>[@Musfikur Rahaman] make all the heading same size front</a:t>
        </a:r>
      </a:p>
    </p188:txBody>
  </p188:cm>
</p188:cmLst>
</file>

<file path=ppt/comments/modernComment_107_F521D29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12EBCC9-D3CF-454D-A180-5AFB92D71D11}" authorId="{956C5608-5AC0-6FFB-5FDE-F4AC37942DDB}" status="resolved" created="2023-03-27T16:16:51.067" complete="100000">
    <pc:sldMkLst xmlns:pc="http://schemas.microsoft.com/office/powerpoint/2013/main/command">
      <pc:docMk/>
      <pc:sldMk cId="4112634525" sldId="263"/>
    </pc:sldMkLst>
    <p188:txBody>
      <a:bodyPr/>
      <a:lstStyle/>
      <a:p>
        <a:r>
          <a:rPr lang="en-US"/>
          <a:t>It would be better to increase the font size here and on the next slide.</a:t>
        </a:r>
      </a:p>
    </p188:txBody>
  </p188:cm>
</p188:cmLst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BB5D79-DF18-4A8B-8280-55C1140F1EDD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61E1BD1-2E69-4124-AF15-68A32B4E800F}">
      <dgm:prSet/>
      <dgm:spPr/>
      <dgm:t>
        <a:bodyPr/>
        <a:lstStyle/>
        <a:p>
          <a:r>
            <a:rPr lang="en-US"/>
            <a:t>Background</a:t>
          </a:r>
        </a:p>
      </dgm:t>
    </dgm:pt>
    <dgm:pt modelId="{86708C5B-D894-4013-A082-74720DAA131D}" type="parTrans" cxnId="{DA08BFA3-960C-47C8-AED5-151C5C93C8D3}">
      <dgm:prSet/>
      <dgm:spPr/>
      <dgm:t>
        <a:bodyPr/>
        <a:lstStyle/>
        <a:p>
          <a:endParaRPr lang="en-US"/>
        </a:p>
      </dgm:t>
    </dgm:pt>
    <dgm:pt modelId="{3D192A1C-DFFD-42FC-B3C9-7DE7FA5A90C9}" type="sibTrans" cxnId="{DA08BFA3-960C-47C8-AED5-151C5C93C8D3}">
      <dgm:prSet/>
      <dgm:spPr/>
      <dgm:t>
        <a:bodyPr/>
        <a:lstStyle/>
        <a:p>
          <a:endParaRPr lang="en-US"/>
        </a:p>
      </dgm:t>
    </dgm:pt>
    <dgm:pt modelId="{ABBC11E1-79D5-4A46-9A8B-D249624F4280}">
      <dgm:prSet/>
      <dgm:spPr/>
      <dgm:t>
        <a:bodyPr/>
        <a:lstStyle/>
        <a:p>
          <a:r>
            <a:rPr lang="en-US"/>
            <a:t>Purpose/Objective</a:t>
          </a:r>
        </a:p>
      </dgm:t>
    </dgm:pt>
    <dgm:pt modelId="{F454A628-B657-4536-9D35-BFB52089DA51}" type="parTrans" cxnId="{84D6DC7E-A77A-4E58-AD40-ADECAD5B0B4F}">
      <dgm:prSet/>
      <dgm:spPr/>
      <dgm:t>
        <a:bodyPr/>
        <a:lstStyle/>
        <a:p>
          <a:endParaRPr lang="en-US"/>
        </a:p>
      </dgm:t>
    </dgm:pt>
    <dgm:pt modelId="{C0C60E40-941B-4485-808A-23ED3F25F2FD}" type="sibTrans" cxnId="{84D6DC7E-A77A-4E58-AD40-ADECAD5B0B4F}">
      <dgm:prSet/>
      <dgm:spPr/>
      <dgm:t>
        <a:bodyPr/>
        <a:lstStyle/>
        <a:p>
          <a:endParaRPr lang="en-US"/>
        </a:p>
      </dgm:t>
    </dgm:pt>
    <dgm:pt modelId="{83B2292A-A149-4CC7-8B24-4FFC63CBB0A6}">
      <dgm:prSet/>
      <dgm:spPr/>
      <dgm:t>
        <a:bodyPr/>
        <a:lstStyle/>
        <a:p>
          <a:r>
            <a:rPr lang="en-US"/>
            <a:t>Methodology</a:t>
          </a:r>
        </a:p>
      </dgm:t>
    </dgm:pt>
    <dgm:pt modelId="{99746012-7DCF-4370-87FA-652A106CA7A1}" type="parTrans" cxnId="{34703CEA-B4C2-4DD3-8E0E-AE2FA7A9A54A}">
      <dgm:prSet/>
      <dgm:spPr/>
      <dgm:t>
        <a:bodyPr/>
        <a:lstStyle/>
        <a:p>
          <a:endParaRPr lang="en-US"/>
        </a:p>
      </dgm:t>
    </dgm:pt>
    <dgm:pt modelId="{BD231628-80FB-4F91-8E63-2BD2928A0A00}" type="sibTrans" cxnId="{34703CEA-B4C2-4DD3-8E0E-AE2FA7A9A54A}">
      <dgm:prSet/>
      <dgm:spPr/>
      <dgm:t>
        <a:bodyPr/>
        <a:lstStyle/>
        <a:p>
          <a:endParaRPr lang="en-US"/>
        </a:p>
      </dgm:t>
    </dgm:pt>
    <dgm:pt modelId="{B0160177-CFA2-498B-BA7E-CFDD55B48D73}">
      <dgm:prSet/>
      <dgm:spPr/>
      <dgm:t>
        <a:bodyPr/>
        <a:lstStyle/>
        <a:p>
          <a:r>
            <a:rPr lang="en-US"/>
            <a:t>Results</a:t>
          </a:r>
        </a:p>
      </dgm:t>
    </dgm:pt>
    <dgm:pt modelId="{07031593-7713-4E81-B708-E4F83C928CCD}" type="parTrans" cxnId="{840CDF59-75E2-4475-98BA-BA7E8E2F904B}">
      <dgm:prSet/>
      <dgm:spPr/>
      <dgm:t>
        <a:bodyPr/>
        <a:lstStyle/>
        <a:p>
          <a:endParaRPr lang="en-US"/>
        </a:p>
      </dgm:t>
    </dgm:pt>
    <dgm:pt modelId="{22338F5C-1155-44FD-83A3-6AD0FE4755D6}" type="sibTrans" cxnId="{840CDF59-75E2-4475-98BA-BA7E8E2F904B}">
      <dgm:prSet/>
      <dgm:spPr/>
      <dgm:t>
        <a:bodyPr/>
        <a:lstStyle/>
        <a:p>
          <a:endParaRPr lang="en-US"/>
        </a:p>
      </dgm:t>
    </dgm:pt>
    <dgm:pt modelId="{F05B79BC-84A9-4C3B-A897-C3566EF8EB81}">
      <dgm:prSet/>
      <dgm:spPr/>
      <dgm:t>
        <a:bodyPr/>
        <a:lstStyle/>
        <a:p>
          <a:r>
            <a:rPr lang="en-US"/>
            <a:t>Survey Results</a:t>
          </a:r>
        </a:p>
      </dgm:t>
    </dgm:pt>
    <dgm:pt modelId="{C764917B-48B1-4CF9-BEDE-5CF7F5059917}" type="parTrans" cxnId="{BAF902FB-6212-41CD-94B6-7DBC9152AB8A}">
      <dgm:prSet/>
      <dgm:spPr/>
      <dgm:t>
        <a:bodyPr/>
        <a:lstStyle/>
        <a:p>
          <a:endParaRPr lang="en-US"/>
        </a:p>
      </dgm:t>
    </dgm:pt>
    <dgm:pt modelId="{786E9520-A3E7-492C-A6BA-9DCE766CD5D6}" type="sibTrans" cxnId="{BAF902FB-6212-41CD-94B6-7DBC9152AB8A}">
      <dgm:prSet/>
      <dgm:spPr/>
      <dgm:t>
        <a:bodyPr/>
        <a:lstStyle/>
        <a:p>
          <a:endParaRPr lang="en-US"/>
        </a:p>
      </dgm:t>
    </dgm:pt>
    <dgm:pt modelId="{413F7D22-B999-456B-A22A-D9A214185679}">
      <dgm:prSet/>
      <dgm:spPr/>
      <dgm:t>
        <a:bodyPr/>
        <a:lstStyle/>
        <a:p>
          <a:r>
            <a:rPr lang="en-US"/>
            <a:t>Conclusion</a:t>
          </a:r>
        </a:p>
      </dgm:t>
    </dgm:pt>
    <dgm:pt modelId="{937D364A-E730-4AB6-B399-EC4CFFCDF021}" type="parTrans" cxnId="{437BA713-6220-4678-B085-8BE562A32B1C}">
      <dgm:prSet/>
      <dgm:spPr/>
      <dgm:t>
        <a:bodyPr/>
        <a:lstStyle/>
        <a:p>
          <a:endParaRPr lang="en-US"/>
        </a:p>
      </dgm:t>
    </dgm:pt>
    <dgm:pt modelId="{F7C4EAFA-4EC4-48DB-A63E-682C599ECAD5}" type="sibTrans" cxnId="{437BA713-6220-4678-B085-8BE562A32B1C}">
      <dgm:prSet/>
      <dgm:spPr/>
      <dgm:t>
        <a:bodyPr/>
        <a:lstStyle/>
        <a:p>
          <a:endParaRPr lang="en-US"/>
        </a:p>
      </dgm:t>
    </dgm:pt>
    <dgm:pt modelId="{E718D02A-513B-4847-96E0-3746BA646EE3}">
      <dgm:prSet/>
      <dgm:spPr/>
      <dgm:t>
        <a:bodyPr/>
        <a:lstStyle/>
        <a:p>
          <a:r>
            <a:rPr lang="en-US"/>
            <a:t>Acknowledgment</a:t>
          </a:r>
        </a:p>
      </dgm:t>
    </dgm:pt>
    <dgm:pt modelId="{95A5749B-B12B-4B01-A287-2D71AEF0AA01}" type="parTrans" cxnId="{757C4B48-92C1-41FC-BF17-C97D318460CD}">
      <dgm:prSet/>
      <dgm:spPr/>
      <dgm:t>
        <a:bodyPr/>
        <a:lstStyle/>
        <a:p>
          <a:endParaRPr lang="en-US"/>
        </a:p>
      </dgm:t>
    </dgm:pt>
    <dgm:pt modelId="{AC87954C-8F47-41CA-B205-26FC5DC6045E}" type="sibTrans" cxnId="{757C4B48-92C1-41FC-BF17-C97D318460CD}">
      <dgm:prSet/>
      <dgm:spPr/>
      <dgm:t>
        <a:bodyPr/>
        <a:lstStyle/>
        <a:p>
          <a:endParaRPr lang="en-US"/>
        </a:p>
      </dgm:t>
    </dgm:pt>
    <dgm:pt modelId="{D5F3C414-55F1-6B4B-AD05-039710845952}" type="pres">
      <dgm:prSet presAssocID="{B4BB5D79-DF18-4A8B-8280-55C1140F1EDD}" presName="vert0" presStyleCnt="0">
        <dgm:presLayoutVars>
          <dgm:dir/>
          <dgm:animOne val="branch"/>
          <dgm:animLvl val="lvl"/>
        </dgm:presLayoutVars>
      </dgm:prSet>
      <dgm:spPr/>
    </dgm:pt>
    <dgm:pt modelId="{305B7DA7-D63A-5043-A7B6-8475AC8E9392}" type="pres">
      <dgm:prSet presAssocID="{461E1BD1-2E69-4124-AF15-68A32B4E800F}" presName="thickLine" presStyleLbl="alignNode1" presStyleIdx="0" presStyleCnt="7"/>
      <dgm:spPr/>
    </dgm:pt>
    <dgm:pt modelId="{54B9378F-DADA-4F4C-896C-9E479E1939FD}" type="pres">
      <dgm:prSet presAssocID="{461E1BD1-2E69-4124-AF15-68A32B4E800F}" presName="horz1" presStyleCnt="0"/>
      <dgm:spPr/>
    </dgm:pt>
    <dgm:pt modelId="{E351F1A2-D680-E14D-8B60-C20CA0E9677B}" type="pres">
      <dgm:prSet presAssocID="{461E1BD1-2E69-4124-AF15-68A32B4E800F}" presName="tx1" presStyleLbl="revTx" presStyleIdx="0" presStyleCnt="7"/>
      <dgm:spPr/>
    </dgm:pt>
    <dgm:pt modelId="{1D17779D-3EFF-3944-A341-7F2D78922E76}" type="pres">
      <dgm:prSet presAssocID="{461E1BD1-2E69-4124-AF15-68A32B4E800F}" presName="vert1" presStyleCnt="0"/>
      <dgm:spPr/>
    </dgm:pt>
    <dgm:pt modelId="{01A66A1F-17B1-6C44-BE07-F7DB1E4A31E8}" type="pres">
      <dgm:prSet presAssocID="{ABBC11E1-79D5-4A46-9A8B-D249624F4280}" presName="thickLine" presStyleLbl="alignNode1" presStyleIdx="1" presStyleCnt="7"/>
      <dgm:spPr/>
    </dgm:pt>
    <dgm:pt modelId="{4739E141-374A-1F4C-B199-2B254BB99098}" type="pres">
      <dgm:prSet presAssocID="{ABBC11E1-79D5-4A46-9A8B-D249624F4280}" presName="horz1" presStyleCnt="0"/>
      <dgm:spPr/>
    </dgm:pt>
    <dgm:pt modelId="{F7903A2D-97C5-7D4B-9CE4-B658794CFF0E}" type="pres">
      <dgm:prSet presAssocID="{ABBC11E1-79D5-4A46-9A8B-D249624F4280}" presName="tx1" presStyleLbl="revTx" presStyleIdx="1" presStyleCnt="7"/>
      <dgm:spPr/>
    </dgm:pt>
    <dgm:pt modelId="{756AD5B0-C893-4E42-9432-1A1141A73DB7}" type="pres">
      <dgm:prSet presAssocID="{ABBC11E1-79D5-4A46-9A8B-D249624F4280}" presName="vert1" presStyleCnt="0"/>
      <dgm:spPr/>
    </dgm:pt>
    <dgm:pt modelId="{95CF3DA6-8AA1-EA4D-B59D-DB9BCDA1CC05}" type="pres">
      <dgm:prSet presAssocID="{83B2292A-A149-4CC7-8B24-4FFC63CBB0A6}" presName="thickLine" presStyleLbl="alignNode1" presStyleIdx="2" presStyleCnt="7"/>
      <dgm:spPr/>
    </dgm:pt>
    <dgm:pt modelId="{CF0E2B44-E7F6-2B4E-9402-089280C44ADD}" type="pres">
      <dgm:prSet presAssocID="{83B2292A-A149-4CC7-8B24-4FFC63CBB0A6}" presName="horz1" presStyleCnt="0"/>
      <dgm:spPr/>
    </dgm:pt>
    <dgm:pt modelId="{1B31290B-D347-334B-B33D-FF328CF9B471}" type="pres">
      <dgm:prSet presAssocID="{83B2292A-A149-4CC7-8B24-4FFC63CBB0A6}" presName="tx1" presStyleLbl="revTx" presStyleIdx="2" presStyleCnt="7"/>
      <dgm:spPr/>
    </dgm:pt>
    <dgm:pt modelId="{55F92D22-7AA3-5E41-B8E6-8093B9B1515C}" type="pres">
      <dgm:prSet presAssocID="{83B2292A-A149-4CC7-8B24-4FFC63CBB0A6}" presName="vert1" presStyleCnt="0"/>
      <dgm:spPr/>
    </dgm:pt>
    <dgm:pt modelId="{70478467-04DE-7245-BC7A-9073DDB4B5D1}" type="pres">
      <dgm:prSet presAssocID="{B0160177-CFA2-498B-BA7E-CFDD55B48D73}" presName="thickLine" presStyleLbl="alignNode1" presStyleIdx="3" presStyleCnt="7"/>
      <dgm:spPr/>
    </dgm:pt>
    <dgm:pt modelId="{47694FAB-F300-F740-AE83-A56457DC2F8D}" type="pres">
      <dgm:prSet presAssocID="{B0160177-CFA2-498B-BA7E-CFDD55B48D73}" presName="horz1" presStyleCnt="0"/>
      <dgm:spPr/>
    </dgm:pt>
    <dgm:pt modelId="{23C44B4E-3CDE-004A-BCD3-7204C6997D7E}" type="pres">
      <dgm:prSet presAssocID="{B0160177-CFA2-498B-BA7E-CFDD55B48D73}" presName="tx1" presStyleLbl="revTx" presStyleIdx="3" presStyleCnt="7"/>
      <dgm:spPr/>
    </dgm:pt>
    <dgm:pt modelId="{2072F24D-ACC5-5649-8E10-41E39BAE725C}" type="pres">
      <dgm:prSet presAssocID="{B0160177-CFA2-498B-BA7E-CFDD55B48D73}" presName="vert1" presStyleCnt="0"/>
      <dgm:spPr/>
    </dgm:pt>
    <dgm:pt modelId="{78F0649D-DB42-9C46-935C-402A2F267C02}" type="pres">
      <dgm:prSet presAssocID="{F05B79BC-84A9-4C3B-A897-C3566EF8EB81}" presName="thickLine" presStyleLbl="alignNode1" presStyleIdx="4" presStyleCnt="7"/>
      <dgm:spPr/>
    </dgm:pt>
    <dgm:pt modelId="{B98BD21E-DC16-544A-96E1-B26C57B57AE5}" type="pres">
      <dgm:prSet presAssocID="{F05B79BC-84A9-4C3B-A897-C3566EF8EB81}" presName="horz1" presStyleCnt="0"/>
      <dgm:spPr/>
    </dgm:pt>
    <dgm:pt modelId="{621FA0AB-F7AB-CC4C-B2D3-31764991B526}" type="pres">
      <dgm:prSet presAssocID="{F05B79BC-84A9-4C3B-A897-C3566EF8EB81}" presName="tx1" presStyleLbl="revTx" presStyleIdx="4" presStyleCnt="7"/>
      <dgm:spPr/>
    </dgm:pt>
    <dgm:pt modelId="{0A5B3271-4810-2843-95F9-E4D28EA6DEA8}" type="pres">
      <dgm:prSet presAssocID="{F05B79BC-84A9-4C3B-A897-C3566EF8EB81}" presName="vert1" presStyleCnt="0"/>
      <dgm:spPr/>
    </dgm:pt>
    <dgm:pt modelId="{5ED397C0-20BD-4D4D-B5BA-A14E357BDA0B}" type="pres">
      <dgm:prSet presAssocID="{413F7D22-B999-456B-A22A-D9A214185679}" presName="thickLine" presStyleLbl="alignNode1" presStyleIdx="5" presStyleCnt="7"/>
      <dgm:spPr/>
    </dgm:pt>
    <dgm:pt modelId="{A54F13FF-2222-F14A-88E1-3063AB23D349}" type="pres">
      <dgm:prSet presAssocID="{413F7D22-B999-456B-A22A-D9A214185679}" presName="horz1" presStyleCnt="0"/>
      <dgm:spPr/>
    </dgm:pt>
    <dgm:pt modelId="{74B3E8C1-EEEC-134D-89A0-38E546BED65B}" type="pres">
      <dgm:prSet presAssocID="{413F7D22-B999-456B-A22A-D9A214185679}" presName="tx1" presStyleLbl="revTx" presStyleIdx="5" presStyleCnt="7"/>
      <dgm:spPr/>
    </dgm:pt>
    <dgm:pt modelId="{A44ABE20-BB39-3A4D-BB1E-500B91E8FDDC}" type="pres">
      <dgm:prSet presAssocID="{413F7D22-B999-456B-A22A-D9A214185679}" presName="vert1" presStyleCnt="0"/>
      <dgm:spPr/>
    </dgm:pt>
    <dgm:pt modelId="{9FF1FC1D-B400-7843-B56F-03F3D14748C7}" type="pres">
      <dgm:prSet presAssocID="{E718D02A-513B-4847-96E0-3746BA646EE3}" presName="thickLine" presStyleLbl="alignNode1" presStyleIdx="6" presStyleCnt="7"/>
      <dgm:spPr/>
    </dgm:pt>
    <dgm:pt modelId="{01417862-B483-4847-BBC3-F8F9B32AE1F3}" type="pres">
      <dgm:prSet presAssocID="{E718D02A-513B-4847-96E0-3746BA646EE3}" presName="horz1" presStyleCnt="0"/>
      <dgm:spPr/>
    </dgm:pt>
    <dgm:pt modelId="{D01E44E1-7630-D242-B7B4-F4D9CDEF2762}" type="pres">
      <dgm:prSet presAssocID="{E718D02A-513B-4847-96E0-3746BA646EE3}" presName="tx1" presStyleLbl="revTx" presStyleIdx="6" presStyleCnt="7"/>
      <dgm:spPr/>
    </dgm:pt>
    <dgm:pt modelId="{172D6335-0085-F14D-9FC3-C460D7C5C5B9}" type="pres">
      <dgm:prSet presAssocID="{E718D02A-513B-4847-96E0-3746BA646EE3}" presName="vert1" presStyleCnt="0"/>
      <dgm:spPr/>
    </dgm:pt>
  </dgm:ptLst>
  <dgm:cxnLst>
    <dgm:cxn modelId="{437BA713-6220-4678-B085-8BE562A32B1C}" srcId="{B4BB5D79-DF18-4A8B-8280-55C1140F1EDD}" destId="{413F7D22-B999-456B-A22A-D9A214185679}" srcOrd="5" destOrd="0" parTransId="{937D364A-E730-4AB6-B399-EC4CFFCDF021}" sibTransId="{F7C4EAFA-4EC4-48DB-A63E-682C599ECAD5}"/>
    <dgm:cxn modelId="{F947C421-7C0E-894E-BA52-ED10383632C9}" type="presOf" srcId="{83B2292A-A149-4CC7-8B24-4FFC63CBB0A6}" destId="{1B31290B-D347-334B-B33D-FF328CF9B471}" srcOrd="0" destOrd="0" presId="urn:microsoft.com/office/officeart/2008/layout/LinedList"/>
    <dgm:cxn modelId="{757C4B48-92C1-41FC-BF17-C97D318460CD}" srcId="{B4BB5D79-DF18-4A8B-8280-55C1140F1EDD}" destId="{E718D02A-513B-4847-96E0-3746BA646EE3}" srcOrd="6" destOrd="0" parTransId="{95A5749B-B12B-4B01-A287-2D71AEF0AA01}" sibTransId="{AC87954C-8F47-41CA-B205-26FC5DC6045E}"/>
    <dgm:cxn modelId="{840CDF59-75E2-4475-98BA-BA7E8E2F904B}" srcId="{B4BB5D79-DF18-4A8B-8280-55C1140F1EDD}" destId="{B0160177-CFA2-498B-BA7E-CFDD55B48D73}" srcOrd="3" destOrd="0" parTransId="{07031593-7713-4E81-B708-E4F83C928CCD}" sibTransId="{22338F5C-1155-44FD-83A3-6AD0FE4755D6}"/>
    <dgm:cxn modelId="{84D6DC7E-A77A-4E58-AD40-ADECAD5B0B4F}" srcId="{B4BB5D79-DF18-4A8B-8280-55C1140F1EDD}" destId="{ABBC11E1-79D5-4A46-9A8B-D249624F4280}" srcOrd="1" destOrd="0" parTransId="{F454A628-B657-4536-9D35-BFB52089DA51}" sibTransId="{C0C60E40-941B-4485-808A-23ED3F25F2FD}"/>
    <dgm:cxn modelId="{6E9CBF91-94B9-C440-B755-4D5DE1BB9987}" type="presOf" srcId="{B4BB5D79-DF18-4A8B-8280-55C1140F1EDD}" destId="{D5F3C414-55F1-6B4B-AD05-039710845952}" srcOrd="0" destOrd="0" presId="urn:microsoft.com/office/officeart/2008/layout/LinedList"/>
    <dgm:cxn modelId="{CD803D96-0B79-F143-9F2D-A075F5A74874}" type="presOf" srcId="{B0160177-CFA2-498B-BA7E-CFDD55B48D73}" destId="{23C44B4E-3CDE-004A-BCD3-7204C6997D7E}" srcOrd="0" destOrd="0" presId="urn:microsoft.com/office/officeart/2008/layout/LinedList"/>
    <dgm:cxn modelId="{DA08BFA3-960C-47C8-AED5-151C5C93C8D3}" srcId="{B4BB5D79-DF18-4A8B-8280-55C1140F1EDD}" destId="{461E1BD1-2E69-4124-AF15-68A32B4E800F}" srcOrd="0" destOrd="0" parTransId="{86708C5B-D894-4013-A082-74720DAA131D}" sibTransId="{3D192A1C-DFFD-42FC-B3C9-7DE7FA5A90C9}"/>
    <dgm:cxn modelId="{2C20ADAC-848A-664C-BE6F-ED237E51D35A}" type="presOf" srcId="{E718D02A-513B-4847-96E0-3746BA646EE3}" destId="{D01E44E1-7630-D242-B7B4-F4D9CDEF2762}" srcOrd="0" destOrd="0" presId="urn:microsoft.com/office/officeart/2008/layout/LinedList"/>
    <dgm:cxn modelId="{D8EB6DAE-328B-1048-8DA8-51351A7D1F6F}" type="presOf" srcId="{F05B79BC-84A9-4C3B-A897-C3566EF8EB81}" destId="{621FA0AB-F7AB-CC4C-B2D3-31764991B526}" srcOrd="0" destOrd="0" presId="urn:microsoft.com/office/officeart/2008/layout/LinedList"/>
    <dgm:cxn modelId="{609928C8-DDA3-E64C-BF2C-CED26AFA03C9}" type="presOf" srcId="{ABBC11E1-79D5-4A46-9A8B-D249624F4280}" destId="{F7903A2D-97C5-7D4B-9CE4-B658794CFF0E}" srcOrd="0" destOrd="0" presId="urn:microsoft.com/office/officeart/2008/layout/LinedList"/>
    <dgm:cxn modelId="{34703CEA-B4C2-4DD3-8E0E-AE2FA7A9A54A}" srcId="{B4BB5D79-DF18-4A8B-8280-55C1140F1EDD}" destId="{83B2292A-A149-4CC7-8B24-4FFC63CBB0A6}" srcOrd="2" destOrd="0" parTransId="{99746012-7DCF-4370-87FA-652A106CA7A1}" sibTransId="{BD231628-80FB-4F91-8E63-2BD2928A0A00}"/>
    <dgm:cxn modelId="{FFD4EBF0-6CA0-AB4E-A533-DAD25BDE581F}" type="presOf" srcId="{413F7D22-B999-456B-A22A-D9A214185679}" destId="{74B3E8C1-EEEC-134D-89A0-38E546BED65B}" srcOrd="0" destOrd="0" presId="urn:microsoft.com/office/officeart/2008/layout/LinedList"/>
    <dgm:cxn modelId="{BAF902FB-6212-41CD-94B6-7DBC9152AB8A}" srcId="{B4BB5D79-DF18-4A8B-8280-55C1140F1EDD}" destId="{F05B79BC-84A9-4C3B-A897-C3566EF8EB81}" srcOrd="4" destOrd="0" parTransId="{C764917B-48B1-4CF9-BEDE-5CF7F5059917}" sibTransId="{786E9520-A3E7-492C-A6BA-9DCE766CD5D6}"/>
    <dgm:cxn modelId="{201A73FB-E470-0747-BF11-74C5A7FAF4E2}" type="presOf" srcId="{461E1BD1-2E69-4124-AF15-68A32B4E800F}" destId="{E351F1A2-D680-E14D-8B60-C20CA0E9677B}" srcOrd="0" destOrd="0" presId="urn:microsoft.com/office/officeart/2008/layout/LinedList"/>
    <dgm:cxn modelId="{A0E07D93-A1DA-B343-9FF6-8EDAC6B2DE3A}" type="presParOf" srcId="{D5F3C414-55F1-6B4B-AD05-039710845952}" destId="{305B7DA7-D63A-5043-A7B6-8475AC8E9392}" srcOrd="0" destOrd="0" presId="urn:microsoft.com/office/officeart/2008/layout/LinedList"/>
    <dgm:cxn modelId="{FA887216-F744-6042-ADC3-8B29B7B0EF61}" type="presParOf" srcId="{D5F3C414-55F1-6B4B-AD05-039710845952}" destId="{54B9378F-DADA-4F4C-896C-9E479E1939FD}" srcOrd="1" destOrd="0" presId="urn:microsoft.com/office/officeart/2008/layout/LinedList"/>
    <dgm:cxn modelId="{0B9806FF-27E1-1845-8DC5-7E618E18B016}" type="presParOf" srcId="{54B9378F-DADA-4F4C-896C-9E479E1939FD}" destId="{E351F1A2-D680-E14D-8B60-C20CA0E9677B}" srcOrd="0" destOrd="0" presId="urn:microsoft.com/office/officeart/2008/layout/LinedList"/>
    <dgm:cxn modelId="{90C83EFF-C330-D04D-AF43-3FD4A4C0D04C}" type="presParOf" srcId="{54B9378F-DADA-4F4C-896C-9E479E1939FD}" destId="{1D17779D-3EFF-3944-A341-7F2D78922E76}" srcOrd="1" destOrd="0" presId="urn:microsoft.com/office/officeart/2008/layout/LinedList"/>
    <dgm:cxn modelId="{D3A50905-B4AE-4944-9873-9BBE3FCEB6CA}" type="presParOf" srcId="{D5F3C414-55F1-6B4B-AD05-039710845952}" destId="{01A66A1F-17B1-6C44-BE07-F7DB1E4A31E8}" srcOrd="2" destOrd="0" presId="urn:microsoft.com/office/officeart/2008/layout/LinedList"/>
    <dgm:cxn modelId="{3F1EA5CE-10D0-254A-B85E-D4EB109B642E}" type="presParOf" srcId="{D5F3C414-55F1-6B4B-AD05-039710845952}" destId="{4739E141-374A-1F4C-B199-2B254BB99098}" srcOrd="3" destOrd="0" presId="urn:microsoft.com/office/officeart/2008/layout/LinedList"/>
    <dgm:cxn modelId="{658F43F5-B788-7A4F-898F-BC2B3C1D9EF3}" type="presParOf" srcId="{4739E141-374A-1F4C-B199-2B254BB99098}" destId="{F7903A2D-97C5-7D4B-9CE4-B658794CFF0E}" srcOrd="0" destOrd="0" presId="urn:microsoft.com/office/officeart/2008/layout/LinedList"/>
    <dgm:cxn modelId="{FEC32D19-A83F-6D44-9241-4EBB18E60435}" type="presParOf" srcId="{4739E141-374A-1F4C-B199-2B254BB99098}" destId="{756AD5B0-C893-4E42-9432-1A1141A73DB7}" srcOrd="1" destOrd="0" presId="urn:microsoft.com/office/officeart/2008/layout/LinedList"/>
    <dgm:cxn modelId="{4DF0A61A-1780-2143-8D45-DB0B73FF089C}" type="presParOf" srcId="{D5F3C414-55F1-6B4B-AD05-039710845952}" destId="{95CF3DA6-8AA1-EA4D-B59D-DB9BCDA1CC05}" srcOrd="4" destOrd="0" presId="urn:microsoft.com/office/officeart/2008/layout/LinedList"/>
    <dgm:cxn modelId="{75CE3475-306A-1A44-A2D1-05BE8E000C76}" type="presParOf" srcId="{D5F3C414-55F1-6B4B-AD05-039710845952}" destId="{CF0E2B44-E7F6-2B4E-9402-089280C44ADD}" srcOrd="5" destOrd="0" presId="urn:microsoft.com/office/officeart/2008/layout/LinedList"/>
    <dgm:cxn modelId="{9B22F710-6AF0-544A-AC10-7CF8FB88DA7A}" type="presParOf" srcId="{CF0E2B44-E7F6-2B4E-9402-089280C44ADD}" destId="{1B31290B-D347-334B-B33D-FF328CF9B471}" srcOrd="0" destOrd="0" presId="urn:microsoft.com/office/officeart/2008/layout/LinedList"/>
    <dgm:cxn modelId="{60069360-55BB-0442-8A7B-B7B75B612404}" type="presParOf" srcId="{CF0E2B44-E7F6-2B4E-9402-089280C44ADD}" destId="{55F92D22-7AA3-5E41-B8E6-8093B9B1515C}" srcOrd="1" destOrd="0" presId="urn:microsoft.com/office/officeart/2008/layout/LinedList"/>
    <dgm:cxn modelId="{28C9C13F-39C4-EA4A-8CD7-7A9FE3F0211B}" type="presParOf" srcId="{D5F3C414-55F1-6B4B-AD05-039710845952}" destId="{70478467-04DE-7245-BC7A-9073DDB4B5D1}" srcOrd="6" destOrd="0" presId="urn:microsoft.com/office/officeart/2008/layout/LinedList"/>
    <dgm:cxn modelId="{DF4AF192-A46C-F841-8C4F-4B0FC4FAE92C}" type="presParOf" srcId="{D5F3C414-55F1-6B4B-AD05-039710845952}" destId="{47694FAB-F300-F740-AE83-A56457DC2F8D}" srcOrd="7" destOrd="0" presId="urn:microsoft.com/office/officeart/2008/layout/LinedList"/>
    <dgm:cxn modelId="{5A62C149-271B-5B48-84ED-1CFEF10E13EF}" type="presParOf" srcId="{47694FAB-F300-F740-AE83-A56457DC2F8D}" destId="{23C44B4E-3CDE-004A-BCD3-7204C6997D7E}" srcOrd="0" destOrd="0" presId="urn:microsoft.com/office/officeart/2008/layout/LinedList"/>
    <dgm:cxn modelId="{389D407D-A8A3-6346-995F-0BCE8E5C4EEE}" type="presParOf" srcId="{47694FAB-F300-F740-AE83-A56457DC2F8D}" destId="{2072F24D-ACC5-5649-8E10-41E39BAE725C}" srcOrd="1" destOrd="0" presId="urn:microsoft.com/office/officeart/2008/layout/LinedList"/>
    <dgm:cxn modelId="{555DE435-7C65-424D-98C2-C9F142C5BBDD}" type="presParOf" srcId="{D5F3C414-55F1-6B4B-AD05-039710845952}" destId="{78F0649D-DB42-9C46-935C-402A2F267C02}" srcOrd="8" destOrd="0" presId="urn:microsoft.com/office/officeart/2008/layout/LinedList"/>
    <dgm:cxn modelId="{742864C3-E32F-1B4E-A1E3-4E4E177EADE8}" type="presParOf" srcId="{D5F3C414-55F1-6B4B-AD05-039710845952}" destId="{B98BD21E-DC16-544A-96E1-B26C57B57AE5}" srcOrd="9" destOrd="0" presId="urn:microsoft.com/office/officeart/2008/layout/LinedList"/>
    <dgm:cxn modelId="{02BFAF2E-8360-094B-A920-6998A0A3192B}" type="presParOf" srcId="{B98BD21E-DC16-544A-96E1-B26C57B57AE5}" destId="{621FA0AB-F7AB-CC4C-B2D3-31764991B526}" srcOrd="0" destOrd="0" presId="urn:microsoft.com/office/officeart/2008/layout/LinedList"/>
    <dgm:cxn modelId="{0BEF2A7C-039C-B24F-9FC0-0BA11B58D674}" type="presParOf" srcId="{B98BD21E-DC16-544A-96E1-B26C57B57AE5}" destId="{0A5B3271-4810-2843-95F9-E4D28EA6DEA8}" srcOrd="1" destOrd="0" presId="urn:microsoft.com/office/officeart/2008/layout/LinedList"/>
    <dgm:cxn modelId="{1FFBF868-1687-E743-ABEE-7A1C0223DABF}" type="presParOf" srcId="{D5F3C414-55F1-6B4B-AD05-039710845952}" destId="{5ED397C0-20BD-4D4D-B5BA-A14E357BDA0B}" srcOrd="10" destOrd="0" presId="urn:microsoft.com/office/officeart/2008/layout/LinedList"/>
    <dgm:cxn modelId="{55AAD299-B517-D447-B977-8784A77F3629}" type="presParOf" srcId="{D5F3C414-55F1-6B4B-AD05-039710845952}" destId="{A54F13FF-2222-F14A-88E1-3063AB23D349}" srcOrd="11" destOrd="0" presId="urn:microsoft.com/office/officeart/2008/layout/LinedList"/>
    <dgm:cxn modelId="{D2C7D290-196C-784B-B7C7-1167BF173D7D}" type="presParOf" srcId="{A54F13FF-2222-F14A-88E1-3063AB23D349}" destId="{74B3E8C1-EEEC-134D-89A0-38E546BED65B}" srcOrd="0" destOrd="0" presId="urn:microsoft.com/office/officeart/2008/layout/LinedList"/>
    <dgm:cxn modelId="{6D11E492-BB05-5045-A447-D813BBE9A0C5}" type="presParOf" srcId="{A54F13FF-2222-F14A-88E1-3063AB23D349}" destId="{A44ABE20-BB39-3A4D-BB1E-500B91E8FDDC}" srcOrd="1" destOrd="0" presId="urn:microsoft.com/office/officeart/2008/layout/LinedList"/>
    <dgm:cxn modelId="{E6D81E1C-545D-2E4C-B08A-A3ED58AE0750}" type="presParOf" srcId="{D5F3C414-55F1-6B4B-AD05-039710845952}" destId="{9FF1FC1D-B400-7843-B56F-03F3D14748C7}" srcOrd="12" destOrd="0" presId="urn:microsoft.com/office/officeart/2008/layout/LinedList"/>
    <dgm:cxn modelId="{F8AD77BE-47DA-6745-A408-CDFD8D727A6E}" type="presParOf" srcId="{D5F3C414-55F1-6B4B-AD05-039710845952}" destId="{01417862-B483-4847-BBC3-F8F9B32AE1F3}" srcOrd="13" destOrd="0" presId="urn:microsoft.com/office/officeart/2008/layout/LinedList"/>
    <dgm:cxn modelId="{24AC5FF6-527E-684E-9EF4-F4D6D5A6D29A}" type="presParOf" srcId="{01417862-B483-4847-BBC3-F8F9B32AE1F3}" destId="{D01E44E1-7630-D242-B7B4-F4D9CDEF2762}" srcOrd="0" destOrd="0" presId="urn:microsoft.com/office/officeart/2008/layout/LinedList"/>
    <dgm:cxn modelId="{94589ADE-C346-F043-A258-0C3FD92279B4}" type="presParOf" srcId="{01417862-B483-4847-BBC3-F8F9B32AE1F3}" destId="{172D6335-0085-F14D-9FC3-C460D7C5C5B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633A60D-15F8-4BBD-9AAA-18F763D6B756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89F14D3-7C50-4DEE-85C7-87ACD19A7D96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Every year students from STEM major take 3 PS courses :</a:t>
          </a:r>
        </a:p>
      </dgm:t>
    </dgm:pt>
    <dgm:pt modelId="{6259D0C7-9FA7-49E2-B478-9F1844F453C9}" type="parTrans" cxnId="{506DF794-9B5F-4174-9808-4E0BCEE4A263}">
      <dgm:prSet/>
      <dgm:spPr/>
      <dgm:t>
        <a:bodyPr/>
        <a:lstStyle/>
        <a:p>
          <a:endParaRPr lang="en-US"/>
        </a:p>
      </dgm:t>
    </dgm:pt>
    <dgm:pt modelId="{FB123EFA-C311-46A9-9E4E-1C197F8BB7D4}" type="sibTrans" cxnId="{506DF794-9B5F-4174-9808-4E0BCEE4A263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6ABFE642-7233-453E-838C-03C699F46FA0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Programming I(COMS 2104)</a:t>
          </a:r>
        </a:p>
      </dgm:t>
    </dgm:pt>
    <dgm:pt modelId="{012A5013-98C4-4E3A-9D32-CC1936F17120}" type="parTrans" cxnId="{8F14BBA9-CC5E-4898-965C-267BC445FC61}">
      <dgm:prSet/>
      <dgm:spPr/>
      <dgm:t>
        <a:bodyPr/>
        <a:lstStyle/>
        <a:p>
          <a:endParaRPr lang="en-US"/>
        </a:p>
      </dgm:t>
    </dgm:pt>
    <dgm:pt modelId="{50379087-08C7-4D64-A8A4-BF81CF47703A}" type="sibTrans" cxnId="{8F14BBA9-CC5E-4898-965C-267BC445FC61}">
      <dgm:prSet/>
      <dgm:spPr/>
      <dgm:t>
        <a:bodyPr/>
        <a:lstStyle/>
        <a:p>
          <a:endParaRPr lang="en-US"/>
        </a:p>
      </dgm:t>
    </dgm:pt>
    <dgm:pt modelId="{DCBB9649-94E6-4DED-9567-C0ED380D7D09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Programming II(COMS 2203)</a:t>
          </a:r>
        </a:p>
      </dgm:t>
    </dgm:pt>
    <dgm:pt modelId="{58DCE659-F171-47C6-9182-BF36361D446E}" type="parTrans" cxnId="{0F06F803-9E48-4699-9EC1-1FB3B4AAC0CD}">
      <dgm:prSet/>
      <dgm:spPr/>
      <dgm:t>
        <a:bodyPr/>
        <a:lstStyle/>
        <a:p>
          <a:endParaRPr lang="en-US"/>
        </a:p>
      </dgm:t>
    </dgm:pt>
    <dgm:pt modelId="{1EF719A2-B823-48C8-8C4B-6AD572C9AB31}" type="sibTrans" cxnId="{0F06F803-9E48-4699-9EC1-1FB3B4AAC0CD}">
      <dgm:prSet/>
      <dgm:spPr/>
      <dgm:t>
        <a:bodyPr/>
        <a:lstStyle/>
        <a:p>
          <a:endParaRPr lang="en-US"/>
        </a:p>
      </dgm:t>
    </dgm:pt>
    <dgm:pt modelId="{40F75F13-8902-4527-B3BE-5F8E0379E3FE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Data Structures (COMS 2213)</a:t>
          </a:r>
        </a:p>
      </dgm:t>
    </dgm:pt>
    <dgm:pt modelId="{C2F07542-6CBE-4506-8E9F-DDCF0D7D0C34}" type="parTrans" cxnId="{62ACE450-3D0E-48CB-A602-823C51AB3AEB}">
      <dgm:prSet/>
      <dgm:spPr/>
      <dgm:t>
        <a:bodyPr/>
        <a:lstStyle/>
        <a:p>
          <a:endParaRPr lang="en-US"/>
        </a:p>
      </dgm:t>
    </dgm:pt>
    <dgm:pt modelId="{644C3040-2AA7-408D-9C5C-9B757C020F0F}" type="sibTrans" cxnId="{62ACE450-3D0E-48CB-A602-823C51AB3AEB}">
      <dgm:prSet/>
      <dgm:spPr/>
      <dgm:t>
        <a:bodyPr/>
        <a:lstStyle/>
        <a:p>
          <a:endParaRPr lang="en-US"/>
        </a:p>
      </dgm:t>
    </dgm:pt>
    <dgm:pt modelId="{11FAA17D-948F-4BF3-B558-58733CF95908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Department of Engineering and Computing Science struggling to retain students.</a:t>
          </a:r>
        </a:p>
      </dgm:t>
    </dgm:pt>
    <dgm:pt modelId="{32382D1E-E5B0-4C59-8FCE-23802023F16E}" type="parTrans" cxnId="{CE818485-802D-47F2-BA10-432617E8E380}">
      <dgm:prSet/>
      <dgm:spPr/>
      <dgm:t>
        <a:bodyPr/>
        <a:lstStyle/>
        <a:p>
          <a:endParaRPr lang="en-US"/>
        </a:p>
      </dgm:t>
    </dgm:pt>
    <dgm:pt modelId="{B5D6FE31-3BB6-4FA6-B810-A077592C1F49}" type="sibTrans" cxnId="{CE818485-802D-47F2-BA10-432617E8E380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24EC6120-81C0-42DE-8A5D-E69DBB02052D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DFWI rate for those PS course from 2015-2019 was 32%, 35% and 27%.</a:t>
          </a:r>
        </a:p>
      </dgm:t>
    </dgm:pt>
    <dgm:pt modelId="{A1329A70-6E65-4F0A-927F-260250C520DC}" type="parTrans" cxnId="{9272E286-9902-4FBB-91C2-E4FCA1D524B1}">
      <dgm:prSet/>
      <dgm:spPr/>
      <dgm:t>
        <a:bodyPr/>
        <a:lstStyle/>
        <a:p>
          <a:endParaRPr lang="en-US"/>
        </a:p>
      </dgm:t>
    </dgm:pt>
    <dgm:pt modelId="{99756C8F-0BCD-45BF-A6F5-C98BF3CF7F55}" type="sibTrans" cxnId="{9272E286-9902-4FBB-91C2-E4FCA1D524B1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771D4439-5A85-4BAC-95D3-D34F6840D511}" type="pres">
      <dgm:prSet presAssocID="{D633A60D-15F8-4BBD-9AAA-18F763D6B756}" presName="Name0" presStyleCnt="0">
        <dgm:presLayoutVars>
          <dgm:animLvl val="lvl"/>
          <dgm:resizeHandles val="exact"/>
        </dgm:presLayoutVars>
      </dgm:prSet>
      <dgm:spPr/>
    </dgm:pt>
    <dgm:pt modelId="{23761753-1D60-4AA4-8FB9-6DF0C0753659}" type="pres">
      <dgm:prSet presAssocID="{389F14D3-7C50-4DEE-85C7-87ACD19A7D96}" presName="compositeNode" presStyleCnt="0">
        <dgm:presLayoutVars>
          <dgm:bulletEnabled val="1"/>
        </dgm:presLayoutVars>
      </dgm:prSet>
      <dgm:spPr/>
    </dgm:pt>
    <dgm:pt modelId="{DEB7BFD7-C69C-4EC0-9B68-54F6417665A5}" type="pres">
      <dgm:prSet presAssocID="{389F14D3-7C50-4DEE-85C7-87ACD19A7D96}" presName="bgRect" presStyleLbl="bgAccFollowNode1" presStyleIdx="0" presStyleCnt="3"/>
      <dgm:spPr/>
    </dgm:pt>
    <dgm:pt modelId="{255F1EC0-7B0A-42F2-A480-6DB8CE610A23}" type="pres">
      <dgm:prSet presAssocID="{FB123EFA-C311-46A9-9E4E-1C197F8BB7D4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0DEC5EBE-8C40-4F1A-A37B-7C539282FFFC}" type="pres">
      <dgm:prSet presAssocID="{389F14D3-7C50-4DEE-85C7-87ACD19A7D96}" presName="bottomLine" presStyleLbl="alignNode1" presStyleIdx="1" presStyleCnt="6">
        <dgm:presLayoutVars/>
      </dgm:prSet>
      <dgm:spPr/>
    </dgm:pt>
    <dgm:pt modelId="{BFEB2B86-0B70-4977-A974-FD14D026FDFB}" type="pres">
      <dgm:prSet presAssocID="{389F14D3-7C50-4DEE-85C7-87ACD19A7D96}" presName="nodeText" presStyleLbl="bgAccFollowNode1" presStyleIdx="0" presStyleCnt="3">
        <dgm:presLayoutVars>
          <dgm:bulletEnabled val="1"/>
        </dgm:presLayoutVars>
      </dgm:prSet>
      <dgm:spPr/>
    </dgm:pt>
    <dgm:pt modelId="{FD97DEEC-C337-4697-BAD8-96EFA0C4C91A}" type="pres">
      <dgm:prSet presAssocID="{FB123EFA-C311-46A9-9E4E-1C197F8BB7D4}" presName="sibTrans" presStyleCnt="0"/>
      <dgm:spPr/>
    </dgm:pt>
    <dgm:pt modelId="{BC7FDD03-3000-4E69-8AAF-E2A2721EA4AD}" type="pres">
      <dgm:prSet presAssocID="{11FAA17D-948F-4BF3-B558-58733CF95908}" presName="compositeNode" presStyleCnt="0">
        <dgm:presLayoutVars>
          <dgm:bulletEnabled val="1"/>
        </dgm:presLayoutVars>
      </dgm:prSet>
      <dgm:spPr/>
    </dgm:pt>
    <dgm:pt modelId="{2F8C40B9-7622-4D44-881D-12779EEEAC7C}" type="pres">
      <dgm:prSet presAssocID="{11FAA17D-948F-4BF3-B558-58733CF95908}" presName="bgRect" presStyleLbl="bgAccFollowNode1" presStyleIdx="1" presStyleCnt="3"/>
      <dgm:spPr/>
    </dgm:pt>
    <dgm:pt modelId="{ECEF3B47-6B5A-443C-A971-F35AD1C2C48E}" type="pres">
      <dgm:prSet presAssocID="{B5D6FE31-3BB6-4FA6-B810-A077592C1F49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CD6F98EC-3851-4A52-9FBB-6BB12F70EBD8}" type="pres">
      <dgm:prSet presAssocID="{11FAA17D-948F-4BF3-B558-58733CF95908}" presName="bottomLine" presStyleLbl="alignNode1" presStyleIdx="3" presStyleCnt="6">
        <dgm:presLayoutVars/>
      </dgm:prSet>
      <dgm:spPr/>
    </dgm:pt>
    <dgm:pt modelId="{F60FA361-B7FA-4AEA-B9DF-9D32996AC96E}" type="pres">
      <dgm:prSet presAssocID="{11FAA17D-948F-4BF3-B558-58733CF95908}" presName="nodeText" presStyleLbl="bgAccFollowNode1" presStyleIdx="1" presStyleCnt="3">
        <dgm:presLayoutVars>
          <dgm:bulletEnabled val="1"/>
        </dgm:presLayoutVars>
      </dgm:prSet>
      <dgm:spPr/>
    </dgm:pt>
    <dgm:pt modelId="{C7C4E8D2-F594-4816-BF27-F7142D31BD04}" type="pres">
      <dgm:prSet presAssocID="{B5D6FE31-3BB6-4FA6-B810-A077592C1F49}" presName="sibTrans" presStyleCnt="0"/>
      <dgm:spPr/>
    </dgm:pt>
    <dgm:pt modelId="{DF06B129-1FF4-4337-A0C2-1084CC3DFC55}" type="pres">
      <dgm:prSet presAssocID="{24EC6120-81C0-42DE-8A5D-E69DBB02052D}" presName="compositeNode" presStyleCnt="0">
        <dgm:presLayoutVars>
          <dgm:bulletEnabled val="1"/>
        </dgm:presLayoutVars>
      </dgm:prSet>
      <dgm:spPr/>
    </dgm:pt>
    <dgm:pt modelId="{965FA5B7-123C-44EB-8A94-11B61BE67221}" type="pres">
      <dgm:prSet presAssocID="{24EC6120-81C0-42DE-8A5D-E69DBB02052D}" presName="bgRect" presStyleLbl="bgAccFollowNode1" presStyleIdx="2" presStyleCnt="3"/>
      <dgm:spPr/>
    </dgm:pt>
    <dgm:pt modelId="{D1B68041-2467-41DA-A56B-11CD8B0B8093}" type="pres">
      <dgm:prSet presAssocID="{99756C8F-0BCD-45BF-A6F5-C98BF3CF7F55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60EBBE07-2132-4597-8C91-D9D5194CC11D}" type="pres">
      <dgm:prSet presAssocID="{24EC6120-81C0-42DE-8A5D-E69DBB02052D}" presName="bottomLine" presStyleLbl="alignNode1" presStyleIdx="5" presStyleCnt="6">
        <dgm:presLayoutVars/>
      </dgm:prSet>
      <dgm:spPr/>
    </dgm:pt>
    <dgm:pt modelId="{11D61BA8-4CF8-4E64-9454-AD73E1BD4EEA}" type="pres">
      <dgm:prSet presAssocID="{24EC6120-81C0-42DE-8A5D-E69DBB02052D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0F06F803-9E48-4699-9EC1-1FB3B4AAC0CD}" srcId="{389F14D3-7C50-4DEE-85C7-87ACD19A7D96}" destId="{DCBB9649-94E6-4DED-9567-C0ED380D7D09}" srcOrd="1" destOrd="0" parTransId="{58DCE659-F171-47C6-9182-BF36361D446E}" sibTransId="{1EF719A2-B823-48C8-8C4B-6AD572C9AB31}"/>
    <dgm:cxn modelId="{32CD3925-017A-4528-996B-5F1CF50C3960}" type="presOf" srcId="{389F14D3-7C50-4DEE-85C7-87ACD19A7D96}" destId="{BFEB2B86-0B70-4977-A974-FD14D026FDFB}" srcOrd="1" destOrd="0" presId="urn:microsoft.com/office/officeart/2016/7/layout/BasicLinearProcessNumbered"/>
    <dgm:cxn modelId="{B2477430-383F-4007-8F37-C6823415BF1B}" type="presOf" srcId="{D633A60D-15F8-4BBD-9AAA-18F763D6B756}" destId="{771D4439-5A85-4BAC-95D3-D34F6840D511}" srcOrd="0" destOrd="0" presId="urn:microsoft.com/office/officeart/2016/7/layout/BasicLinearProcessNumbered"/>
    <dgm:cxn modelId="{CE2D8140-A69C-4FBF-A132-0BD0E8ED0F20}" type="presOf" srcId="{FB123EFA-C311-46A9-9E4E-1C197F8BB7D4}" destId="{255F1EC0-7B0A-42F2-A480-6DB8CE610A23}" srcOrd="0" destOrd="0" presId="urn:microsoft.com/office/officeart/2016/7/layout/BasicLinearProcessNumbered"/>
    <dgm:cxn modelId="{62ACE450-3D0E-48CB-A602-823C51AB3AEB}" srcId="{389F14D3-7C50-4DEE-85C7-87ACD19A7D96}" destId="{40F75F13-8902-4527-B3BE-5F8E0379E3FE}" srcOrd="2" destOrd="0" parTransId="{C2F07542-6CBE-4506-8E9F-DDCF0D7D0C34}" sibTransId="{644C3040-2AA7-408D-9C5C-9B757C020F0F}"/>
    <dgm:cxn modelId="{42E85B59-D7D6-4F97-AF72-07C694588E75}" type="presOf" srcId="{11FAA17D-948F-4BF3-B558-58733CF95908}" destId="{2F8C40B9-7622-4D44-881D-12779EEEAC7C}" srcOrd="0" destOrd="0" presId="urn:microsoft.com/office/officeart/2016/7/layout/BasicLinearProcessNumbered"/>
    <dgm:cxn modelId="{4EE5C86A-3F56-4F7B-9BDC-1E5C79291F26}" type="presOf" srcId="{6ABFE642-7233-453E-838C-03C699F46FA0}" destId="{BFEB2B86-0B70-4977-A974-FD14D026FDFB}" srcOrd="0" destOrd="1" presId="urn:microsoft.com/office/officeart/2016/7/layout/BasicLinearProcessNumbered"/>
    <dgm:cxn modelId="{CE818485-802D-47F2-BA10-432617E8E380}" srcId="{D633A60D-15F8-4BBD-9AAA-18F763D6B756}" destId="{11FAA17D-948F-4BF3-B558-58733CF95908}" srcOrd="1" destOrd="0" parTransId="{32382D1E-E5B0-4C59-8FCE-23802023F16E}" sibTransId="{B5D6FE31-3BB6-4FA6-B810-A077592C1F49}"/>
    <dgm:cxn modelId="{9272E286-9902-4FBB-91C2-E4FCA1D524B1}" srcId="{D633A60D-15F8-4BBD-9AAA-18F763D6B756}" destId="{24EC6120-81C0-42DE-8A5D-E69DBB02052D}" srcOrd="2" destOrd="0" parTransId="{A1329A70-6E65-4F0A-927F-260250C520DC}" sibTransId="{99756C8F-0BCD-45BF-A6F5-C98BF3CF7F55}"/>
    <dgm:cxn modelId="{8AFE758D-A43A-4715-BC04-D8CC1E880C21}" type="presOf" srcId="{11FAA17D-948F-4BF3-B558-58733CF95908}" destId="{F60FA361-B7FA-4AEA-B9DF-9D32996AC96E}" srcOrd="1" destOrd="0" presId="urn:microsoft.com/office/officeart/2016/7/layout/BasicLinearProcessNumbered"/>
    <dgm:cxn modelId="{506DF794-9B5F-4174-9808-4E0BCEE4A263}" srcId="{D633A60D-15F8-4BBD-9AAA-18F763D6B756}" destId="{389F14D3-7C50-4DEE-85C7-87ACD19A7D96}" srcOrd="0" destOrd="0" parTransId="{6259D0C7-9FA7-49E2-B478-9F1844F453C9}" sibTransId="{FB123EFA-C311-46A9-9E4E-1C197F8BB7D4}"/>
    <dgm:cxn modelId="{8F14BBA9-CC5E-4898-965C-267BC445FC61}" srcId="{389F14D3-7C50-4DEE-85C7-87ACD19A7D96}" destId="{6ABFE642-7233-453E-838C-03C699F46FA0}" srcOrd="0" destOrd="0" parTransId="{012A5013-98C4-4E3A-9D32-CC1936F17120}" sibTransId="{50379087-08C7-4D64-A8A4-BF81CF47703A}"/>
    <dgm:cxn modelId="{749012B4-6502-4853-8385-0B1772FE9EF5}" type="presOf" srcId="{24EC6120-81C0-42DE-8A5D-E69DBB02052D}" destId="{11D61BA8-4CF8-4E64-9454-AD73E1BD4EEA}" srcOrd="1" destOrd="0" presId="urn:microsoft.com/office/officeart/2016/7/layout/BasicLinearProcessNumbered"/>
    <dgm:cxn modelId="{701D41B9-0F37-450F-91E0-80DC13FF32D8}" type="presOf" srcId="{389F14D3-7C50-4DEE-85C7-87ACD19A7D96}" destId="{DEB7BFD7-C69C-4EC0-9B68-54F6417665A5}" srcOrd="0" destOrd="0" presId="urn:microsoft.com/office/officeart/2016/7/layout/BasicLinearProcessNumbered"/>
    <dgm:cxn modelId="{B62136BD-79E1-41FC-91DF-6C9BC6D2547A}" type="presOf" srcId="{24EC6120-81C0-42DE-8A5D-E69DBB02052D}" destId="{965FA5B7-123C-44EB-8A94-11B61BE67221}" srcOrd="0" destOrd="0" presId="urn:microsoft.com/office/officeart/2016/7/layout/BasicLinearProcessNumbered"/>
    <dgm:cxn modelId="{223BBFCE-44BA-4389-BA6D-F0702A995E5E}" type="presOf" srcId="{B5D6FE31-3BB6-4FA6-B810-A077592C1F49}" destId="{ECEF3B47-6B5A-443C-A971-F35AD1C2C48E}" srcOrd="0" destOrd="0" presId="urn:microsoft.com/office/officeart/2016/7/layout/BasicLinearProcessNumbered"/>
    <dgm:cxn modelId="{F2BE6ED7-D32D-450B-872C-EF0B7CD0A977}" type="presOf" srcId="{DCBB9649-94E6-4DED-9567-C0ED380D7D09}" destId="{BFEB2B86-0B70-4977-A974-FD14D026FDFB}" srcOrd="0" destOrd="2" presId="urn:microsoft.com/office/officeart/2016/7/layout/BasicLinearProcessNumbered"/>
    <dgm:cxn modelId="{7889AEEB-35D7-4F06-9019-7D3BFF94FC8C}" type="presOf" srcId="{99756C8F-0BCD-45BF-A6F5-C98BF3CF7F55}" destId="{D1B68041-2467-41DA-A56B-11CD8B0B8093}" srcOrd="0" destOrd="0" presId="urn:microsoft.com/office/officeart/2016/7/layout/BasicLinearProcessNumbered"/>
    <dgm:cxn modelId="{960933F6-AA40-4744-B2C2-F7D4D383DBAF}" type="presOf" srcId="{40F75F13-8902-4527-B3BE-5F8E0379E3FE}" destId="{BFEB2B86-0B70-4977-A974-FD14D026FDFB}" srcOrd="0" destOrd="3" presId="urn:microsoft.com/office/officeart/2016/7/layout/BasicLinearProcessNumbered"/>
    <dgm:cxn modelId="{B5F7FA2D-5229-4210-B6A3-59D22D1B38BE}" type="presParOf" srcId="{771D4439-5A85-4BAC-95D3-D34F6840D511}" destId="{23761753-1D60-4AA4-8FB9-6DF0C0753659}" srcOrd="0" destOrd="0" presId="urn:microsoft.com/office/officeart/2016/7/layout/BasicLinearProcessNumbered"/>
    <dgm:cxn modelId="{D9A33044-5B9F-403B-BA11-AAF64EB384AF}" type="presParOf" srcId="{23761753-1D60-4AA4-8FB9-6DF0C0753659}" destId="{DEB7BFD7-C69C-4EC0-9B68-54F6417665A5}" srcOrd="0" destOrd="0" presId="urn:microsoft.com/office/officeart/2016/7/layout/BasicLinearProcessNumbered"/>
    <dgm:cxn modelId="{1F17B534-1BAF-4243-A18E-4392CBEE16FA}" type="presParOf" srcId="{23761753-1D60-4AA4-8FB9-6DF0C0753659}" destId="{255F1EC0-7B0A-42F2-A480-6DB8CE610A23}" srcOrd="1" destOrd="0" presId="urn:microsoft.com/office/officeart/2016/7/layout/BasicLinearProcessNumbered"/>
    <dgm:cxn modelId="{63D11AE0-2211-430D-9A3D-705178F272C5}" type="presParOf" srcId="{23761753-1D60-4AA4-8FB9-6DF0C0753659}" destId="{0DEC5EBE-8C40-4F1A-A37B-7C539282FFFC}" srcOrd="2" destOrd="0" presId="urn:microsoft.com/office/officeart/2016/7/layout/BasicLinearProcessNumbered"/>
    <dgm:cxn modelId="{493BFB9C-3B56-475F-9C62-78CEA4177350}" type="presParOf" srcId="{23761753-1D60-4AA4-8FB9-6DF0C0753659}" destId="{BFEB2B86-0B70-4977-A974-FD14D026FDFB}" srcOrd="3" destOrd="0" presId="urn:microsoft.com/office/officeart/2016/7/layout/BasicLinearProcessNumbered"/>
    <dgm:cxn modelId="{F2E1D926-2010-496B-BAA5-D28D99FE83BC}" type="presParOf" srcId="{771D4439-5A85-4BAC-95D3-D34F6840D511}" destId="{FD97DEEC-C337-4697-BAD8-96EFA0C4C91A}" srcOrd="1" destOrd="0" presId="urn:microsoft.com/office/officeart/2016/7/layout/BasicLinearProcessNumbered"/>
    <dgm:cxn modelId="{A2ACF1E1-F06D-4C0B-8F15-B91558104815}" type="presParOf" srcId="{771D4439-5A85-4BAC-95D3-D34F6840D511}" destId="{BC7FDD03-3000-4E69-8AAF-E2A2721EA4AD}" srcOrd="2" destOrd="0" presId="urn:microsoft.com/office/officeart/2016/7/layout/BasicLinearProcessNumbered"/>
    <dgm:cxn modelId="{89DD2FB5-773F-417C-8D78-061542DE4DF8}" type="presParOf" srcId="{BC7FDD03-3000-4E69-8AAF-E2A2721EA4AD}" destId="{2F8C40B9-7622-4D44-881D-12779EEEAC7C}" srcOrd="0" destOrd="0" presId="urn:microsoft.com/office/officeart/2016/7/layout/BasicLinearProcessNumbered"/>
    <dgm:cxn modelId="{BBF26671-4B3F-4667-9273-BFDAC3A3446F}" type="presParOf" srcId="{BC7FDD03-3000-4E69-8AAF-E2A2721EA4AD}" destId="{ECEF3B47-6B5A-443C-A971-F35AD1C2C48E}" srcOrd="1" destOrd="0" presId="urn:microsoft.com/office/officeart/2016/7/layout/BasicLinearProcessNumbered"/>
    <dgm:cxn modelId="{6B05D743-0716-44BC-B43C-C8AB2C92E592}" type="presParOf" srcId="{BC7FDD03-3000-4E69-8AAF-E2A2721EA4AD}" destId="{CD6F98EC-3851-4A52-9FBB-6BB12F70EBD8}" srcOrd="2" destOrd="0" presId="urn:microsoft.com/office/officeart/2016/7/layout/BasicLinearProcessNumbered"/>
    <dgm:cxn modelId="{8FF51546-FAC5-46DC-AA5D-8AF7AA39AEF8}" type="presParOf" srcId="{BC7FDD03-3000-4E69-8AAF-E2A2721EA4AD}" destId="{F60FA361-B7FA-4AEA-B9DF-9D32996AC96E}" srcOrd="3" destOrd="0" presId="urn:microsoft.com/office/officeart/2016/7/layout/BasicLinearProcessNumbered"/>
    <dgm:cxn modelId="{3E081F99-C6B9-4072-AE7B-20AEAE9AAA03}" type="presParOf" srcId="{771D4439-5A85-4BAC-95D3-D34F6840D511}" destId="{C7C4E8D2-F594-4816-BF27-F7142D31BD04}" srcOrd="3" destOrd="0" presId="urn:microsoft.com/office/officeart/2016/7/layout/BasicLinearProcessNumbered"/>
    <dgm:cxn modelId="{2908EFB4-B761-40F1-AC5C-E79545332B8F}" type="presParOf" srcId="{771D4439-5A85-4BAC-95D3-D34F6840D511}" destId="{DF06B129-1FF4-4337-A0C2-1084CC3DFC55}" srcOrd="4" destOrd="0" presId="urn:microsoft.com/office/officeart/2016/7/layout/BasicLinearProcessNumbered"/>
    <dgm:cxn modelId="{6169834E-31A0-44AF-9B17-62E0D3A6D891}" type="presParOf" srcId="{DF06B129-1FF4-4337-A0C2-1084CC3DFC55}" destId="{965FA5B7-123C-44EB-8A94-11B61BE67221}" srcOrd="0" destOrd="0" presId="urn:microsoft.com/office/officeart/2016/7/layout/BasicLinearProcessNumbered"/>
    <dgm:cxn modelId="{3A02148B-6ACD-40B7-BE4A-A9CA7A0CFCE9}" type="presParOf" srcId="{DF06B129-1FF4-4337-A0C2-1084CC3DFC55}" destId="{D1B68041-2467-41DA-A56B-11CD8B0B8093}" srcOrd="1" destOrd="0" presId="urn:microsoft.com/office/officeart/2016/7/layout/BasicLinearProcessNumbered"/>
    <dgm:cxn modelId="{67F25B59-68AF-4F8A-93C5-6DA4680CFC16}" type="presParOf" srcId="{DF06B129-1FF4-4337-A0C2-1084CC3DFC55}" destId="{60EBBE07-2132-4597-8C91-D9D5194CC11D}" srcOrd="2" destOrd="0" presId="urn:microsoft.com/office/officeart/2016/7/layout/BasicLinearProcessNumbered"/>
    <dgm:cxn modelId="{F6567264-12F3-4709-9593-48667DEEA5D6}" type="presParOf" srcId="{DF06B129-1FF4-4337-A0C2-1084CC3DFC55}" destId="{11D61BA8-4CF8-4E64-9454-AD73E1BD4EEA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FF8895F-47F6-4092-B0B0-199D0F3B774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12D245BD-AC8D-4063-B84F-0010913BA5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/>
              <a:cs typeface="Times New Roman"/>
            </a:rPr>
            <a:t>Increase the first year and second-year student retention in Programming Sequence courses. </a:t>
          </a:r>
        </a:p>
      </dgm:t>
    </dgm:pt>
    <dgm:pt modelId="{2B9E1163-937E-4EBD-81D1-06A65B3CB1B4}" type="parTrans" cxnId="{DCA2E6F7-B14A-4153-A830-83DA4CE7081A}">
      <dgm:prSet/>
      <dgm:spPr/>
      <dgm:t>
        <a:bodyPr/>
        <a:lstStyle/>
        <a:p>
          <a:endParaRPr lang="en-US"/>
        </a:p>
      </dgm:t>
    </dgm:pt>
    <dgm:pt modelId="{49CD71D9-100C-4C37-A159-BEF1FEB4544F}" type="sibTrans" cxnId="{DCA2E6F7-B14A-4153-A830-83DA4CE7081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C6776B3-1883-439A-9886-A0868491F0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/>
              <a:cs typeface="Times New Roman"/>
            </a:rPr>
            <a:t>Decreasing DFWI  rates 10% each year.</a:t>
          </a:r>
        </a:p>
      </dgm:t>
    </dgm:pt>
    <dgm:pt modelId="{1DFD18DE-6829-4F50-BDD0-4D1E4BF25010}" type="parTrans" cxnId="{9C912D31-D530-48D9-B336-D5F5E686426E}">
      <dgm:prSet/>
      <dgm:spPr/>
      <dgm:t>
        <a:bodyPr/>
        <a:lstStyle/>
        <a:p>
          <a:endParaRPr lang="en-US"/>
        </a:p>
      </dgm:t>
    </dgm:pt>
    <dgm:pt modelId="{52EB7E19-386C-45C7-9AD6-2149BA69BBC1}" type="sibTrans" cxnId="{9C912D31-D530-48D9-B336-D5F5E686426E}">
      <dgm:prSet/>
      <dgm:spPr/>
      <dgm:t>
        <a:bodyPr/>
        <a:lstStyle/>
        <a:p>
          <a:endParaRPr lang="en-US"/>
        </a:p>
      </dgm:t>
    </dgm:pt>
    <dgm:pt modelId="{224140A3-CCF1-49D1-A58A-3494D36DDBF3}" type="pres">
      <dgm:prSet presAssocID="{7FF8895F-47F6-4092-B0B0-199D0F3B7741}" presName="root" presStyleCnt="0">
        <dgm:presLayoutVars>
          <dgm:dir/>
          <dgm:resizeHandles val="exact"/>
        </dgm:presLayoutVars>
      </dgm:prSet>
      <dgm:spPr/>
    </dgm:pt>
    <dgm:pt modelId="{54565E63-C156-49D1-B0DF-B36C9AEB88D7}" type="pres">
      <dgm:prSet presAssocID="{12D245BD-AC8D-4063-B84F-0010913BA5DC}" presName="compNode" presStyleCnt="0"/>
      <dgm:spPr/>
    </dgm:pt>
    <dgm:pt modelId="{D30AACDB-40ED-4FC3-B97C-A9938434223F}" type="pres">
      <dgm:prSet presAssocID="{12D245BD-AC8D-4063-B84F-0010913BA5D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806D8CF9-127C-49BD-ADD5-AD654BF2BED8}" type="pres">
      <dgm:prSet presAssocID="{12D245BD-AC8D-4063-B84F-0010913BA5DC}" presName="spaceRect" presStyleCnt="0"/>
      <dgm:spPr/>
    </dgm:pt>
    <dgm:pt modelId="{008A536E-DC0E-4C50-86D2-BD05259798C0}" type="pres">
      <dgm:prSet presAssocID="{12D245BD-AC8D-4063-B84F-0010913BA5DC}" presName="textRect" presStyleLbl="revTx" presStyleIdx="0" presStyleCnt="2">
        <dgm:presLayoutVars>
          <dgm:chMax val="1"/>
          <dgm:chPref val="1"/>
        </dgm:presLayoutVars>
      </dgm:prSet>
      <dgm:spPr/>
    </dgm:pt>
    <dgm:pt modelId="{89EB4DF6-A988-49D6-8CA6-C64B8460DC74}" type="pres">
      <dgm:prSet presAssocID="{49CD71D9-100C-4C37-A159-BEF1FEB4544F}" presName="sibTrans" presStyleCnt="0"/>
      <dgm:spPr/>
    </dgm:pt>
    <dgm:pt modelId="{9F056EDB-E063-41E3-87AB-0CBF21B1F6FB}" type="pres">
      <dgm:prSet presAssocID="{CC6776B3-1883-439A-9886-A0868491F080}" presName="compNode" presStyleCnt="0"/>
      <dgm:spPr/>
    </dgm:pt>
    <dgm:pt modelId="{88B189EF-AF9D-4ABA-A648-112BD6566942}" type="pres">
      <dgm:prSet presAssocID="{CC6776B3-1883-439A-9886-A0868491F08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99526EF2-70D8-493B-85FA-926EFAA1D6C8}" type="pres">
      <dgm:prSet presAssocID="{CC6776B3-1883-439A-9886-A0868491F080}" presName="spaceRect" presStyleCnt="0"/>
      <dgm:spPr/>
    </dgm:pt>
    <dgm:pt modelId="{BACE9AB1-8CCB-4D31-AE79-4B0C6BC572CC}" type="pres">
      <dgm:prSet presAssocID="{CC6776B3-1883-439A-9886-A0868491F08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A737002-264F-4A41-B805-76AFFE0FC902}" type="presOf" srcId="{7FF8895F-47F6-4092-B0B0-199D0F3B7741}" destId="{224140A3-CCF1-49D1-A58A-3494D36DDBF3}" srcOrd="0" destOrd="0" presId="urn:microsoft.com/office/officeart/2018/2/layout/IconLabelList"/>
    <dgm:cxn modelId="{9C912D31-D530-48D9-B336-D5F5E686426E}" srcId="{7FF8895F-47F6-4092-B0B0-199D0F3B7741}" destId="{CC6776B3-1883-439A-9886-A0868491F080}" srcOrd="1" destOrd="0" parTransId="{1DFD18DE-6829-4F50-BDD0-4D1E4BF25010}" sibTransId="{52EB7E19-386C-45C7-9AD6-2149BA69BBC1}"/>
    <dgm:cxn modelId="{7EE6973E-7EC5-4E67-964F-5C2988579B04}" type="presOf" srcId="{12D245BD-AC8D-4063-B84F-0010913BA5DC}" destId="{008A536E-DC0E-4C50-86D2-BD05259798C0}" srcOrd="0" destOrd="0" presId="urn:microsoft.com/office/officeart/2018/2/layout/IconLabelList"/>
    <dgm:cxn modelId="{2E62D789-287C-4025-9180-669941B6C382}" type="presOf" srcId="{CC6776B3-1883-439A-9886-A0868491F080}" destId="{BACE9AB1-8CCB-4D31-AE79-4B0C6BC572CC}" srcOrd="0" destOrd="0" presId="urn:microsoft.com/office/officeart/2018/2/layout/IconLabelList"/>
    <dgm:cxn modelId="{DCA2E6F7-B14A-4153-A830-83DA4CE7081A}" srcId="{7FF8895F-47F6-4092-B0B0-199D0F3B7741}" destId="{12D245BD-AC8D-4063-B84F-0010913BA5DC}" srcOrd="0" destOrd="0" parTransId="{2B9E1163-937E-4EBD-81D1-06A65B3CB1B4}" sibTransId="{49CD71D9-100C-4C37-A159-BEF1FEB4544F}"/>
    <dgm:cxn modelId="{D0ED0602-F81B-4722-AC15-E1E6F538B0F1}" type="presParOf" srcId="{224140A3-CCF1-49D1-A58A-3494D36DDBF3}" destId="{54565E63-C156-49D1-B0DF-B36C9AEB88D7}" srcOrd="0" destOrd="0" presId="urn:microsoft.com/office/officeart/2018/2/layout/IconLabelList"/>
    <dgm:cxn modelId="{4B4BE28E-2E1A-4BA3-900A-45BC9F35831D}" type="presParOf" srcId="{54565E63-C156-49D1-B0DF-B36C9AEB88D7}" destId="{D30AACDB-40ED-4FC3-B97C-A9938434223F}" srcOrd="0" destOrd="0" presId="urn:microsoft.com/office/officeart/2018/2/layout/IconLabelList"/>
    <dgm:cxn modelId="{E767188B-B7E0-41A6-BC61-D1FAE388ECBC}" type="presParOf" srcId="{54565E63-C156-49D1-B0DF-B36C9AEB88D7}" destId="{806D8CF9-127C-49BD-ADD5-AD654BF2BED8}" srcOrd="1" destOrd="0" presId="urn:microsoft.com/office/officeart/2018/2/layout/IconLabelList"/>
    <dgm:cxn modelId="{7D5365E1-CE50-4597-9A9B-2F627284E379}" type="presParOf" srcId="{54565E63-C156-49D1-B0DF-B36C9AEB88D7}" destId="{008A536E-DC0E-4C50-86D2-BD05259798C0}" srcOrd="2" destOrd="0" presId="urn:microsoft.com/office/officeart/2018/2/layout/IconLabelList"/>
    <dgm:cxn modelId="{460C9F1E-BBCD-457E-BF7B-CD7E453B9883}" type="presParOf" srcId="{224140A3-CCF1-49D1-A58A-3494D36DDBF3}" destId="{89EB4DF6-A988-49D6-8CA6-C64B8460DC74}" srcOrd="1" destOrd="0" presId="urn:microsoft.com/office/officeart/2018/2/layout/IconLabelList"/>
    <dgm:cxn modelId="{2DA7E6F6-3734-42F4-8576-61DE27EFB269}" type="presParOf" srcId="{224140A3-CCF1-49D1-A58A-3494D36DDBF3}" destId="{9F056EDB-E063-41E3-87AB-0CBF21B1F6FB}" srcOrd="2" destOrd="0" presId="urn:microsoft.com/office/officeart/2018/2/layout/IconLabelList"/>
    <dgm:cxn modelId="{AE5BAAFC-97F5-484F-99CC-1C1EB60F4EEE}" type="presParOf" srcId="{9F056EDB-E063-41E3-87AB-0CBF21B1F6FB}" destId="{88B189EF-AF9D-4ABA-A648-112BD6566942}" srcOrd="0" destOrd="0" presId="urn:microsoft.com/office/officeart/2018/2/layout/IconLabelList"/>
    <dgm:cxn modelId="{05488F14-8CB8-460B-8C8F-72C055429CB1}" type="presParOf" srcId="{9F056EDB-E063-41E3-87AB-0CBF21B1F6FB}" destId="{99526EF2-70D8-493B-85FA-926EFAA1D6C8}" srcOrd="1" destOrd="0" presId="urn:microsoft.com/office/officeart/2018/2/layout/IconLabelList"/>
    <dgm:cxn modelId="{DDB91F3F-64F4-4110-9549-D76D70C99AEA}" type="presParOf" srcId="{9F056EDB-E063-41E3-87AB-0CBF21B1F6FB}" destId="{BACE9AB1-8CCB-4D31-AE79-4B0C6BC572C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8C20829-F806-4576-B5EB-DB505F3EEA8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AAC1F5B-8015-41EB-8900-30DD6023195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Times New Roman"/>
              <a:cs typeface="Times New Roman"/>
            </a:rPr>
            <a:t>Create a tutoring lab for students enrolled in a programming course.</a:t>
          </a:r>
        </a:p>
      </dgm:t>
    </dgm:pt>
    <dgm:pt modelId="{190A213E-BF5D-4F80-8606-9E5952D27297}" type="parTrans" cxnId="{94127E89-6287-4A0D-8C47-56E9B07B79E2}">
      <dgm:prSet/>
      <dgm:spPr/>
      <dgm:t>
        <a:bodyPr/>
        <a:lstStyle/>
        <a:p>
          <a:endParaRPr lang="en-US"/>
        </a:p>
      </dgm:t>
    </dgm:pt>
    <dgm:pt modelId="{363C203B-96BC-4CAF-B31F-E4A880633383}" type="sibTrans" cxnId="{94127E89-6287-4A0D-8C47-56E9B07B79E2}">
      <dgm:prSet phldrT="01" phldr="0"/>
      <dgm:spPr/>
      <dgm:t>
        <a:bodyPr/>
        <a:lstStyle/>
        <a:p>
          <a:endParaRPr lang="en-US"/>
        </a:p>
      </dgm:t>
    </dgm:pt>
    <dgm:pt modelId="{CAC07CC4-5F04-4495-8ADA-A15C0B49E61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Times New Roman"/>
              <a:cs typeface="Times New Roman"/>
            </a:rPr>
            <a:t>Implement communication/collaboration tools for students.</a:t>
          </a:r>
        </a:p>
      </dgm:t>
    </dgm:pt>
    <dgm:pt modelId="{52665F08-E552-4601-BC0C-C76AC69B2343}" type="parTrans" cxnId="{2C11E240-C3F2-43E8-B1AA-5F913F828FCC}">
      <dgm:prSet/>
      <dgm:spPr/>
      <dgm:t>
        <a:bodyPr/>
        <a:lstStyle/>
        <a:p>
          <a:endParaRPr lang="en-US"/>
        </a:p>
      </dgm:t>
    </dgm:pt>
    <dgm:pt modelId="{3A89085E-BCD9-4EDE-B2A5-FACDB35656BD}" type="sibTrans" cxnId="{2C11E240-C3F2-43E8-B1AA-5F913F828FCC}">
      <dgm:prSet phldrT="02" phldr="0"/>
      <dgm:spPr/>
      <dgm:t>
        <a:bodyPr/>
        <a:lstStyle/>
        <a:p>
          <a:endParaRPr lang="en-US"/>
        </a:p>
      </dgm:t>
    </dgm:pt>
    <dgm:pt modelId="{5D38D6A1-5DB5-4DBD-A17D-7057621FBBF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Times New Roman"/>
              <a:cs typeface="Times New Roman"/>
            </a:rPr>
            <a:t>Research current pedagogies for teaching programming.</a:t>
          </a:r>
        </a:p>
      </dgm:t>
    </dgm:pt>
    <dgm:pt modelId="{C4A3990B-ADCA-4E19-94DA-676BF3D96EB0}" type="parTrans" cxnId="{F2FC5C2C-13E9-40D9-AFE3-E6843E0CBAB1}">
      <dgm:prSet/>
      <dgm:spPr/>
      <dgm:t>
        <a:bodyPr/>
        <a:lstStyle/>
        <a:p>
          <a:endParaRPr lang="en-US"/>
        </a:p>
      </dgm:t>
    </dgm:pt>
    <dgm:pt modelId="{70B2ED06-0C9B-4BDF-AF29-947C56EB9C34}" type="sibTrans" cxnId="{F2FC5C2C-13E9-40D9-AFE3-E6843E0CBAB1}">
      <dgm:prSet phldrT="03" phldr="0"/>
      <dgm:spPr/>
      <dgm:t>
        <a:bodyPr/>
        <a:lstStyle/>
        <a:p>
          <a:endParaRPr lang="en-US"/>
        </a:p>
      </dgm:t>
    </dgm:pt>
    <dgm:pt modelId="{9A852767-0893-4866-A3CE-7CE5B1445C9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Times New Roman"/>
              <a:cs typeface="Times New Roman"/>
            </a:rPr>
            <a:t>Better align the curriculum.</a:t>
          </a:r>
        </a:p>
      </dgm:t>
    </dgm:pt>
    <dgm:pt modelId="{38CB0D9A-08CA-4162-89A9-2D873050BE12}" type="parTrans" cxnId="{998B2E88-7E8B-4401-9E83-78045F8163A9}">
      <dgm:prSet/>
      <dgm:spPr/>
      <dgm:t>
        <a:bodyPr/>
        <a:lstStyle/>
        <a:p>
          <a:endParaRPr lang="en-US"/>
        </a:p>
      </dgm:t>
    </dgm:pt>
    <dgm:pt modelId="{18D2D738-A60C-4A5B-88EC-F6238834F03F}" type="sibTrans" cxnId="{998B2E88-7E8B-4401-9E83-78045F8163A9}">
      <dgm:prSet phldrT="04" phldr="0"/>
      <dgm:spPr/>
      <dgm:t>
        <a:bodyPr/>
        <a:lstStyle/>
        <a:p>
          <a:endParaRPr lang="en-US"/>
        </a:p>
      </dgm:t>
    </dgm:pt>
    <dgm:pt modelId="{27AFF4C8-1E99-4CEA-9A13-7886B5C9E34F}" type="pres">
      <dgm:prSet presAssocID="{F8C20829-F806-4576-B5EB-DB505F3EEA82}" presName="root" presStyleCnt="0">
        <dgm:presLayoutVars>
          <dgm:dir/>
          <dgm:resizeHandles val="exact"/>
        </dgm:presLayoutVars>
      </dgm:prSet>
      <dgm:spPr/>
    </dgm:pt>
    <dgm:pt modelId="{9B1698B2-4BA7-4B86-8DC6-B80DA873F0E2}" type="pres">
      <dgm:prSet presAssocID="{5AAC1F5B-8015-41EB-8900-30DD60231955}" presName="compNode" presStyleCnt="0"/>
      <dgm:spPr/>
    </dgm:pt>
    <dgm:pt modelId="{33C1A1DF-43A5-4269-BC78-3CA53E77DE9E}" type="pres">
      <dgm:prSet presAssocID="{5AAC1F5B-8015-41EB-8900-30DD60231955}" presName="iconBgRect" presStyleLbl="bgShp" presStyleIdx="0" presStyleCnt="4"/>
      <dgm:spPr/>
    </dgm:pt>
    <dgm:pt modelId="{9288C1D8-9CFF-410B-A774-9B0BFFD243AC}" type="pres">
      <dgm:prSet presAssocID="{5AAC1F5B-8015-41EB-8900-30DD6023195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63418DEB-1475-4805-8963-11360D6B393B}" type="pres">
      <dgm:prSet presAssocID="{5AAC1F5B-8015-41EB-8900-30DD60231955}" presName="spaceRect" presStyleCnt="0"/>
      <dgm:spPr/>
    </dgm:pt>
    <dgm:pt modelId="{CF1F837A-04DF-487D-8326-AB20A1A31EA7}" type="pres">
      <dgm:prSet presAssocID="{5AAC1F5B-8015-41EB-8900-30DD60231955}" presName="textRect" presStyleLbl="revTx" presStyleIdx="0" presStyleCnt="4">
        <dgm:presLayoutVars>
          <dgm:chMax val="1"/>
          <dgm:chPref val="1"/>
        </dgm:presLayoutVars>
      </dgm:prSet>
      <dgm:spPr/>
    </dgm:pt>
    <dgm:pt modelId="{762AFA39-3905-408F-84FA-971E2A0D5DB1}" type="pres">
      <dgm:prSet presAssocID="{363C203B-96BC-4CAF-B31F-E4A880633383}" presName="sibTrans" presStyleCnt="0"/>
      <dgm:spPr/>
    </dgm:pt>
    <dgm:pt modelId="{66A95FFD-B8C4-4950-9116-B0272B2D912A}" type="pres">
      <dgm:prSet presAssocID="{CAC07CC4-5F04-4495-8ADA-A15C0B49E619}" presName="compNode" presStyleCnt="0"/>
      <dgm:spPr/>
    </dgm:pt>
    <dgm:pt modelId="{57A216A2-8815-4CDF-9152-12E4F38C2343}" type="pres">
      <dgm:prSet presAssocID="{CAC07CC4-5F04-4495-8ADA-A15C0B49E619}" presName="iconBgRect" presStyleLbl="bgShp" presStyleIdx="1" presStyleCnt="4"/>
      <dgm:spPr/>
    </dgm:pt>
    <dgm:pt modelId="{AFAE0D61-C83D-4DEB-B82F-0B96AF324E59}" type="pres">
      <dgm:prSet presAssocID="{CAC07CC4-5F04-4495-8ADA-A15C0B49E61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07EBFEC4-F1A4-4A2D-954F-2D7C44342D80}" type="pres">
      <dgm:prSet presAssocID="{CAC07CC4-5F04-4495-8ADA-A15C0B49E619}" presName="spaceRect" presStyleCnt="0"/>
      <dgm:spPr/>
    </dgm:pt>
    <dgm:pt modelId="{4D81D9A5-DCCF-422E-B43B-EBC4D9A301D6}" type="pres">
      <dgm:prSet presAssocID="{CAC07CC4-5F04-4495-8ADA-A15C0B49E619}" presName="textRect" presStyleLbl="revTx" presStyleIdx="1" presStyleCnt="4">
        <dgm:presLayoutVars>
          <dgm:chMax val="1"/>
          <dgm:chPref val="1"/>
        </dgm:presLayoutVars>
      </dgm:prSet>
      <dgm:spPr/>
    </dgm:pt>
    <dgm:pt modelId="{E3B28F14-96AD-4C9D-AC02-1C4A43436ECB}" type="pres">
      <dgm:prSet presAssocID="{3A89085E-BCD9-4EDE-B2A5-FACDB35656BD}" presName="sibTrans" presStyleCnt="0"/>
      <dgm:spPr/>
    </dgm:pt>
    <dgm:pt modelId="{A08AE6E5-4C01-447E-968F-F0E40C26094F}" type="pres">
      <dgm:prSet presAssocID="{5D38D6A1-5DB5-4DBD-A17D-7057621FBBF8}" presName="compNode" presStyleCnt="0"/>
      <dgm:spPr/>
    </dgm:pt>
    <dgm:pt modelId="{7DB8F8AC-AAA1-4F64-BB07-3CEEA21282A6}" type="pres">
      <dgm:prSet presAssocID="{5D38D6A1-5DB5-4DBD-A17D-7057621FBBF8}" presName="iconBgRect" presStyleLbl="bgShp" presStyleIdx="2" presStyleCnt="4"/>
      <dgm:spPr/>
    </dgm:pt>
    <dgm:pt modelId="{C5E4E824-2807-44D9-843F-323DBE67D014}" type="pres">
      <dgm:prSet presAssocID="{5D38D6A1-5DB5-4DBD-A17D-7057621FBBF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6C325940-A2CA-437C-805B-76ADD772BADB}" type="pres">
      <dgm:prSet presAssocID="{5D38D6A1-5DB5-4DBD-A17D-7057621FBBF8}" presName="spaceRect" presStyleCnt="0"/>
      <dgm:spPr/>
    </dgm:pt>
    <dgm:pt modelId="{37791F0A-C0B4-48E1-A528-EE0B4F130737}" type="pres">
      <dgm:prSet presAssocID="{5D38D6A1-5DB5-4DBD-A17D-7057621FBBF8}" presName="textRect" presStyleLbl="revTx" presStyleIdx="2" presStyleCnt="4">
        <dgm:presLayoutVars>
          <dgm:chMax val="1"/>
          <dgm:chPref val="1"/>
        </dgm:presLayoutVars>
      </dgm:prSet>
      <dgm:spPr/>
    </dgm:pt>
    <dgm:pt modelId="{B38E1983-7A30-4C94-9036-070A3C312671}" type="pres">
      <dgm:prSet presAssocID="{70B2ED06-0C9B-4BDF-AF29-947C56EB9C34}" presName="sibTrans" presStyleCnt="0"/>
      <dgm:spPr/>
    </dgm:pt>
    <dgm:pt modelId="{2E68FBF5-556D-4A24-8518-87B29905A2D6}" type="pres">
      <dgm:prSet presAssocID="{9A852767-0893-4866-A3CE-7CE5B1445C99}" presName="compNode" presStyleCnt="0"/>
      <dgm:spPr/>
    </dgm:pt>
    <dgm:pt modelId="{60152979-1007-4B83-B10F-2EAD3B552672}" type="pres">
      <dgm:prSet presAssocID="{9A852767-0893-4866-A3CE-7CE5B1445C99}" presName="iconBgRect" presStyleLbl="bgShp" presStyleIdx="3" presStyleCnt="4"/>
      <dgm:spPr/>
    </dgm:pt>
    <dgm:pt modelId="{3797A15C-820A-416C-A120-5EBA5B6539E9}" type="pres">
      <dgm:prSet presAssocID="{9A852767-0893-4866-A3CE-7CE5B1445C9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52AF4FBA-7C38-43DB-BB11-6189BDEA0EAC}" type="pres">
      <dgm:prSet presAssocID="{9A852767-0893-4866-A3CE-7CE5B1445C99}" presName="spaceRect" presStyleCnt="0"/>
      <dgm:spPr/>
    </dgm:pt>
    <dgm:pt modelId="{F7B23DD5-F9E4-4B1F-9FE5-B30BB03A0BF1}" type="pres">
      <dgm:prSet presAssocID="{9A852767-0893-4866-A3CE-7CE5B1445C9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2FC5C2C-13E9-40D9-AFE3-E6843E0CBAB1}" srcId="{F8C20829-F806-4576-B5EB-DB505F3EEA82}" destId="{5D38D6A1-5DB5-4DBD-A17D-7057621FBBF8}" srcOrd="2" destOrd="0" parTransId="{C4A3990B-ADCA-4E19-94DA-676BF3D96EB0}" sibTransId="{70B2ED06-0C9B-4BDF-AF29-947C56EB9C34}"/>
    <dgm:cxn modelId="{2C11E240-C3F2-43E8-B1AA-5F913F828FCC}" srcId="{F8C20829-F806-4576-B5EB-DB505F3EEA82}" destId="{CAC07CC4-5F04-4495-8ADA-A15C0B49E619}" srcOrd="1" destOrd="0" parTransId="{52665F08-E552-4601-BC0C-C76AC69B2343}" sibTransId="{3A89085E-BCD9-4EDE-B2A5-FACDB35656BD}"/>
    <dgm:cxn modelId="{801BC374-7D11-4CE3-9A73-51350BE869E3}" type="presOf" srcId="{9A852767-0893-4866-A3CE-7CE5B1445C99}" destId="{F7B23DD5-F9E4-4B1F-9FE5-B30BB03A0BF1}" srcOrd="0" destOrd="0" presId="urn:microsoft.com/office/officeart/2018/5/layout/IconCircleLabelList"/>
    <dgm:cxn modelId="{998B2E88-7E8B-4401-9E83-78045F8163A9}" srcId="{F8C20829-F806-4576-B5EB-DB505F3EEA82}" destId="{9A852767-0893-4866-A3CE-7CE5B1445C99}" srcOrd="3" destOrd="0" parTransId="{38CB0D9A-08CA-4162-89A9-2D873050BE12}" sibTransId="{18D2D738-A60C-4A5B-88EC-F6238834F03F}"/>
    <dgm:cxn modelId="{94127E89-6287-4A0D-8C47-56E9B07B79E2}" srcId="{F8C20829-F806-4576-B5EB-DB505F3EEA82}" destId="{5AAC1F5B-8015-41EB-8900-30DD60231955}" srcOrd="0" destOrd="0" parTransId="{190A213E-BF5D-4F80-8606-9E5952D27297}" sibTransId="{363C203B-96BC-4CAF-B31F-E4A880633383}"/>
    <dgm:cxn modelId="{B89DF99A-5018-4D33-99BA-BE7F150381A8}" type="presOf" srcId="{5AAC1F5B-8015-41EB-8900-30DD60231955}" destId="{CF1F837A-04DF-487D-8326-AB20A1A31EA7}" srcOrd="0" destOrd="0" presId="urn:microsoft.com/office/officeart/2018/5/layout/IconCircleLabelList"/>
    <dgm:cxn modelId="{2C6192C7-7D64-4B67-A51F-97EE1D247D3E}" type="presOf" srcId="{5D38D6A1-5DB5-4DBD-A17D-7057621FBBF8}" destId="{37791F0A-C0B4-48E1-A528-EE0B4F130737}" srcOrd="0" destOrd="0" presId="urn:microsoft.com/office/officeart/2018/5/layout/IconCircleLabelList"/>
    <dgm:cxn modelId="{D8DE58D3-1810-4433-8C35-2356060CC77A}" type="presOf" srcId="{CAC07CC4-5F04-4495-8ADA-A15C0B49E619}" destId="{4D81D9A5-DCCF-422E-B43B-EBC4D9A301D6}" srcOrd="0" destOrd="0" presId="urn:microsoft.com/office/officeart/2018/5/layout/IconCircleLabelList"/>
    <dgm:cxn modelId="{067604EA-F502-4DC6-B782-3EEB2C91CDA6}" type="presOf" srcId="{F8C20829-F806-4576-B5EB-DB505F3EEA82}" destId="{27AFF4C8-1E99-4CEA-9A13-7886B5C9E34F}" srcOrd="0" destOrd="0" presId="urn:microsoft.com/office/officeart/2018/5/layout/IconCircleLabelList"/>
    <dgm:cxn modelId="{84E1E043-1ADB-4BCD-AD86-BEE3300CC900}" type="presParOf" srcId="{27AFF4C8-1E99-4CEA-9A13-7886B5C9E34F}" destId="{9B1698B2-4BA7-4B86-8DC6-B80DA873F0E2}" srcOrd="0" destOrd="0" presId="urn:microsoft.com/office/officeart/2018/5/layout/IconCircleLabelList"/>
    <dgm:cxn modelId="{02353A8A-8D38-4161-842C-65B913313A6D}" type="presParOf" srcId="{9B1698B2-4BA7-4B86-8DC6-B80DA873F0E2}" destId="{33C1A1DF-43A5-4269-BC78-3CA53E77DE9E}" srcOrd="0" destOrd="0" presId="urn:microsoft.com/office/officeart/2018/5/layout/IconCircleLabelList"/>
    <dgm:cxn modelId="{63EB75B7-B798-47CD-8A31-BE963124A733}" type="presParOf" srcId="{9B1698B2-4BA7-4B86-8DC6-B80DA873F0E2}" destId="{9288C1D8-9CFF-410B-A774-9B0BFFD243AC}" srcOrd="1" destOrd="0" presId="urn:microsoft.com/office/officeart/2018/5/layout/IconCircleLabelList"/>
    <dgm:cxn modelId="{0766CB70-E1BD-424A-AE76-F16065054857}" type="presParOf" srcId="{9B1698B2-4BA7-4B86-8DC6-B80DA873F0E2}" destId="{63418DEB-1475-4805-8963-11360D6B393B}" srcOrd="2" destOrd="0" presId="urn:microsoft.com/office/officeart/2018/5/layout/IconCircleLabelList"/>
    <dgm:cxn modelId="{0A72A416-DC3D-4845-8059-798A79098358}" type="presParOf" srcId="{9B1698B2-4BA7-4B86-8DC6-B80DA873F0E2}" destId="{CF1F837A-04DF-487D-8326-AB20A1A31EA7}" srcOrd="3" destOrd="0" presId="urn:microsoft.com/office/officeart/2018/5/layout/IconCircleLabelList"/>
    <dgm:cxn modelId="{72234236-8868-4475-98B2-F12030AF6457}" type="presParOf" srcId="{27AFF4C8-1E99-4CEA-9A13-7886B5C9E34F}" destId="{762AFA39-3905-408F-84FA-971E2A0D5DB1}" srcOrd="1" destOrd="0" presId="urn:microsoft.com/office/officeart/2018/5/layout/IconCircleLabelList"/>
    <dgm:cxn modelId="{3C095A94-17D0-4BEF-AD30-A7F7FEB58192}" type="presParOf" srcId="{27AFF4C8-1E99-4CEA-9A13-7886B5C9E34F}" destId="{66A95FFD-B8C4-4950-9116-B0272B2D912A}" srcOrd="2" destOrd="0" presId="urn:microsoft.com/office/officeart/2018/5/layout/IconCircleLabelList"/>
    <dgm:cxn modelId="{99F89837-C414-4924-A1B5-031B4F519F24}" type="presParOf" srcId="{66A95FFD-B8C4-4950-9116-B0272B2D912A}" destId="{57A216A2-8815-4CDF-9152-12E4F38C2343}" srcOrd="0" destOrd="0" presId="urn:microsoft.com/office/officeart/2018/5/layout/IconCircleLabelList"/>
    <dgm:cxn modelId="{7C28ECB3-0B49-4900-86B2-30BDCBBF7607}" type="presParOf" srcId="{66A95FFD-B8C4-4950-9116-B0272B2D912A}" destId="{AFAE0D61-C83D-4DEB-B82F-0B96AF324E59}" srcOrd="1" destOrd="0" presId="urn:microsoft.com/office/officeart/2018/5/layout/IconCircleLabelList"/>
    <dgm:cxn modelId="{B7645327-1473-4CCB-8EB2-C73DDF7ED787}" type="presParOf" srcId="{66A95FFD-B8C4-4950-9116-B0272B2D912A}" destId="{07EBFEC4-F1A4-4A2D-954F-2D7C44342D80}" srcOrd="2" destOrd="0" presId="urn:microsoft.com/office/officeart/2018/5/layout/IconCircleLabelList"/>
    <dgm:cxn modelId="{86782AC1-AD3C-495F-95DD-4CCAF1B49E62}" type="presParOf" srcId="{66A95FFD-B8C4-4950-9116-B0272B2D912A}" destId="{4D81D9A5-DCCF-422E-B43B-EBC4D9A301D6}" srcOrd="3" destOrd="0" presId="urn:microsoft.com/office/officeart/2018/5/layout/IconCircleLabelList"/>
    <dgm:cxn modelId="{A562D859-8B6E-477E-A1DA-B5DC47506314}" type="presParOf" srcId="{27AFF4C8-1E99-4CEA-9A13-7886B5C9E34F}" destId="{E3B28F14-96AD-4C9D-AC02-1C4A43436ECB}" srcOrd="3" destOrd="0" presId="urn:microsoft.com/office/officeart/2018/5/layout/IconCircleLabelList"/>
    <dgm:cxn modelId="{F583DAC2-0E95-4C52-936C-67F64A4BFD1A}" type="presParOf" srcId="{27AFF4C8-1E99-4CEA-9A13-7886B5C9E34F}" destId="{A08AE6E5-4C01-447E-968F-F0E40C26094F}" srcOrd="4" destOrd="0" presId="urn:microsoft.com/office/officeart/2018/5/layout/IconCircleLabelList"/>
    <dgm:cxn modelId="{CFD88C8B-1C3F-4BF7-99E0-4949EEBDF0D7}" type="presParOf" srcId="{A08AE6E5-4C01-447E-968F-F0E40C26094F}" destId="{7DB8F8AC-AAA1-4F64-BB07-3CEEA21282A6}" srcOrd="0" destOrd="0" presId="urn:microsoft.com/office/officeart/2018/5/layout/IconCircleLabelList"/>
    <dgm:cxn modelId="{D632BD0A-A2B0-40B5-A10C-2B8B484C4FEE}" type="presParOf" srcId="{A08AE6E5-4C01-447E-968F-F0E40C26094F}" destId="{C5E4E824-2807-44D9-843F-323DBE67D014}" srcOrd="1" destOrd="0" presId="urn:microsoft.com/office/officeart/2018/5/layout/IconCircleLabelList"/>
    <dgm:cxn modelId="{E34CC9AB-2EC3-49C3-8DF4-24E0D532677D}" type="presParOf" srcId="{A08AE6E5-4C01-447E-968F-F0E40C26094F}" destId="{6C325940-A2CA-437C-805B-76ADD772BADB}" srcOrd="2" destOrd="0" presId="urn:microsoft.com/office/officeart/2018/5/layout/IconCircleLabelList"/>
    <dgm:cxn modelId="{DB40F588-F1A8-4B9C-8B7B-CD7903E792F5}" type="presParOf" srcId="{A08AE6E5-4C01-447E-968F-F0E40C26094F}" destId="{37791F0A-C0B4-48E1-A528-EE0B4F130737}" srcOrd="3" destOrd="0" presId="urn:microsoft.com/office/officeart/2018/5/layout/IconCircleLabelList"/>
    <dgm:cxn modelId="{417CC404-E7CE-46BE-9F72-9D8361C2F2E4}" type="presParOf" srcId="{27AFF4C8-1E99-4CEA-9A13-7886B5C9E34F}" destId="{B38E1983-7A30-4C94-9036-070A3C312671}" srcOrd="5" destOrd="0" presId="urn:microsoft.com/office/officeart/2018/5/layout/IconCircleLabelList"/>
    <dgm:cxn modelId="{2C9D22A9-16E8-4181-81B3-D5E6CC9A85F1}" type="presParOf" srcId="{27AFF4C8-1E99-4CEA-9A13-7886B5C9E34F}" destId="{2E68FBF5-556D-4A24-8518-87B29905A2D6}" srcOrd="6" destOrd="0" presId="urn:microsoft.com/office/officeart/2018/5/layout/IconCircleLabelList"/>
    <dgm:cxn modelId="{98F288A2-A324-4084-89C6-E133927328C1}" type="presParOf" srcId="{2E68FBF5-556D-4A24-8518-87B29905A2D6}" destId="{60152979-1007-4B83-B10F-2EAD3B552672}" srcOrd="0" destOrd="0" presId="urn:microsoft.com/office/officeart/2018/5/layout/IconCircleLabelList"/>
    <dgm:cxn modelId="{5AE662FF-4975-4E0F-A4E0-C5233F281327}" type="presParOf" srcId="{2E68FBF5-556D-4A24-8518-87B29905A2D6}" destId="{3797A15C-820A-416C-A120-5EBA5B6539E9}" srcOrd="1" destOrd="0" presId="urn:microsoft.com/office/officeart/2018/5/layout/IconCircleLabelList"/>
    <dgm:cxn modelId="{6B4D7D16-8DC7-4C1E-82B9-FFC62672A61F}" type="presParOf" srcId="{2E68FBF5-556D-4A24-8518-87B29905A2D6}" destId="{52AF4FBA-7C38-43DB-BB11-6189BDEA0EAC}" srcOrd="2" destOrd="0" presId="urn:microsoft.com/office/officeart/2018/5/layout/IconCircleLabelList"/>
    <dgm:cxn modelId="{4DF5866D-FCDE-4000-8DF8-86C7CD9C5C5A}" type="presParOf" srcId="{2E68FBF5-556D-4A24-8518-87B29905A2D6}" destId="{F7B23DD5-F9E4-4B1F-9FE5-B30BB03A0BF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90D7153-6A68-4B8A-8011-1A49BDF87BB4}" type="doc">
      <dgm:prSet loTypeId="urn:microsoft.com/office/officeart/2017/3/layout/DropPinTimeline" loCatId="process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CF1C44E-9B56-4697-AA39-66A609100B95}">
      <dgm:prSet/>
      <dgm:spPr/>
      <dgm:t>
        <a:bodyPr/>
        <a:lstStyle/>
        <a:p>
          <a:pPr>
            <a:defRPr b="1"/>
          </a:pPr>
          <a:r>
            <a:rPr lang="en-US">
              <a:latin typeface="Times New Roman"/>
              <a:cs typeface="Times New Roman"/>
            </a:rPr>
            <a:t>Spring 2022</a:t>
          </a:r>
        </a:p>
      </dgm:t>
    </dgm:pt>
    <dgm:pt modelId="{404D49F5-55B1-4524-907B-B65F56250624}" type="parTrans" cxnId="{0ADF0F86-4328-4D18-B419-3E6A1681B9D0}">
      <dgm:prSet/>
      <dgm:spPr/>
      <dgm:t>
        <a:bodyPr/>
        <a:lstStyle/>
        <a:p>
          <a:endParaRPr lang="en-US"/>
        </a:p>
      </dgm:t>
    </dgm:pt>
    <dgm:pt modelId="{A3E2A2E8-1FC4-41D0-9EA2-FD673D7EE999}" type="sibTrans" cxnId="{0ADF0F86-4328-4D18-B419-3E6A1681B9D0}">
      <dgm:prSet/>
      <dgm:spPr/>
      <dgm:t>
        <a:bodyPr/>
        <a:lstStyle/>
        <a:p>
          <a:endParaRPr lang="en-US"/>
        </a:p>
      </dgm:t>
    </dgm:pt>
    <dgm:pt modelId="{EC35ADBE-975C-4A64-B752-771797EBBC19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Semester 1 (Spring 2022): Equipment acquisition and start deployment and utilize by at least 10~25 using them daily</a:t>
          </a:r>
        </a:p>
      </dgm:t>
    </dgm:pt>
    <dgm:pt modelId="{49D58E3D-744A-4474-A6F7-7A53D73D9620}" type="parTrans" cxnId="{0E9E1FF2-23B0-4A36-AF08-D52F29077E60}">
      <dgm:prSet/>
      <dgm:spPr/>
      <dgm:t>
        <a:bodyPr/>
        <a:lstStyle/>
        <a:p>
          <a:endParaRPr lang="en-US"/>
        </a:p>
      </dgm:t>
    </dgm:pt>
    <dgm:pt modelId="{1879655B-8461-4FD0-B335-097E74F44751}" type="sibTrans" cxnId="{0E9E1FF2-23B0-4A36-AF08-D52F29077E60}">
      <dgm:prSet/>
      <dgm:spPr/>
      <dgm:t>
        <a:bodyPr/>
        <a:lstStyle/>
        <a:p>
          <a:endParaRPr lang="en-US"/>
        </a:p>
      </dgm:t>
    </dgm:pt>
    <dgm:pt modelId="{C4CFE375-1E0B-4BF3-896D-2885966D8AB3}">
      <dgm:prSet/>
      <dgm:spPr/>
      <dgm:t>
        <a:bodyPr/>
        <a:lstStyle/>
        <a:p>
          <a:pPr>
            <a:defRPr b="1"/>
          </a:pPr>
          <a:r>
            <a:rPr lang="en-US">
              <a:latin typeface="Times New Roman"/>
              <a:cs typeface="Times New Roman"/>
            </a:rPr>
            <a:t>Fall 2022</a:t>
          </a:r>
        </a:p>
      </dgm:t>
    </dgm:pt>
    <dgm:pt modelId="{77AE2C1B-A388-4950-B53C-4366EBF09553}" type="parTrans" cxnId="{A56486DB-BEEE-47DE-A3DD-22EFC698B175}">
      <dgm:prSet/>
      <dgm:spPr/>
      <dgm:t>
        <a:bodyPr/>
        <a:lstStyle/>
        <a:p>
          <a:endParaRPr lang="en-US"/>
        </a:p>
      </dgm:t>
    </dgm:pt>
    <dgm:pt modelId="{07BB50DF-4CE9-4B21-8E32-1247C7C6EB23}" type="sibTrans" cxnId="{A56486DB-BEEE-47DE-A3DD-22EFC698B175}">
      <dgm:prSet/>
      <dgm:spPr/>
      <dgm:t>
        <a:bodyPr/>
        <a:lstStyle/>
        <a:p>
          <a:endParaRPr lang="en-US"/>
        </a:p>
      </dgm:t>
    </dgm:pt>
    <dgm:pt modelId="{10C9FE50-FA92-4664-928A-F5273ED5465E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Semester 2 (Fall 2022): Fully operational lab and utilized by all students enrolled in PS courses at ATU</a:t>
          </a:r>
        </a:p>
      </dgm:t>
    </dgm:pt>
    <dgm:pt modelId="{B7F6E7ED-E7B8-49EE-85F6-83E91E220F04}" type="parTrans" cxnId="{6B4BC575-B3A6-4E9F-AC7F-D4C209592AB9}">
      <dgm:prSet/>
      <dgm:spPr/>
      <dgm:t>
        <a:bodyPr/>
        <a:lstStyle/>
        <a:p>
          <a:endParaRPr lang="en-US"/>
        </a:p>
      </dgm:t>
    </dgm:pt>
    <dgm:pt modelId="{2D38A480-6B17-4A52-89C9-C71CF5E0125F}" type="sibTrans" cxnId="{6B4BC575-B3A6-4E9F-AC7F-D4C209592AB9}">
      <dgm:prSet/>
      <dgm:spPr/>
      <dgm:t>
        <a:bodyPr/>
        <a:lstStyle/>
        <a:p>
          <a:endParaRPr lang="en-US"/>
        </a:p>
      </dgm:t>
    </dgm:pt>
    <dgm:pt modelId="{CCDE73DE-8187-4A5D-ABB8-269AF72B34D7}">
      <dgm:prSet/>
      <dgm:spPr/>
      <dgm:t>
        <a:bodyPr/>
        <a:lstStyle/>
        <a:p>
          <a:pPr>
            <a:defRPr b="1"/>
          </a:pPr>
          <a:r>
            <a:rPr lang="en-US">
              <a:latin typeface="Times New Roman"/>
              <a:cs typeface="Times New Roman"/>
            </a:rPr>
            <a:t>Spring 2023</a:t>
          </a:r>
        </a:p>
      </dgm:t>
    </dgm:pt>
    <dgm:pt modelId="{3DA69DAF-741F-40CE-907A-8BF245D2F714}" type="parTrans" cxnId="{F2FEE797-5429-421D-AFF9-5218F4C2B84A}">
      <dgm:prSet/>
      <dgm:spPr/>
      <dgm:t>
        <a:bodyPr/>
        <a:lstStyle/>
        <a:p>
          <a:endParaRPr lang="en-US"/>
        </a:p>
      </dgm:t>
    </dgm:pt>
    <dgm:pt modelId="{3C168CDF-8809-4F03-881B-2DB98FBF7603}" type="sibTrans" cxnId="{F2FEE797-5429-421D-AFF9-5218F4C2B84A}">
      <dgm:prSet/>
      <dgm:spPr/>
      <dgm:t>
        <a:bodyPr/>
        <a:lstStyle/>
        <a:p>
          <a:endParaRPr lang="en-US"/>
        </a:p>
      </dgm:t>
    </dgm:pt>
    <dgm:pt modelId="{CE22B2B3-4590-4EA6-8EF7-90032F681254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Semester 3 (Spring 2023): Retention/completion in COMS 2104, COMS 2203, and COMS 2213 increased by 10%.</a:t>
          </a:r>
        </a:p>
      </dgm:t>
    </dgm:pt>
    <dgm:pt modelId="{330EFC88-DE10-48C5-959A-BD6B8324439E}" type="parTrans" cxnId="{1DCCBB5C-5297-4927-BB57-4925D4E3B24B}">
      <dgm:prSet/>
      <dgm:spPr/>
      <dgm:t>
        <a:bodyPr/>
        <a:lstStyle/>
        <a:p>
          <a:endParaRPr lang="en-US"/>
        </a:p>
      </dgm:t>
    </dgm:pt>
    <dgm:pt modelId="{4FADB9C6-63D8-4C82-8AB8-6E2BDF6B8321}" type="sibTrans" cxnId="{1DCCBB5C-5297-4927-BB57-4925D4E3B24B}">
      <dgm:prSet/>
      <dgm:spPr/>
      <dgm:t>
        <a:bodyPr/>
        <a:lstStyle/>
        <a:p>
          <a:endParaRPr lang="en-US"/>
        </a:p>
      </dgm:t>
    </dgm:pt>
    <dgm:pt modelId="{30044B7A-3E7D-41DB-888D-5DD6182BCB13}">
      <dgm:prSet/>
      <dgm:spPr/>
      <dgm:t>
        <a:bodyPr/>
        <a:lstStyle/>
        <a:p>
          <a:pPr>
            <a:defRPr b="1"/>
          </a:pPr>
          <a:r>
            <a:rPr lang="en-US">
              <a:latin typeface="Times New Roman"/>
              <a:cs typeface="Times New Roman"/>
            </a:rPr>
            <a:t>Fall 2023</a:t>
          </a:r>
        </a:p>
      </dgm:t>
    </dgm:pt>
    <dgm:pt modelId="{B0FA839F-3DF5-4429-9E6C-7CE33E2D4843}" type="parTrans" cxnId="{FFA71035-124A-4611-ADBC-4B874CFAE1D9}">
      <dgm:prSet/>
      <dgm:spPr/>
      <dgm:t>
        <a:bodyPr/>
        <a:lstStyle/>
        <a:p>
          <a:endParaRPr lang="en-US"/>
        </a:p>
      </dgm:t>
    </dgm:pt>
    <dgm:pt modelId="{F90E20F2-9968-45E1-B2A3-7BB09404CAA8}" type="sibTrans" cxnId="{FFA71035-124A-4611-ADBC-4B874CFAE1D9}">
      <dgm:prSet/>
      <dgm:spPr/>
      <dgm:t>
        <a:bodyPr/>
        <a:lstStyle/>
        <a:p>
          <a:endParaRPr lang="en-US"/>
        </a:p>
      </dgm:t>
    </dgm:pt>
    <dgm:pt modelId="{12200D04-F2C3-458A-AB55-0F6C0B6A3D26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Semester 4 (Fall 2023): Retention/completion in COMS 2104, COMS 2203, and COMS 2213 increased by 10% from semester 1 &amp; 2.</a:t>
          </a:r>
        </a:p>
      </dgm:t>
    </dgm:pt>
    <dgm:pt modelId="{DC79724E-E659-45D6-81E9-A9B28B4C3FDA}" type="parTrans" cxnId="{6A70A1A7-2B9E-4452-9C5B-411BFDBFA3C5}">
      <dgm:prSet/>
      <dgm:spPr/>
      <dgm:t>
        <a:bodyPr/>
        <a:lstStyle/>
        <a:p>
          <a:endParaRPr lang="en-US"/>
        </a:p>
      </dgm:t>
    </dgm:pt>
    <dgm:pt modelId="{D9C9BD5B-B3A0-4943-8723-C03F89C13096}" type="sibTrans" cxnId="{6A70A1A7-2B9E-4452-9C5B-411BFDBFA3C5}">
      <dgm:prSet/>
      <dgm:spPr/>
      <dgm:t>
        <a:bodyPr/>
        <a:lstStyle/>
        <a:p>
          <a:endParaRPr lang="en-US"/>
        </a:p>
      </dgm:t>
    </dgm:pt>
    <dgm:pt modelId="{1D7C3C9E-A3CF-497D-A870-FA5D082E39F2}" type="pres">
      <dgm:prSet presAssocID="{190D7153-6A68-4B8A-8011-1A49BDF87BB4}" presName="root" presStyleCnt="0">
        <dgm:presLayoutVars>
          <dgm:chMax/>
          <dgm:chPref/>
          <dgm:animLvl val="lvl"/>
        </dgm:presLayoutVars>
      </dgm:prSet>
      <dgm:spPr/>
    </dgm:pt>
    <dgm:pt modelId="{ACC8155E-099E-4645-AF7B-CFC4A8A250EC}" type="pres">
      <dgm:prSet presAssocID="{190D7153-6A68-4B8A-8011-1A49BDF87BB4}" presName="divider" presStyleLbl="fgAcc1" presStyleIdx="0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458C6BCF-0645-48A8-8548-7431845B0532}" type="pres">
      <dgm:prSet presAssocID="{190D7153-6A68-4B8A-8011-1A49BDF87BB4}" presName="nodes" presStyleCnt="0">
        <dgm:presLayoutVars>
          <dgm:chMax/>
          <dgm:chPref/>
          <dgm:animLvl val="lvl"/>
        </dgm:presLayoutVars>
      </dgm:prSet>
      <dgm:spPr/>
    </dgm:pt>
    <dgm:pt modelId="{C2A4ED29-7B39-4483-A5EA-FFF5DCB783B9}" type="pres">
      <dgm:prSet presAssocID="{1CF1C44E-9B56-4697-AA39-66A609100B95}" presName="composite" presStyleCnt="0"/>
      <dgm:spPr/>
    </dgm:pt>
    <dgm:pt modelId="{95C4DFC7-E162-4AFF-B33B-4B016F1D33A2}" type="pres">
      <dgm:prSet presAssocID="{1CF1C44E-9B56-4697-AA39-66A609100B95}" presName="ConnectorPoint" presStyleLbl="lnNode1" presStyleIdx="0" presStyleCnt="4"/>
      <dgm:spPr>
        <a:gradFill rotWithShape="0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D38A4945-4850-49FA-B0B2-978BC5917990}" type="pres">
      <dgm:prSet presAssocID="{1CF1C44E-9B56-4697-AA39-66A609100B95}" presName="DropPinPlaceHolder" presStyleCnt="0"/>
      <dgm:spPr/>
    </dgm:pt>
    <dgm:pt modelId="{242073C2-51ED-4F6A-9845-C7B2F62E26ED}" type="pres">
      <dgm:prSet presAssocID="{1CF1C44E-9B56-4697-AA39-66A609100B95}" presName="DropPin" presStyleLbl="alignNode1" presStyleIdx="0" presStyleCnt="4"/>
      <dgm:spPr/>
    </dgm:pt>
    <dgm:pt modelId="{9F9C077D-36C9-4BF3-B445-B8275C7F0842}" type="pres">
      <dgm:prSet presAssocID="{1CF1C44E-9B56-4697-AA39-66A609100B95}" presName="Ellipse" presStyleLbl="fgAcc1" presStyleIdx="1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971A387E-136C-4CC5-9743-A8D3E250FD26}" type="pres">
      <dgm:prSet presAssocID="{1CF1C44E-9B56-4697-AA39-66A609100B95}" presName="L2TextContainer" presStyleLbl="revTx" presStyleIdx="0" presStyleCnt="8">
        <dgm:presLayoutVars>
          <dgm:bulletEnabled val="1"/>
        </dgm:presLayoutVars>
      </dgm:prSet>
      <dgm:spPr/>
    </dgm:pt>
    <dgm:pt modelId="{8D826D04-05FB-4CC2-9325-3DE46B7A5BC1}" type="pres">
      <dgm:prSet presAssocID="{1CF1C44E-9B56-4697-AA39-66A609100B95}" presName="L1TextContainer" presStyleLbl="revTx" presStyleIdx="1" presStyleCnt="8">
        <dgm:presLayoutVars>
          <dgm:chMax val="1"/>
          <dgm:chPref val="1"/>
          <dgm:bulletEnabled val="1"/>
        </dgm:presLayoutVars>
      </dgm:prSet>
      <dgm:spPr/>
    </dgm:pt>
    <dgm:pt modelId="{DF22A952-2214-4A9A-B8BF-8A58C0B6A2D4}" type="pres">
      <dgm:prSet presAssocID="{1CF1C44E-9B56-4697-AA39-66A609100B95}" presName="ConnectLine" presStyleLbl="sibTrans1D1" presStyleIdx="0" presStyleCnt="4"/>
      <dgm:spPr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6AA437F7-035E-40E9-9BF7-3A6A40FA7F7B}" type="pres">
      <dgm:prSet presAssocID="{1CF1C44E-9B56-4697-AA39-66A609100B95}" presName="EmptyPlaceHolder" presStyleCnt="0"/>
      <dgm:spPr/>
    </dgm:pt>
    <dgm:pt modelId="{86D87C4F-8299-4F3C-B13D-CF47B6B1C2E9}" type="pres">
      <dgm:prSet presAssocID="{A3E2A2E8-1FC4-41D0-9EA2-FD673D7EE999}" presName="spaceBetweenRectangles" presStyleCnt="0"/>
      <dgm:spPr/>
    </dgm:pt>
    <dgm:pt modelId="{5D351DBC-4DF7-4008-B375-133B524B26C2}" type="pres">
      <dgm:prSet presAssocID="{C4CFE375-1E0B-4BF3-896D-2885966D8AB3}" presName="composite" presStyleCnt="0"/>
      <dgm:spPr/>
    </dgm:pt>
    <dgm:pt modelId="{60F56B93-D6DF-4460-8359-FBC6569B0AB5}" type="pres">
      <dgm:prSet presAssocID="{C4CFE375-1E0B-4BF3-896D-2885966D8AB3}" presName="ConnectorPoint" presStyleLbl="lnNode1" presStyleIdx="1" presStyleCnt="4"/>
      <dgm:spPr>
        <a:gradFill rotWithShape="0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CD51F027-48F4-4F5A-A036-8DAF47E9F389}" type="pres">
      <dgm:prSet presAssocID="{C4CFE375-1E0B-4BF3-896D-2885966D8AB3}" presName="DropPinPlaceHolder" presStyleCnt="0"/>
      <dgm:spPr/>
    </dgm:pt>
    <dgm:pt modelId="{008B53A1-2EED-4E7D-AD4F-43BE940DE698}" type="pres">
      <dgm:prSet presAssocID="{C4CFE375-1E0B-4BF3-896D-2885966D8AB3}" presName="DropPin" presStyleLbl="alignNode1" presStyleIdx="1" presStyleCnt="4"/>
      <dgm:spPr/>
    </dgm:pt>
    <dgm:pt modelId="{6ACEA26E-9CAF-4E21-90C6-D7DB1C4BC215}" type="pres">
      <dgm:prSet presAssocID="{C4CFE375-1E0B-4BF3-896D-2885966D8AB3}" presName="Ellipse" presStyleLbl="fgAcc1" presStyleIdx="2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828E2EAA-33F5-4B43-AAD7-2F81FB603AA0}" type="pres">
      <dgm:prSet presAssocID="{C4CFE375-1E0B-4BF3-896D-2885966D8AB3}" presName="L2TextContainer" presStyleLbl="revTx" presStyleIdx="2" presStyleCnt="8">
        <dgm:presLayoutVars>
          <dgm:bulletEnabled val="1"/>
        </dgm:presLayoutVars>
      </dgm:prSet>
      <dgm:spPr/>
    </dgm:pt>
    <dgm:pt modelId="{CCAFAF63-D538-469E-84DF-8857E6088849}" type="pres">
      <dgm:prSet presAssocID="{C4CFE375-1E0B-4BF3-896D-2885966D8AB3}" presName="L1TextContainer" presStyleLbl="revTx" presStyleIdx="3" presStyleCnt="8">
        <dgm:presLayoutVars>
          <dgm:chMax val="1"/>
          <dgm:chPref val="1"/>
          <dgm:bulletEnabled val="1"/>
        </dgm:presLayoutVars>
      </dgm:prSet>
      <dgm:spPr/>
    </dgm:pt>
    <dgm:pt modelId="{52A33F32-A58A-4222-B40B-3E62F6ABDAE9}" type="pres">
      <dgm:prSet presAssocID="{C4CFE375-1E0B-4BF3-896D-2885966D8AB3}" presName="ConnectLine" presStyleLbl="sibTrans1D1" presStyleIdx="1" presStyleCnt="4"/>
      <dgm:spPr>
        <a:noFill/>
        <a:ln w="1270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dash"/>
          <a:miter lim="800000"/>
        </a:ln>
        <a:effectLst/>
      </dgm:spPr>
    </dgm:pt>
    <dgm:pt modelId="{6950ADE3-E757-4B7E-A694-6CAB198EF749}" type="pres">
      <dgm:prSet presAssocID="{C4CFE375-1E0B-4BF3-896D-2885966D8AB3}" presName="EmptyPlaceHolder" presStyleCnt="0"/>
      <dgm:spPr/>
    </dgm:pt>
    <dgm:pt modelId="{3D71ADC5-E625-4DF3-841E-C4F6AB408D5D}" type="pres">
      <dgm:prSet presAssocID="{07BB50DF-4CE9-4B21-8E32-1247C7C6EB23}" presName="spaceBetweenRectangles" presStyleCnt="0"/>
      <dgm:spPr/>
    </dgm:pt>
    <dgm:pt modelId="{786EAC51-1501-41EF-8B9E-1536B57C4701}" type="pres">
      <dgm:prSet presAssocID="{CCDE73DE-8187-4A5D-ABB8-269AF72B34D7}" presName="composite" presStyleCnt="0"/>
      <dgm:spPr/>
    </dgm:pt>
    <dgm:pt modelId="{23116D9B-9322-47F9-A37A-AB1D4722403C}" type="pres">
      <dgm:prSet presAssocID="{CCDE73DE-8187-4A5D-ABB8-269AF72B34D7}" presName="ConnectorPoint" presStyleLbl="lnNode1" presStyleIdx="2" presStyleCnt="4"/>
      <dgm:spPr>
        <a:gradFill rotWithShape="0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3DFFC2E8-1E99-4B82-BE1B-620F0B6BD5C0}" type="pres">
      <dgm:prSet presAssocID="{CCDE73DE-8187-4A5D-ABB8-269AF72B34D7}" presName="DropPinPlaceHolder" presStyleCnt="0"/>
      <dgm:spPr/>
    </dgm:pt>
    <dgm:pt modelId="{403664DB-B12B-4B3C-BB58-7020DA5088FE}" type="pres">
      <dgm:prSet presAssocID="{CCDE73DE-8187-4A5D-ABB8-269AF72B34D7}" presName="DropPin" presStyleLbl="alignNode1" presStyleIdx="2" presStyleCnt="4"/>
      <dgm:spPr/>
    </dgm:pt>
    <dgm:pt modelId="{403EA544-A438-4FAA-A238-E2F3C8183912}" type="pres">
      <dgm:prSet presAssocID="{CCDE73DE-8187-4A5D-ABB8-269AF72B34D7}" presName="Ellipse" presStyleLbl="fgAcc1" presStyleIdx="3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4D860D69-3BEB-4EB7-955A-6806E4869AB5}" type="pres">
      <dgm:prSet presAssocID="{CCDE73DE-8187-4A5D-ABB8-269AF72B34D7}" presName="L2TextContainer" presStyleLbl="revTx" presStyleIdx="4" presStyleCnt="8">
        <dgm:presLayoutVars>
          <dgm:bulletEnabled val="1"/>
        </dgm:presLayoutVars>
      </dgm:prSet>
      <dgm:spPr/>
    </dgm:pt>
    <dgm:pt modelId="{A16A6C97-32EC-41C3-99A4-4CEFB906E2E4}" type="pres">
      <dgm:prSet presAssocID="{CCDE73DE-8187-4A5D-ABB8-269AF72B34D7}" presName="L1TextContainer" presStyleLbl="revTx" presStyleIdx="5" presStyleCnt="8">
        <dgm:presLayoutVars>
          <dgm:chMax val="1"/>
          <dgm:chPref val="1"/>
          <dgm:bulletEnabled val="1"/>
        </dgm:presLayoutVars>
      </dgm:prSet>
      <dgm:spPr/>
    </dgm:pt>
    <dgm:pt modelId="{FEE2EA5A-47AE-4321-84C0-80E4B88550A9}" type="pres">
      <dgm:prSet presAssocID="{CCDE73DE-8187-4A5D-ABB8-269AF72B34D7}" presName="ConnectLine" presStyleLbl="sibTrans1D1" presStyleIdx="2" presStyleCnt="4"/>
      <dgm:spPr>
        <a:noFill/>
        <a:ln w="1270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dash"/>
          <a:miter lim="800000"/>
        </a:ln>
        <a:effectLst/>
      </dgm:spPr>
    </dgm:pt>
    <dgm:pt modelId="{D2321113-E751-4DB1-87F2-99ED6EB6421D}" type="pres">
      <dgm:prSet presAssocID="{CCDE73DE-8187-4A5D-ABB8-269AF72B34D7}" presName="EmptyPlaceHolder" presStyleCnt="0"/>
      <dgm:spPr/>
    </dgm:pt>
    <dgm:pt modelId="{1F96D3A1-2B73-4DB8-923E-C9529403E041}" type="pres">
      <dgm:prSet presAssocID="{3C168CDF-8809-4F03-881B-2DB98FBF7603}" presName="spaceBetweenRectangles" presStyleCnt="0"/>
      <dgm:spPr/>
    </dgm:pt>
    <dgm:pt modelId="{19B96D85-5730-4994-831D-8F27545BE075}" type="pres">
      <dgm:prSet presAssocID="{30044B7A-3E7D-41DB-888D-5DD6182BCB13}" presName="composite" presStyleCnt="0"/>
      <dgm:spPr/>
    </dgm:pt>
    <dgm:pt modelId="{936E2E7E-4A21-4816-B09B-81F1261E598D}" type="pres">
      <dgm:prSet presAssocID="{30044B7A-3E7D-41DB-888D-5DD6182BCB13}" presName="ConnectorPoint" presStyleLbl="lnNode1" presStyleIdx="3" presStyleCnt="4"/>
      <dgm:spPr>
        <a:gradFill rotWithShape="0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42AE8EB3-AF9D-454C-A089-67E84E2BBE04}" type="pres">
      <dgm:prSet presAssocID="{30044B7A-3E7D-41DB-888D-5DD6182BCB13}" presName="DropPinPlaceHolder" presStyleCnt="0"/>
      <dgm:spPr/>
    </dgm:pt>
    <dgm:pt modelId="{2E3DD968-3287-4C58-91A1-006A2134ADAF}" type="pres">
      <dgm:prSet presAssocID="{30044B7A-3E7D-41DB-888D-5DD6182BCB13}" presName="DropPin" presStyleLbl="alignNode1" presStyleIdx="3" presStyleCnt="4"/>
      <dgm:spPr/>
    </dgm:pt>
    <dgm:pt modelId="{41A121FD-976C-4044-A573-A614C229E1A9}" type="pres">
      <dgm:prSet presAssocID="{30044B7A-3E7D-41DB-888D-5DD6182BCB13}" presName="Ellipse" presStyleLbl="fgAcc1" presStyleIdx="4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58104AB3-8384-49C0-B134-2E298EEC4E6C}" type="pres">
      <dgm:prSet presAssocID="{30044B7A-3E7D-41DB-888D-5DD6182BCB13}" presName="L2TextContainer" presStyleLbl="revTx" presStyleIdx="6" presStyleCnt="8">
        <dgm:presLayoutVars>
          <dgm:bulletEnabled val="1"/>
        </dgm:presLayoutVars>
      </dgm:prSet>
      <dgm:spPr/>
    </dgm:pt>
    <dgm:pt modelId="{8FBEAAA1-6223-4157-93F2-33D4ED8F1EB2}" type="pres">
      <dgm:prSet presAssocID="{30044B7A-3E7D-41DB-888D-5DD6182BCB13}" presName="L1TextContainer" presStyleLbl="revTx" presStyleIdx="7" presStyleCnt="8">
        <dgm:presLayoutVars>
          <dgm:chMax val="1"/>
          <dgm:chPref val="1"/>
          <dgm:bulletEnabled val="1"/>
        </dgm:presLayoutVars>
      </dgm:prSet>
      <dgm:spPr/>
    </dgm:pt>
    <dgm:pt modelId="{3D9AB30E-117E-4E39-AFEE-733980F63A5F}" type="pres">
      <dgm:prSet presAssocID="{30044B7A-3E7D-41DB-888D-5DD6182BCB13}" presName="ConnectLine" presStyleLbl="sibTrans1D1" presStyleIdx="3" presStyleCnt="4"/>
      <dgm:spPr>
        <a:noFill/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dash"/>
          <a:miter lim="800000"/>
        </a:ln>
        <a:effectLst/>
      </dgm:spPr>
    </dgm:pt>
    <dgm:pt modelId="{313034E4-0215-46CD-9439-F29D4FC453D6}" type="pres">
      <dgm:prSet presAssocID="{30044B7A-3E7D-41DB-888D-5DD6182BCB13}" presName="EmptyPlaceHolder" presStyleCnt="0"/>
      <dgm:spPr/>
    </dgm:pt>
  </dgm:ptLst>
  <dgm:cxnLst>
    <dgm:cxn modelId="{84E4C41E-3A63-4E87-A1AE-F8D4A531D004}" type="presOf" srcId="{CCDE73DE-8187-4A5D-ABB8-269AF72B34D7}" destId="{A16A6C97-32EC-41C3-99A4-4CEFB906E2E4}" srcOrd="0" destOrd="0" presId="urn:microsoft.com/office/officeart/2017/3/layout/DropPinTimeline"/>
    <dgm:cxn modelId="{FFA71035-124A-4611-ADBC-4B874CFAE1D9}" srcId="{190D7153-6A68-4B8A-8011-1A49BDF87BB4}" destId="{30044B7A-3E7D-41DB-888D-5DD6182BCB13}" srcOrd="3" destOrd="0" parTransId="{B0FA839F-3DF5-4429-9E6C-7CE33E2D4843}" sibTransId="{F90E20F2-9968-45E1-B2A3-7BB09404CAA8}"/>
    <dgm:cxn modelId="{1B227536-7EA3-4368-96CD-916ED604582E}" type="presOf" srcId="{190D7153-6A68-4B8A-8011-1A49BDF87BB4}" destId="{1D7C3C9E-A3CF-497D-A870-FA5D082E39F2}" srcOrd="0" destOrd="0" presId="urn:microsoft.com/office/officeart/2017/3/layout/DropPinTimeline"/>
    <dgm:cxn modelId="{1CE2F654-2146-4EAD-9834-13DF94552349}" type="presOf" srcId="{CE22B2B3-4590-4EA6-8EF7-90032F681254}" destId="{4D860D69-3BEB-4EB7-955A-6806E4869AB5}" srcOrd="0" destOrd="0" presId="urn:microsoft.com/office/officeart/2017/3/layout/DropPinTimeline"/>
    <dgm:cxn modelId="{E1FDE757-9D3D-4032-9BA4-C8BBEA8432B9}" type="presOf" srcId="{C4CFE375-1E0B-4BF3-896D-2885966D8AB3}" destId="{CCAFAF63-D538-469E-84DF-8857E6088849}" srcOrd="0" destOrd="0" presId="urn:microsoft.com/office/officeart/2017/3/layout/DropPinTimeline"/>
    <dgm:cxn modelId="{1DCCBB5C-5297-4927-BB57-4925D4E3B24B}" srcId="{CCDE73DE-8187-4A5D-ABB8-269AF72B34D7}" destId="{CE22B2B3-4590-4EA6-8EF7-90032F681254}" srcOrd="0" destOrd="0" parTransId="{330EFC88-DE10-48C5-959A-BD6B8324439E}" sibTransId="{4FADB9C6-63D8-4C82-8AB8-6E2BDF6B8321}"/>
    <dgm:cxn modelId="{6B4BC575-B3A6-4E9F-AC7F-D4C209592AB9}" srcId="{C4CFE375-1E0B-4BF3-896D-2885966D8AB3}" destId="{10C9FE50-FA92-4664-928A-F5273ED5465E}" srcOrd="0" destOrd="0" parTransId="{B7F6E7ED-E7B8-49EE-85F6-83E91E220F04}" sibTransId="{2D38A480-6B17-4A52-89C9-C71CF5E0125F}"/>
    <dgm:cxn modelId="{0ADF0F86-4328-4D18-B419-3E6A1681B9D0}" srcId="{190D7153-6A68-4B8A-8011-1A49BDF87BB4}" destId="{1CF1C44E-9B56-4697-AA39-66A609100B95}" srcOrd="0" destOrd="0" parTransId="{404D49F5-55B1-4524-907B-B65F56250624}" sibTransId="{A3E2A2E8-1FC4-41D0-9EA2-FD673D7EE999}"/>
    <dgm:cxn modelId="{35C82B8B-6E3B-4FC0-862A-E80066BE2FE0}" type="presOf" srcId="{EC35ADBE-975C-4A64-B752-771797EBBC19}" destId="{971A387E-136C-4CC5-9743-A8D3E250FD26}" srcOrd="0" destOrd="0" presId="urn:microsoft.com/office/officeart/2017/3/layout/DropPinTimeline"/>
    <dgm:cxn modelId="{F2FEE797-5429-421D-AFF9-5218F4C2B84A}" srcId="{190D7153-6A68-4B8A-8011-1A49BDF87BB4}" destId="{CCDE73DE-8187-4A5D-ABB8-269AF72B34D7}" srcOrd="2" destOrd="0" parTransId="{3DA69DAF-741F-40CE-907A-8BF245D2F714}" sibTransId="{3C168CDF-8809-4F03-881B-2DB98FBF7603}"/>
    <dgm:cxn modelId="{3A7DE9A6-5612-417A-9EBD-D38FE032FA7C}" type="presOf" srcId="{30044B7A-3E7D-41DB-888D-5DD6182BCB13}" destId="{8FBEAAA1-6223-4157-93F2-33D4ED8F1EB2}" srcOrd="0" destOrd="0" presId="urn:microsoft.com/office/officeart/2017/3/layout/DropPinTimeline"/>
    <dgm:cxn modelId="{6A70A1A7-2B9E-4452-9C5B-411BFDBFA3C5}" srcId="{30044B7A-3E7D-41DB-888D-5DD6182BCB13}" destId="{12200D04-F2C3-458A-AB55-0F6C0B6A3D26}" srcOrd="0" destOrd="0" parTransId="{DC79724E-E659-45D6-81E9-A9B28B4C3FDA}" sibTransId="{D9C9BD5B-B3A0-4943-8723-C03F89C13096}"/>
    <dgm:cxn modelId="{CA2B59AD-338E-41AD-94D2-A8A66501CEE9}" type="presOf" srcId="{10C9FE50-FA92-4664-928A-F5273ED5465E}" destId="{828E2EAA-33F5-4B43-AAD7-2F81FB603AA0}" srcOrd="0" destOrd="0" presId="urn:microsoft.com/office/officeart/2017/3/layout/DropPinTimeline"/>
    <dgm:cxn modelId="{F67337B8-B6EB-46E4-858E-843B5236566E}" type="presOf" srcId="{12200D04-F2C3-458A-AB55-0F6C0B6A3D26}" destId="{58104AB3-8384-49C0-B134-2E298EEC4E6C}" srcOrd="0" destOrd="0" presId="urn:microsoft.com/office/officeart/2017/3/layout/DropPinTimeline"/>
    <dgm:cxn modelId="{35A9BEBB-0317-40B0-B71E-670F5B5FEEE9}" type="presOf" srcId="{1CF1C44E-9B56-4697-AA39-66A609100B95}" destId="{8D826D04-05FB-4CC2-9325-3DE46B7A5BC1}" srcOrd="0" destOrd="0" presId="urn:microsoft.com/office/officeart/2017/3/layout/DropPinTimeline"/>
    <dgm:cxn modelId="{A56486DB-BEEE-47DE-A3DD-22EFC698B175}" srcId="{190D7153-6A68-4B8A-8011-1A49BDF87BB4}" destId="{C4CFE375-1E0B-4BF3-896D-2885966D8AB3}" srcOrd="1" destOrd="0" parTransId="{77AE2C1B-A388-4950-B53C-4366EBF09553}" sibTransId="{07BB50DF-4CE9-4B21-8E32-1247C7C6EB23}"/>
    <dgm:cxn modelId="{0E9E1FF2-23B0-4A36-AF08-D52F29077E60}" srcId="{1CF1C44E-9B56-4697-AA39-66A609100B95}" destId="{EC35ADBE-975C-4A64-B752-771797EBBC19}" srcOrd="0" destOrd="0" parTransId="{49D58E3D-744A-4474-A6F7-7A53D73D9620}" sibTransId="{1879655B-8461-4FD0-B335-097E74F44751}"/>
    <dgm:cxn modelId="{A2414958-DDAC-4245-B511-A764A500D200}" type="presParOf" srcId="{1D7C3C9E-A3CF-497D-A870-FA5D082E39F2}" destId="{ACC8155E-099E-4645-AF7B-CFC4A8A250EC}" srcOrd="0" destOrd="0" presId="urn:microsoft.com/office/officeart/2017/3/layout/DropPinTimeline"/>
    <dgm:cxn modelId="{5B866A23-D292-45FF-B72F-B935A7F76C00}" type="presParOf" srcId="{1D7C3C9E-A3CF-497D-A870-FA5D082E39F2}" destId="{458C6BCF-0645-48A8-8548-7431845B0532}" srcOrd="1" destOrd="0" presId="urn:microsoft.com/office/officeart/2017/3/layout/DropPinTimeline"/>
    <dgm:cxn modelId="{7F74FE81-731A-41FF-9833-1FFA1126FC79}" type="presParOf" srcId="{458C6BCF-0645-48A8-8548-7431845B0532}" destId="{C2A4ED29-7B39-4483-A5EA-FFF5DCB783B9}" srcOrd="0" destOrd="0" presId="urn:microsoft.com/office/officeart/2017/3/layout/DropPinTimeline"/>
    <dgm:cxn modelId="{48FF7ECE-86FC-4FAB-9F70-FCD6995E925A}" type="presParOf" srcId="{C2A4ED29-7B39-4483-A5EA-FFF5DCB783B9}" destId="{95C4DFC7-E162-4AFF-B33B-4B016F1D33A2}" srcOrd="0" destOrd="0" presId="urn:microsoft.com/office/officeart/2017/3/layout/DropPinTimeline"/>
    <dgm:cxn modelId="{AC8F90CC-0B08-473A-9541-53BDDE3A1EAF}" type="presParOf" srcId="{C2A4ED29-7B39-4483-A5EA-FFF5DCB783B9}" destId="{D38A4945-4850-49FA-B0B2-978BC5917990}" srcOrd="1" destOrd="0" presId="urn:microsoft.com/office/officeart/2017/3/layout/DropPinTimeline"/>
    <dgm:cxn modelId="{F3473524-738F-4980-9095-8AF28710D0E0}" type="presParOf" srcId="{D38A4945-4850-49FA-B0B2-978BC5917990}" destId="{242073C2-51ED-4F6A-9845-C7B2F62E26ED}" srcOrd="0" destOrd="0" presId="urn:microsoft.com/office/officeart/2017/3/layout/DropPinTimeline"/>
    <dgm:cxn modelId="{AECDAC2A-1FA1-4699-9A49-FE8C4883003D}" type="presParOf" srcId="{D38A4945-4850-49FA-B0B2-978BC5917990}" destId="{9F9C077D-36C9-4BF3-B445-B8275C7F0842}" srcOrd="1" destOrd="0" presId="urn:microsoft.com/office/officeart/2017/3/layout/DropPinTimeline"/>
    <dgm:cxn modelId="{5AD6CC18-C016-475D-9CD6-4B4C7AB208F2}" type="presParOf" srcId="{C2A4ED29-7B39-4483-A5EA-FFF5DCB783B9}" destId="{971A387E-136C-4CC5-9743-A8D3E250FD26}" srcOrd="2" destOrd="0" presId="urn:microsoft.com/office/officeart/2017/3/layout/DropPinTimeline"/>
    <dgm:cxn modelId="{BDF4E788-9AEB-4E41-B5AC-6FA3FFB18931}" type="presParOf" srcId="{C2A4ED29-7B39-4483-A5EA-FFF5DCB783B9}" destId="{8D826D04-05FB-4CC2-9325-3DE46B7A5BC1}" srcOrd="3" destOrd="0" presId="urn:microsoft.com/office/officeart/2017/3/layout/DropPinTimeline"/>
    <dgm:cxn modelId="{B93707B6-DA9F-4C41-9361-B8DE015A137A}" type="presParOf" srcId="{C2A4ED29-7B39-4483-A5EA-FFF5DCB783B9}" destId="{DF22A952-2214-4A9A-B8BF-8A58C0B6A2D4}" srcOrd="4" destOrd="0" presId="urn:microsoft.com/office/officeart/2017/3/layout/DropPinTimeline"/>
    <dgm:cxn modelId="{1C85335D-74D3-43C6-9040-C43DB5F3B3DD}" type="presParOf" srcId="{C2A4ED29-7B39-4483-A5EA-FFF5DCB783B9}" destId="{6AA437F7-035E-40E9-9BF7-3A6A40FA7F7B}" srcOrd="5" destOrd="0" presId="urn:microsoft.com/office/officeart/2017/3/layout/DropPinTimeline"/>
    <dgm:cxn modelId="{DD9D9E44-3FA5-4BCF-A432-EAC37EF54D58}" type="presParOf" srcId="{458C6BCF-0645-48A8-8548-7431845B0532}" destId="{86D87C4F-8299-4F3C-B13D-CF47B6B1C2E9}" srcOrd="1" destOrd="0" presId="urn:microsoft.com/office/officeart/2017/3/layout/DropPinTimeline"/>
    <dgm:cxn modelId="{F05BA679-6501-4096-89BD-FEE4F93A57FD}" type="presParOf" srcId="{458C6BCF-0645-48A8-8548-7431845B0532}" destId="{5D351DBC-4DF7-4008-B375-133B524B26C2}" srcOrd="2" destOrd="0" presId="urn:microsoft.com/office/officeart/2017/3/layout/DropPinTimeline"/>
    <dgm:cxn modelId="{CC6F451A-C76E-4CF1-A1B8-5DE68D1E6FAC}" type="presParOf" srcId="{5D351DBC-4DF7-4008-B375-133B524B26C2}" destId="{60F56B93-D6DF-4460-8359-FBC6569B0AB5}" srcOrd="0" destOrd="0" presId="urn:microsoft.com/office/officeart/2017/3/layout/DropPinTimeline"/>
    <dgm:cxn modelId="{AAC5E996-C3FB-4F0F-95C6-2E7B310234D9}" type="presParOf" srcId="{5D351DBC-4DF7-4008-B375-133B524B26C2}" destId="{CD51F027-48F4-4F5A-A036-8DAF47E9F389}" srcOrd="1" destOrd="0" presId="urn:microsoft.com/office/officeart/2017/3/layout/DropPinTimeline"/>
    <dgm:cxn modelId="{F8FC39B3-F24A-454C-B3DC-AADCD3CAA587}" type="presParOf" srcId="{CD51F027-48F4-4F5A-A036-8DAF47E9F389}" destId="{008B53A1-2EED-4E7D-AD4F-43BE940DE698}" srcOrd="0" destOrd="0" presId="urn:microsoft.com/office/officeart/2017/3/layout/DropPinTimeline"/>
    <dgm:cxn modelId="{7F382DA0-2901-4F8F-A469-DEA488AB9C0F}" type="presParOf" srcId="{CD51F027-48F4-4F5A-A036-8DAF47E9F389}" destId="{6ACEA26E-9CAF-4E21-90C6-D7DB1C4BC215}" srcOrd="1" destOrd="0" presId="urn:microsoft.com/office/officeart/2017/3/layout/DropPinTimeline"/>
    <dgm:cxn modelId="{6A74B417-7474-4A71-88D3-2A823BFBA6A1}" type="presParOf" srcId="{5D351DBC-4DF7-4008-B375-133B524B26C2}" destId="{828E2EAA-33F5-4B43-AAD7-2F81FB603AA0}" srcOrd="2" destOrd="0" presId="urn:microsoft.com/office/officeart/2017/3/layout/DropPinTimeline"/>
    <dgm:cxn modelId="{043311B1-45D4-4EF0-8CAA-3EC69B494B03}" type="presParOf" srcId="{5D351DBC-4DF7-4008-B375-133B524B26C2}" destId="{CCAFAF63-D538-469E-84DF-8857E6088849}" srcOrd="3" destOrd="0" presId="urn:microsoft.com/office/officeart/2017/3/layout/DropPinTimeline"/>
    <dgm:cxn modelId="{8CC5D8E2-E4DC-402D-87C1-756F97CF9E0A}" type="presParOf" srcId="{5D351DBC-4DF7-4008-B375-133B524B26C2}" destId="{52A33F32-A58A-4222-B40B-3E62F6ABDAE9}" srcOrd="4" destOrd="0" presId="urn:microsoft.com/office/officeart/2017/3/layout/DropPinTimeline"/>
    <dgm:cxn modelId="{B5F317F5-7D88-4579-AA42-E60A2CBDCA37}" type="presParOf" srcId="{5D351DBC-4DF7-4008-B375-133B524B26C2}" destId="{6950ADE3-E757-4B7E-A694-6CAB198EF749}" srcOrd="5" destOrd="0" presId="urn:microsoft.com/office/officeart/2017/3/layout/DropPinTimeline"/>
    <dgm:cxn modelId="{B70B9CEE-148B-4D74-8AB9-35A37DBCA947}" type="presParOf" srcId="{458C6BCF-0645-48A8-8548-7431845B0532}" destId="{3D71ADC5-E625-4DF3-841E-C4F6AB408D5D}" srcOrd="3" destOrd="0" presId="urn:microsoft.com/office/officeart/2017/3/layout/DropPinTimeline"/>
    <dgm:cxn modelId="{806A111F-4242-4A4E-A510-DEFA03C37DCD}" type="presParOf" srcId="{458C6BCF-0645-48A8-8548-7431845B0532}" destId="{786EAC51-1501-41EF-8B9E-1536B57C4701}" srcOrd="4" destOrd="0" presId="urn:microsoft.com/office/officeart/2017/3/layout/DropPinTimeline"/>
    <dgm:cxn modelId="{F1677A1A-DAD1-409F-B2B9-00B8F1EC8591}" type="presParOf" srcId="{786EAC51-1501-41EF-8B9E-1536B57C4701}" destId="{23116D9B-9322-47F9-A37A-AB1D4722403C}" srcOrd="0" destOrd="0" presId="urn:microsoft.com/office/officeart/2017/3/layout/DropPinTimeline"/>
    <dgm:cxn modelId="{C00CDA91-1AF3-4F48-887A-29D7A9633CAB}" type="presParOf" srcId="{786EAC51-1501-41EF-8B9E-1536B57C4701}" destId="{3DFFC2E8-1E99-4B82-BE1B-620F0B6BD5C0}" srcOrd="1" destOrd="0" presId="urn:microsoft.com/office/officeart/2017/3/layout/DropPinTimeline"/>
    <dgm:cxn modelId="{000ABB9A-BB23-46E1-91FA-0D8391699EC9}" type="presParOf" srcId="{3DFFC2E8-1E99-4B82-BE1B-620F0B6BD5C0}" destId="{403664DB-B12B-4B3C-BB58-7020DA5088FE}" srcOrd="0" destOrd="0" presId="urn:microsoft.com/office/officeart/2017/3/layout/DropPinTimeline"/>
    <dgm:cxn modelId="{BF1AAC28-59FA-4166-90C6-3D1F0B67CAD3}" type="presParOf" srcId="{3DFFC2E8-1E99-4B82-BE1B-620F0B6BD5C0}" destId="{403EA544-A438-4FAA-A238-E2F3C8183912}" srcOrd="1" destOrd="0" presId="urn:microsoft.com/office/officeart/2017/3/layout/DropPinTimeline"/>
    <dgm:cxn modelId="{44B37C94-045C-41EC-9FA3-DA82D7975E27}" type="presParOf" srcId="{786EAC51-1501-41EF-8B9E-1536B57C4701}" destId="{4D860D69-3BEB-4EB7-955A-6806E4869AB5}" srcOrd="2" destOrd="0" presId="urn:microsoft.com/office/officeart/2017/3/layout/DropPinTimeline"/>
    <dgm:cxn modelId="{A9124C19-6DBD-4C14-9988-08A21DC43565}" type="presParOf" srcId="{786EAC51-1501-41EF-8B9E-1536B57C4701}" destId="{A16A6C97-32EC-41C3-99A4-4CEFB906E2E4}" srcOrd="3" destOrd="0" presId="urn:microsoft.com/office/officeart/2017/3/layout/DropPinTimeline"/>
    <dgm:cxn modelId="{422C3DC2-C09B-4290-8019-438EE3266603}" type="presParOf" srcId="{786EAC51-1501-41EF-8B9E-1536B57C4701}" destId="{FEE2EA5A-47AE-4321-84C0-80E4B88550A9}" srcOrd="4" destOrd="0" presId="urn:microsoft.com/office/officeart/2017/3/layout/DropPinTimeline"/>
    <dgm:cxn modelId="{FF58BB2B-2EDD-4F1D-9E0F-BE742E4FCB94}" type="presParOf" srcId="{786EAC51-1501-41EF-8B9E-1536B57C4701}" destId="{D2321113-E751-4DB1-87F2-99ED6EB6421D}" srcOrd="5" destOrd="0" presId="urn:microsoft.com/office/officeart/2017/3/layout/DropPinTimeline"/>
    <dgm:cxn modelId="{A2E8F22E-5288-46B5-A3D0-210ABB660CF3}" type="presParOf" srcId="{458C6BCF-0645-48A8-8548-7431845B0532}" destId="{1F96D3A1-2B73-4DB8-923E-C9529403E041}" srcOrd="5" destOrd="0" presId="urn:microsoft.com/office/officeart/2017/3/layout/DropPinTimeline"/>
    <dgm:cxn modelId="{4E86D8EC-5FDD-40A7-A179-3D1FCD9B13CC}" type="presParOf" srcId="{458C6BCF-0645-48A8-8548-7431845B0532}" destId="{19B96D85-5730-4994-831D-8F27545BE075}" srcOrd="6" destOrd="0" presId="urn:microsoft.com/office/officeart/2017/3/layout/DropPinTimeline"/>
    <dgm:cxn modelId="{55BF1859-6624-469F-B3B5-844DB05EB3C3}" type="presParOf" srcId="{19B96D85-5730-4994-831D-8F27545BE075}" destId="{936E2E7E-4A21-4816-B09B-81F1261E598D}" srcOrd="0" destOrd="0" presId="urn:microsoft.com/office/officeart/2017/3/layout/DropPinTimeline"/>
    <dgm:cxn modelId="{523CBC28-13A5-4D75-8087-FCAD2F527FDE}" type="presParOf" srcId="{19B96D85-5730-4994-831D-8F27545BE075}" destId="{42AE8EB3-AF9D-454C-A089-67E84E2BBE04}" srcOrd="1" destOrd="0" presId="urn:microsoft.com/office/officeart/2017/3/layout/DropPinTimeline"/>
    <dgm:cxn modelId="{0DD54D7E-28F0-4A03-9D04-03B56222C97D}" type="presParOf" srcId="{42AE8EB3-AF9D-454C-A089-67E84E2BBE04}" destId="{2E3DD968-3287-4C58-91A1-006A2134ADAF}" srcOrd="0" destOrd="0" presId="urn:microsoft.com/office/officeart/2017/3/layout/DropPinTimeline"/>
    <dgm:cxn modelId="{83AE3BED-FDBB-4685-A7BF-05A4EF924E8F}" type="presParOf" srcId="{42AE8EB3-AF9D-454C-A089-67E84E2BBE04}" destId="{41A121FD-976C-4044-A573-A614C229E1A9}" srcOrd="1" destOrd="0" presId="urn:microsoft.com/office/officeart/2017/3/layout/DropPinTimeline"/>
    <dgm:cxn modelId="{0775BD5B-78A4-4E85-B647-2678719A118A}" type="presParOf" srcId="{19B96D85-5730-4994-831D-8F27545BE075}" destId="{58104AB3-8384-49C0-B134-2E298EEC4E6C}" srcOrd="2" destOrd="0" presId="urn:microsoft.com/office/officeart/2017/3/layout/DropPinTimeline"/>
    <dgm:cxn modelId="{49269A83-D962-4954-AE17-52A56CA49E14}" type="presParOf" srcId="{19B96D85-5730-4994-831D-8F27545BE075}" destId="{8FBEAAA1-6223-4157-93F2-33D4ED8F1EB2}" srcOrd="3" destOrd="0" presId="urn:microsoft.com/office/officeart/2017/3/layout/DropPinTimeline"/>
    <dgm:cxn modelId="{4F36EE8A-B912-4C6E-B32D-E6CE56FDB411}" type="presParOf" srcId="{19B96D85-5730-4994-831D-8F27545BE075}" destId="{3D9AB30E-117E-4E39-AFEE-733980F63A5F}" srcOrd="4" destOrd="0" presId="urn:microsoft.com/office/officeart/2017/3/layout/DropPinTimeline"/>
    <dgm:cxn modelId="{E004C877-D743-4658-9CD3-A1702B075E6E}" type="presParOf" srcId="{19B96D85-5730-4994-831D-8F27545BE075}" destId="{313034E4-0215-46CD-9439-F29D4FC453D6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1355B77-8D61-4215-B379-C5FD48A5574F}" type="doc">
      <dgm:prSet loTypeId="urn:microsoft.com/office/officeart/2017/3/layout/DropPinTimeline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9517D0C-2197-49E1-AD2C-E7543F50062D}">
      <dgm:prSet/>
      <dgm:spPr/>
      <dgm:t>
        <a:bodyPr/>
        <a:lstStyle/>
        <a:p>
          <a:pPr>
            <a:defRPr b="1"/>
          </a:pPr>
          <a:r>
            <a:rPr lang="en-US">
              <a:latin typeface="Times New Roman"/>
              <a:cs typeface="Times New Roman"/>
            </a:rPr>
            <a:t>Fall 2022</a:t>
          </a:r>
        </a:p>
      </dgm:t>
    </dgm:pt>
    <dgm:pt modelId="{D46EFACE-2446-4BAB-9189-E1FA6A7A4DCD}" type="parTrans" cxnId="{37C3569A-E11A-42CF-8C6F-E5CBEFFE621C}">
      <dgm:prSet/>
      <dgm:spPr/>
      <dgm:t>
        <a:bodyPr/>
        <a:lstStyle/>
        <a:p>
          <a:endParaRPr lang="en-US"/>
        </a:p>
      </dgm:t>
    </dgm:pt>
    <dgm:pt modelId="{2506DA8F-9D6A-49EF-B58F-BC755F26C034}" type="sibTrans" cxnId="{37C3569A-E11A-42CF-8C6F-E5CBEFFE621C}">
      <dgm:prSet/>
      <dgm:spPr/>
      <dgm:t>
        <a:bodyPr/>
        <a:lstStyle/>
        <a:p>
          <a:endParaRPr lang="en-US"/>
        </a:p>
      </dgm:t>
    </dgm:pt>
    <dgm:pt modelId="{38C007D0-ED9D-4D38-AC07-E098C4C2A671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Semester 2 (Fall 2022): 20~25 participants enrolled in COMS 2104, COMS 2203, and COMS 2213.</a:t>
          </a:r>
        </a:p>
      </dgm:t>
    </dgm:pt>
    <dgm:pt modelId="{E05FB145-3240-4069-A27F-86E6BDBCA689}" type="parTrans" cxnId="{F85FDFB1-888C-4E2D-BD85-4235AB16CAA9}">
      <dgm:prSet/>
      <dgm:spPr/>
      <dgm:t>
        <a:bodyPr/>
        <a:lstStyle/>
        <a:p>
          <a:endParaRPr lang="en-US"/>
        </a:p>
      </dgm:t>
    </dgm:pt>
    <dgm:pt modelId="{45205F21-CFA6-44A7-BD3D-1B08CC0E3181}" type="sibTrans" cxnId="{F85FDFB1-888C-4E2D-BD85-4235AB16CAA9}">
      <dgm:prSet/>
      <dgm:spPr/>
      <dgm:t>
        <a:bodyPr/>
        <a:lstStyle/>
        <a:p>
          <a:endParaRPr lang="en-US"/>
        </a:p>
      </dgm:t>
    </dgm:pt>
    <dgm:pt modelId="{A198EA1C-E366-4834-8F88-726346C815AC}">
      <dgm:prSet/>
      <dgm:spPr/>
      <dgm:t>
        <a:bodyPr/>
        <a:lstStyle/>
        <a:p>
          <a:pPr>
            <a:defRPr b="1"/>
          </a:pPr>
          <a:r>
            <a:rPr lang="en-US">
              <a:latin typeface="Times New Roman"/>
              <a:cs typeface="Times New Roman"/>
            </a:rPr>
            <a:t>Spring 2023</a:t>
          </a:r>
        </a:p>
      </dgm:t>
    </dgm:pt>
    <dgm:pt modelId="{E5F85E8F-37B2-4F6C-9517-2C0FBE3AA0E1}" type="parTrans" cxnId="{BC366DFA-C300-40AA-B13A-7CA489AE1744}">
      <dgm:prSet/>
      <dgm:spPr/>
      <dgm:t>
        <a:bodyPr/>
        <a:lstStyle/>
        <a:p>
          <a:endParaRPr lang="en-US"/>
        </a:p>
      </dgm:t>
    </dgm:pt>
    <dgm:pt modelId="{6531A206-43B4-42E9-A47B-F60915E9CE94}" type="sibTrans" cxnId="{BC366DFA-C300-40AA-B13A-7CA489AE1744}">
      <dgm:prSet/>
      <dgm:spPr/>
      <dgm:t>
        <a:bodyPr/>
        <a:lstStyle/>
        <a:p>
          <a:endParaRPr lang="en-US"/>
        </a:p>
      </dgm:t>
    </dgm:pt>
    <dgm:pt modelId="{1932C65C-F5E4-4014-A904-1E207B147B00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Semester 3 (Spring 2023): 10% increase in participation from semester 2 in social media sites.</a:t>
          </a:r>
        </a:p>
      </dgm:t>
    </dgm:pt>
    <dgm:pt modelId="{B7BBE218-A2CC-40C0-A1B5-E919DE01F093}" type="parTrans" cxnId="{07A885A3-7BF8-43DF-88CA-C0D0D5C17ABB}">
      <dgm:prSet/>
      <dgm:spPr/>
      <dgm:t>
        <a:bodyPr/>
        <a:lstStyle/>
        <a:p>
          <a:endParaRPr lang="en-US"/>
        </a:p>
      </dgm:t>
    </dgm:pt>
    <dgm:pt modelId="{3D34A35D-E5D4-4496-AE87-58AA6BD4F9DF}" type="sibTrans" cxnId="{07A885A3-7BF8-43DF-88CA-C0D0D5C17ABB}">
      <dgm:prSet/>
      <dgm:spPr/>
      <dgm:t>
        <a:bodyPr/>
        <a:lstStyle/>
        <a:p>
          <a:endParaRPr lang="en-US"/>
        </a:p>
      </dgm:t>
    </dgm:pt>
    <dgm:pt modelId="{AC2F2214-CDAB-47F3-9116-AAF1A4E892C5}">
      <dgm:prSet/>
      <dgm:spPr/>
      <dgm:t>
        <a:bodyPr/>
        <a:lstStyle/>
        <a:p>
          <a:pPr>
            <a:defRPr b="1"/>
          </a:pPr>
          <a:r>
            <a:rPr lang="en-US">
              <a:latin typeface="Times New Roman"/>
              <a:cs typeface="Times New Roman"/>
            </a:rPr>
            <a:t>Fall 2023</a:t>
          </a:r>
        </a:p>
      </dgm:t>
    </dgm:pt>
    <dgm:pt modelId="{740C7591-8E82-4879-A2E3-1B3F8881597A}" type="parTrans" cxnId="{A4F54EE2-AF75-4473-B3BF-1E753134F2E8}">
      <dgm:prSet/>
      <dgm:spPr/>
      <dgm:t>
        <a:bodyPr/>
        <a:lstStyle/>
        <a:p>
          <a:endParaRPr lang="en-US"/>
        </a:p>
      </dgm:t>
    </dgm:pt>
    <dgm:pt modelId="{7372F16F-B3F3-4CD3-B045-9DDA234AF30C}" type="sibTrans" cxnId="{A4F54EE2-AF75-4473-B3BF-1E753134F2E8}">
      <dgm:prSet/>
      <dgm:spPr/>
      <dgm:t>
        <a:bodyPr/>
        <a:lstStyle/>
        <a:p>
          <a:endParaRPr lang="en-US"/>
        </a:p>
      </dgm:t>
    </dgm:pt>
    <dgm:pt modelId="{5546813F-A875-4439-94C1-1DB38CBED411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Semester 4 (Fall 2023): 10% increase in participation from semester 3 in social media sites.</a:t>
          </a:r>
        </a:p>
      </dgm:t>
    </dgm:pt>
    <dgm:pt modelId="{2BE674A3-9709-4F51-9FDB-599C0BD4DB03}" type="parTrans" cxnId="{1C947441-6026-45B6-8B08-8060DAD656D5}">
      <dgm:prSet/>
      <dgm:spPr/>
      <dgm:t>
        <a:bodyPr/>
        <a:lstStyle/>
        <a:p>
          <a:endParaRPr lang="en-US"/>
        </a:p>
      </dgm:t>
    </dgm:pt>
    <dgm:pt modelId="{88088F50-A3F2-4AD1-BF60-966AD65ACEE3}" type="sibTrans" cxnId="{1C947441-6026-45B6-8B08-8060DAD656D5}">
      <dgm:prSet/>
      <dgm:spPr/>
      <dgm:t>
        <a:bodyPr/>
        <a:lstStyle/>
        <a:p>
          <a:endParaRPr lang="en-US"/>
        </a:p>
      </dgm:t>
    </dgm:pt>
    <dgm:pt modelId="{922D2C4C-F237-41A5-B5CE-023492063F17}" type="pres">
      <dgm:prSet presAssocID="{71355B77-8D61-4215-B379-C5FD48A5574F}" presName="root" presStyleCnt="0">
        <dgm:presLayoutVars>
          <dgm:chMax/>
          <dgm:chPref/>
          <dgm:animLvl val="lvl"/>
        </dgm:presLayoutVars>
      </dgm:prSet>
      <dgm:spPr/>
    </dgm:pt>
    <dgm:pt modelId="{0D78D64F-7622-4576-846F-405603302663}" type="pres">
      <dgm:prSet presAssocID="{71355B77-8D61-4215-B379-C5FD48A5574F}" presName="divider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4AEE3EEF-FDB1-4A40-B7E0-C2117AA68267}" type="pres">
      <dgm:prSet presAssocID="{71355B77-8D61-4215-B379-C5FD48A5574F}" presName="nodes" presStyleCnt="0">
        <dgm:presLayoutVars>
          <dgm:chMax/>
          <dgm:chPref/>
          <dgm:animLvl val="lvl"/>
        </dgm:presLayoutVars>
      </dgm:prSet>
      <dgm:spPr/>
    </dgm:pt>
    <dgm:pt modelId="{C834C1FA-8C6F-41E4-8337-48C13C760F3E}" type="pres">
      <dgm:prSet presAssocID="{C9517D0C-2197-49E1-AD2C-E7543F50062D}" presName="composite" presStyleCnt="0"/>
      <dgm:spPr/>
    </dgm:pt>
    <dgm:pt modelId="{EF9EB818-BEC2-4C09-A66A-7388AC4B44A3}" type="pres">
      <dgm:prSet presAssocID="{C9517D0C-2197-49E1-AD2C-E7543F50062D}" presName="ConnectorPoint" presStyleLbl="lnNode1" presStyleIdx="0" presStyleCnt="3"/>
      <dgm:spPr>
        <a:gradFill rotWithShape="0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BEE4A2ED-2745-4378-8FA6-33DB95BBB2E2}" type="pres">
      <dgm:prSet presAssocID="{C9517D0C-2197-49E1-AD2C-E7543F50062D}" presName="DropPinPlaceHolder" presStyleCnt="0"/>
      <dgm:spPr/>
    </dgm:pt>
    <dgm:pt modelId="{BD11E17E-6DF9-47FF-9FB2-1410E8959AEC}" type="pres">
      <dgm:prSet presAssocID="{C9517D0C-2197-49E1-AD2C-E7543F50062D}" presName="DropPin" presStyleLbl="alignNode1" presStyleIdx="0" presStyleCnt="3"/>
      <dgm:spPr/>
    </dgm:pt>
    <dgm:pt modelId="{5A596EBA-34D0-4737-A556-D2ED95568D80}" type="pres">
      <dgm:prSet presAssocID="{C9517D0C-2197-49E1-AD2C-E7543F50062D}" presName="Ellipse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88C4D9EE-523E-4CB9-902B-6F7C7CE1FF0F}" type="pres">
      <dgm:prSet presAssocID="{C9517D0C-2197-49E1-AD2C-E7543F50062D}" presName="L2TextContainer" presStyleLbl="revTx" presStyleIdx="0" presStyleCnt="6">
        <dgm:presLayoutVars>
          <dgm:bulletEnabled val="1"/>
        </dgm:presLayoutVars>
      </dgm:prSet>
      <dgm:spPr/>
    </dgm:pt>
    <dgm:pt modelId="{266B1524-8C87-47B3-B8BE-E21650072780}" type="pres">
      <dgm:prSet presAssocID="{C9517D0C-2197-49E1-AD2C-E7543F50062D}" presName="L1TextContainer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EA62D250-FA8F-478B-97DE-DE822BA5EC4B}" type="pres">
      <dgm:prSet presAssocID="{C9517D0C-2197-49E1-AD2C-E7543F50062D}" presName="ConnectLine" presStyleLbl="sibTrans1D1" presStyleIdx="0" presStyleCnt="3"/>
      <dgm:spPr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816B5270-EA4B-49E1-9EF2-96C5F74AA5AB}" type="pres">
      <dgm:prSet presAssocID="{C9517D0C-2197-49E1-AD2C-E7543F50062D}" presName="EmptyPlaceHolder" presStyleCnt="0"/>
      <dgm:spPr/>
    </dgm:pt>
    <dgm:pt modelId="{1B953DE8-5DE6-44F0-BB75-021CE2C32C4B}" type="pres">
      <dgm:prSet presAssocID="{2506DA8F-9D6A-49EF-B58F-BC755F26C034}" presName="spaceBetweenRectangles" presStyleCnt="0"/>
      <dgm:spPr/>
    </dgm:pt>
    <dgm:pt modelId="{5D692AA6-3668-4969-AD34-821EDF74FFB7}" type="pres">
      <dgm:prSet presAssocID="{A198EA1C-E366-4834-8F88-726346C815AC}" presName="composite" presStyleCnt="0"/>
      <dgm:spPr/>
    </dgm:pt>
    <dgm:pt modelId="{8BB0F60B-F21C-4C16-8711-715462B8CFEB}" type="pres">
      <dgm:prSet presAssocID="{A198EA1C-E366-4834-8F88-726346C815AC}" presName="ConnectorPoint" presStyleLbl="lnNode1" presStyleIdx="1" presStyleCnt="3"/>
      <dgm:spPr>
        <a:gradFill rotWithShape="0">
          <a:gsLst>
            <a:gs pos="0">
              <a:schemeClr val="accent3">
                <a:satMod val="103000"/>
                <a:lumMod val="102000"/>
                <a:tint val="94000"/>
              </a:schemeClr>
            </a:gs>
            <a:gs pos="50000">
              <a:schemeClr val="accent3">
                <a:satMod val="110000"/>
                <a:lumMod val="100000"/>
                <a:shade val="100000"/>
              </a:schemeClr>
            </a:gs>
            <a:gs pos="100000">
              <a:schemeClr val="accent3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2880F31C-ACCB-44B1-99B1-C9F14DFB8E3A}" type="pres">
      <dgm:prSet presAssocID="{A198EA1C-E366-4834-8F88-726346C815AC}" presName="DropPinPlaceHolder" presStyleCnt="0"/>
      <dgm:spPr/>
    </dgm:pt>
    <dgm:pt modelId="{CC8D2DF7-8E77-4D34-85B6-52214A74FF49}" type="pres">
      <dgm:prSet presAssocID="{A198EA1C-E366-4834-8F88-726346C815AC}" presName="DropPin" presStyleLbl="alignNode1" presStyleIdx="1" presStyleCnt="3"/>
      <dgm:spPr/>
    </dgm:pt>
    <dgm:pt modelId="{1FDF1208-F38E-4579-AC96-4501D6A8ABA6}" type="pres">
      <dgm:prSet presAssocID="{A198EA1C-E366-4834-8F88-726346C815AC}" presName="Ellipse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6A99BCE9-860D-449D-9AA0-7F6F8D19F20A}" type="pres">
      <dgm:prSet presAssocID="{A198EA1C-E366-4834-8F88-726346C815AC}" presName="L2TextContainer" presStyleLbl="revTx" presStyleIdx="2" presStyleCnt="6">
        <dgm:presLayoutVars>
          <dgm:bulletEnabled val="1"/>
        </dgm:presLayoutVars>
      </dgm:prSet>
      <dgm:spPr/>
    </dgm:pt>
    <dgm:pt modelId="{DF3F78B2-0D1A-45DF-BB1D-66B02746C489}" type="pres">
      <dgm:prSet presAssocID="{A198EA1C-E366-4834-8F88-726346C815AC}" presName="L1TextContainer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463F75E4-1EBC-4FB8-A9AA-8F1C6FD884FB}" type="pres">
      <dgm:prSet presAssocID="{A198EA1C-E366-4834-8F88-726346C815AC}" presName="ConnectLine" presStyleLbl="sibTrans1D1" presStyleIdx="1" presStyleCnt="3"/>
      <dgm:spPr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60082C45-EAF0-4369-BD96-B719F7C845D5}" type="pres">
      <dgm:prSet presAssocID="{A198EA1C-E366-4834-8F88-726346C815AC}" presName="EmptyPlaceHolder" presStyleCnt="0"/>
      <dgm:spPr/>
    </dgm:pt>
    <dgm:pt modelId="{3E27D644-8FB3-4080-A133-1E07FCEE6D7C}" type="pres">
      <dgm:prSet presAssocID="{6531A206-43B4-42E9-A47B-F60915E9CE94}" presName="spaceBetweenRectangles" presStyleCnt="0"/>
      <dgm:spPr/>
    </dgm:pt>
    <dgm:pt modelId="{5B74001F-2163-4930-8668-2F0618F0C5D5}" type="pres">
      <dgm:prSet presAssocID="{AC2F2214-CDAB-47F3-9116-AAF1A4E892C5}" presName="composite" presStyleCnt="0"/>
      <dgm:spPr/>
    </dgm:pt>
    <dgm:pt modelId="{44078FB7-7E93-4698-8139-E60295F88D78}" type="pres">
      <dgm:prSet presAssocID="{AC2F2214-CDAB-47F3-9116-AAF1A4E892C5}" presName="ConnectorPoint" presStyleLbl="lnNode1" presStyleIdx="2" presStyleCnt="3"/>
      <dgm:spPr>
        <a:gradFill rotWithShape="0">
          <a:gsLst>
            <a:gs pos="0">
              <a:schemeClr val="accent4">
                <a:satMod val="103000"/>
                <a:lumMod val="102000"/>
                <a:tint val="94000"/>
              </a:schemeClr>
            </a:gs>
            <a:gs pos="50000">
              <a:schemeClr val="accent4">
                <a:satMod val="110000"/>
                <a:lumMod val="100000"/>
                <a:shade val="100000"/>
              </a:schemeClr>
            </a:gs>
            <a:gs pos="100000">
              <a:schemeClr val="accent4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4BA2F341-D3E6-4433-8D23-24E1FBAA87DC}" type="pres">
      <dgm:prSet presAssocID="{AC2F2214-CDAB-47F3-9116-AAF1A4E892C5}" presName="DropPinPlaceHolder" presStyleCnt="0"/>
      <dgm:spPr/>
    </dgm:pt>
    <dgm:pt modelId="{5041F93F-D9CB-4552-B80B-F436B666DA48}" type="pres">
      <dgm:prSet presAssocID="{AC2F2214-CDAB-47F3-9116-AAF1A4E892C5}" presName="DropPin" presStyleLbl="alignNode1" presStyleIdx="2" presStyleCnt="3"/>
      <dgm:spPr/>
    </dgm:pt>
    <dgm:pt modelId="{18FECCAC-913D-4017-845C-31DC3E0A71EF}" type="pres">
      <dgm:prSet presAssocID="{AC2F2214-CDAB-47F3-9116-AAF1A4E892C5}" presName="Ellipse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9C7CA109-AE32-4B99-A6CE-0EE9606D3531}" type="pres">
      <dgm:prSet presAssocID="{AC2F2214-CDAB-47F3-9116-AAF1A4E892C5}" presName="L2TextContainer" presStyleLbl="revTx" presStyleIdx="4" presStyleCnt="6">
        <dgm:presLayoutVars>
          <dgm:bulletEnabled val="1"/>
        </dgm:presLayoutVars>
      </dgm:prSet>
      <dgm:spPr/>
    </dgm:pt>
    <dgm:pt modelId="{ACCFDD07-167C-41CF-BEE8-A88DB519A058}" type="pres">
      <dgm:prSet presAssocID="{AC2F2214-CDAB-47F3-9116-AAF1A4E892C5}" presName="L1TextContainer" presStyleLbl="revTx" presStyleIdx="5" presStyleCnt="6">
        <dgm:presLayoutVars>
          <dgm:chMax val="1"/>
          <dgm:chPref val="1"/>
          <dgm:bulletEnabled val="1"/>
        </dgm:presLayoutVars>
      </dgm:prSet>
      <dgm:spPr/>
    </dgm:pt>
    <dgm:pt modelId="{3DF51CEB-6B42-4039-B9B3-67788851BC48}" type="pres">
      <dgm:prSet presAssocID="{AC2F2214-CDAB-47F3-9116-AAF1A4E892C5}" presName="ConnectLine" presStyleLbl="sibTrans1D1" presStyleIdx="2" presStyleCnt="3"/>
      <dgm:spPr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047C95E4-D88C-4CA3-92A0-40DFE786EC61}" type="pres">
      <dgm:prSet presAssocID="{AC2F2214-CDAB-47F3-9116-AAF1A4E892C5}" presName="EmptyPlaceHolder" presStyleCnt="0"/>
      <dgm:spPr/>
    </dgm:pt>
  </dgm:ptLst>
  <dgm:cxnLst>
    <dgm:cxn modelId="{D788E51C-E253-41A2-9148-DA26E6E4A858}" type="presOf" srcId="{A198EA1C-E366-4834-8F88-726346C815AC}" destId="{DF3F78B2-0D1A-45DF-BB1D-66B02746C489}" srcOrd="0" destOrd="0" presId="urn:microsoft.com/office/officeart/2017/3/layout/DropPinTimeline"/>
    <dgm:cxn modelId="{1C947441-6026-45B6-8B08-8060DAD656D5}" srcId="{AC2F2214-CDAB-47F3-9116-AAF1A4E892C5}" destId="{5546813F-A875-4439-94C1-1DB38CBED411}" srcOrd="0" destOrd="0" parTransId="{2BE674A3-9709-4F51-9FDB-599C0BD4DB03}" sibTransId="{88088F50-A3F2-4AD1-BF60-966AD65ACEE3}"/>
    <dgm:cxn modelId="{083F4B42-6569-4BC4-8173-ADE5A012237C}" type="presOf" srcId="{38C007D0-ED9D-4D38-AC07-E098C4C2A671}" destId="{88C4D9EE-523E-4CB9-902B-6F7C7CE1FF0F}" srcOrd="0" destOrd="0" presId="urn:microsoft.com/office/officeart/2017/3/layout/DropPinTimeline"/>
    <dgm:cxn modelId="{2C08A048-66B8-45A5-A91F-FD0794861DD7}" type="presOf" srcId="{AC2F2214-CDAB-47F3-9116-AAF1A4E892C5}" destId="{ACCFDD07-167C-41CF-BEE8-A88DB519A058}" srcOrd="0" destOrd="0" presId="urn:microsoft.com/office/officeart/2017/3/layout/DropPinTimeline"/>
    <dgm:cxn modelId="{2C01B55F-C314-4961-8B3B-BE179BC08220}" type="presOf" srcId="{71355B77-8D61-4215-B379-C5FD48A5574F}" destId="{922D2C4C-F237-41A5-B5CE-023492063F17}" srcOrd="0" destOrd="0" presId="urn:microsoft.com/office/officeart/2017/3/layout/DropPinTimeline"/>
    <dgm:cxn modelId="{37C3569A-E11A-42CF-8C6F-E5CBEFFE621C}" srcId="{71355B77-8D61-4215-B379-C5FD48A5574F}" destId="{C9517D0C-2197-49E1-AD2C-E7543F50062D}" srcOrd="0" destOrd="0" parTransId="{D46EFACE-2446-4BAB-9189-E1FA6A7A4DCD}" sibTransId="{2506DA8F-9D6A-49EF-B58F-BC755F26C034}"/>
    <dgm:cxn modelId="{07A885A3-7BF8-43DF-88CA-C0D0D5C17ABB}" srcId="{A198EA1C-E366-4834-8F88-726346C815AC}" destId="{1932C65C-F5E4-4014-A904-1E207B147B00}" srcOrd="0" destOrd="0" parTransId="{B7BBE218-A2CC-40C0-A1B5-E919DE01F093}" sibTransId="{3D34A35D-E5D4-4496-AE87-58AA6BD4F9DF}"/>
    <dgm:cxn modelId="{F85FDFB1-888C-4E2D-BD85-4235AB16CAA9}" srcId="{C9517D0C-2197-49E1-AD2C-E7543F50062D}" destId="{38C007D0-ED9D-4D38-AC07-E098C4C2A671}" srcOrd="0" destOrd="0" parTransId="{E05FB145-3240-4069-A27F-86E6BDBCA689}" sibTransId="{45205F21-CFA6-44A7-BD3D-1B08CC0E3181}"/>
    <dgm:cxn modelId="{FD618FCF-C266-4438-BB42-79F79A12420A}" type="presOf" srcId="{C9517D0C-2197-49E1-AD2C-E7543F50062D}" destId="{266B1524-8C87-47B3-B8BE-E21650072780}" srcOrd="0" destOrd="0" presId="urn:microsoft.com/office/officeart/2017/3/layout/DropPinTimeline"/>
    <dgm:cxn modelId="{A4F54EE2-AF75-4473-B3BF-1E753134F2E8}" srcId="{71355B77-8D61-4215-B379-C5FD48A5574F}" destId="{AC2F2214-CDAB-47F3-9116-AAF1A4E892C5}" srcOrd="2" destOrd="0" parTransId="{740C7591-8E82-4879-A2E3-1B3F8881597A}" sibTransId="{7372F16F-B3F3-4CD3-B045-9DDA234AF30C}"/>
    <dgm:cxn modelId="{FBD0A0ED-BFD5-4847-811F-29AC77902EF4}" type="presOf" srcId="{5546813F-A875-4439-94C1-1DB38CBED411}" destId="{9C7CA109-AE32-4B99-A6CE-0EE9606D3531}" srcOrd="0" destOrd="0" presId="urn:microsoft.com/office/officeart/2017/3/layout/DropPinTimeline"/>
    <dgm:cxn modelId="{3E9305F8-7C2B-402E-B9CF-7E3121C45279}" type="presOf" srcId="{1932C65C-F5E4-4014-A904-1E207B147B00}" destId="{6A99BCE9-860D-449D-9AA0-7F6F8D19F20A}" srcOrd="0" destOrd="0" presId="urn:microsoft.com/office/officeart/2017/3/layout/DropPinTimeline"/>
    <dgm:cxn modelId="{BC366DFA-C300-40AA-B13A-7CA489AE1744}" srcId="{71355B77-8D61-4215-B379-C5FD48A5574F}" destId="{A198EA1C-E366-4834-8F88-726346C815AC}" srcOrd="1" destOrd="0" parTransId="{E5F85E8F-37B2-4F6C-9517-2C0FBE3AA0E1}" sibTransId="{6531A206-43B4-42E9-A47B-F60915E9CE94}"/>
    <dgm:cxn modelId="{72FD1DB9-FAAD-4DC3-BCD6-762D5D2150E4}" type="presParOf" srcId="{922D2C4C-F237-41A5-B5CE-023492063F17}" destId="{0D78D64F-7622-4576-846F-405603302663}" srcOrd="0" destOrd="0" presId="urn:microsoft.com/office/officeart/2017/3/layout/DropPinTimeline"/>
    <dgm:cxn modelId="{2E12BE3E-4E67-4F4A-8584-B2A1903214A5}" type="presParOf" srcId="{922D2C4C-F237-41A5-B5CE-023492063F17}" destId="{4AEE3EEF-FDB1-4A40-B7E0-C2117AA68267}" srcOrd="1" destOrd="0" presId="urn:microsoft.com/office/officeart/2017/3/layout/DropPinTimeline"/>
    <dgm:cxn modelId="{4D79715F-4745-4D08-9A92-A0D5C397B63A}" type="presParOf" srcId="{4AEE3EEF-FDB1-4A40-B7E0-C2117AA68267}" destId="{C834C1FA-8C6F-41E4-8337-48C13C760F3E}" srcOrd="0" destOrd="0" presId="urn:microsoft.com/office/officeart/2017/3/layout/DropPinTimeline"/>
    <dgm:cxn modelId="{1E4314E9-0783-4AD7-A99C-EB12C99E4FB9}" type="presParOf" srcId="{C834C1FA-8C6F-41E4-8337-48C13C760F3E}" destId="{EF9EB818-BEC2-4C09-A66A-7388AC4B44A3}" srcOrd="0" destOrd="0" presId="urn:microsoft.com/office/officeart/2017/3/layout/DropPinTimeline"/>
    <dgm:cxn modelId="{375F59D3-18A6-44CA-A552-C9D5E11DB992}" type="presParOf" srcId="{C834C1FA-8C6F-41E4-8337-48C13C760F3E}" destId="{BEE4A2ED-2745-4378-8FA6-33DB95BBB2E2}" srcOrd="1" destOrd="0" presId="urn:microsoft.com/office/officeart/2017/3/layout/DropPinTimeline"/>
    <dgm:cxn modelId="{CEC3E55A-C1C7-4258-982B-739F18CD2931}" type="presParOf" srcId="{BEE4A2ED-2745-4378-8FA6-33DB95BBB2E2}" destId="{BD11E17E-6DF9-47FF-9FB2-1410E8959AEC}" srcOrd="0" destOrd="0" presId="urn:microsoft.com/office/officeart/2017/3/layout/DropPinTimeline"/>
    <dgm:cxn modelId="{F1FAADC2-5F3B-4A8C-A5BF-85208DEF16B1}" type="presParOf" srcId="{BEE4A2ED-2745-4378-8FA6-33DB95BBB2E2}" destId="{5A596EBA-34D0-4737-A556-D2ED95568D80}" srcOrd="1" destOrd="0" presId="urn:microsoft.com/office/officeart/2017/3/layout/DropPinTimeline"/>
    <dgm:cxn modelId="{5FD5868A-6700-4F32-8CC4-5B4102AB85B4}" type="presParOf" srcId="{C834C1FA-8C6F-41E4-8337-48C13C760F3E}" destId="{88C4D9EE-523E-4CB9-902B-6F7C7CE1FF0F}" srcOrd="2" destOrd="0" presId="urn:microsoft.com/office/officeart/2017/3/layout/DropPinTimeline"/>
    <dgm:cxn modelId="{E93C262A-B8F7-48E9-BFC6-50BFCB044FDB}" type="presParOf" srcId="{C834C1FA-8C6F-41E4-8337-48C13C760F3E}" destId="{266B1524-8C87-47B3-B8BE-E21650072780}" srcOrd="3" destOrd="0" presId="urn:microsoft.com/office/officeart/2017/3/layout/DropPinTimeline"/>
    <dgm:cxn modelId="{817D2D98-AF5C-4DEA-A286-912BC040736D}" type="presParOf" srcId="{C834C1FA-8C6F-41E4-8337-48C13C760F3E}" destId="{EA62D250-FA8F-478B-97DE-DE822BA5EC4B}" srcOrd="4" destOrd="0" presId="urn:microsoft.com/office/officeart/2017/3/layout/DropPinTimeline"/>
    <dgm:cxn modelId="{7A6A1285-1541-4EF4-A22D-28A177EBC3B1}" type="presParOf" srcId="{C834C1FA-8C6F-41E4-8337-48C13C760F3E}" destId="{816B5270-EA4B-49E1-9EF2-96C5F74AA5AB}" srcOrd="5" destOrd="0" presId="urn:microsoft.com/office/officeart/2017/3/layout/DropPinTimeline"/>
    <dgm:cxn modelId="{84360672-6449-4DC6-8C48-B26897367155}" type="presParOf" srcId="{4AEE3EEF-FDB1-4A40-B7E0-C2117AA68267}" destId="{1B953DE8-5DE6-44F0-BB75-021CE2C32C4B}" srcOrd="1" destOrd="0" presId="urn:microsoft.com/office/officeart/2017/3/layout/DropPinTimeline"/>
    <dgm:cxn modelId="{57BD212E-F0F0-4CEE-99C0-F2405FE108DC}" type="presParOf" srcId="{4AEE3EEF-FDB1-4A40-B7E0-C2117AA68267}" destId="{5D692AA6-3668-4969-AD34-821EDF74FFB7}" srcOrd="2" destOrd="0" presId="urn:microsoft.com/office/officeart/2017/3/layout/DropPinTimeline"/>
    <dgm:cxn modelId="{D85B45BE-5367-4CF1-86DC-CDEC36CA00E4}" type="presParOf" srcId="{5D692AA6-3668-4969-AD34-821EDF74FFB7}" destId="{8BB0F60B-F21C-4C16-8711-715462B8CFEB}" srcOrd="0" destOrd="0" presId="urn:microsoft.com/office/officeart/2017/3/layout/DropPinTimeline"/>
    <dgm:cxn modelId="{3E1CED00-1A41-4009-AAAC-AA6A05C1ED7F}" type="presParOf" srcId="{5D692AA6-3668-4969-AD34-821EDF74FFB7}" destId="{2880F31C-ACCB-44B1-99B1-C9F14DFB8E3A}" srcOrd="1" destOrd="0" presId="urn:microsoft.com/office/officeart/2017/3/layout/DropPinTimeline"/>
    <dgm:cxn modelId="{06689A98-F208-4EB9-85EE-8D8794140B51}" type="presParOf" srcId="{2880F31C-ACCB-44B1-99B1-C9F14DFB8E3A}" destId="{CC8D2DF7-8E77-4D34-85B6-52214A74FF49}" srcOrd="0" destOrd="0" presId="urn:microsoft.com/office/officeart/2017/3/layout/DropPinTimeline"/>
    <dgm:cxn modelId="{67B9600F-06D9-4CB3-B9DB-2F76D495D410}" type="presParOf" srcId="{2880F31C-ACCB-44B1-99B1-C9F14DFB8E3A}" destId="{1FDF1208-F38E-4579-AC96-4501D6A8ABA6}" srcOrd="1" destOrd="0" presId="urn:microsoft.com/office/officeart/2017/3/layout/DropPinTimeline"/>
    <dgm:cxn modelId="{ABA35D93-4D38-441D-BFB1-46CA92B5BC77}" type="presParOf" srcId="{5D692AA6-3668-4969-AD34-821EDF74FFB7}" destId="{6A99BCE9-860D-449D-9AA0-7F6F8D19F20A}" srcOrd="2" destOrd="0" presId="urn:microsoft.com/office/officeart/2017/3/layout/DropPinTimeline"/>
    <dgm:cxn modelId="{494CDF33-9EF4-44A7-8381-1E02310F5BCA}" type="presParOf" srcId="{5D692AA6-3668-4969-AD34-821EDF74FFB7}" destId="{DF3F78B2-0D1A-45DF-BB1D-66B02746C489}" srcOrd="3" destOrd="0" presId="urn:microsoft.com/office/officeart/2017/3/layout/DropPinTimeline"/>
    <dgm:cxn modelId="{6CE221B6-55E3-4F27-84C9-33935D8BDF3A}" type="presParOf" srcId="{5D692AA6-3668-4969-AD34-821EDF74FFB7}" destId="{463F75E4-1EBC-4FB8-A9AA-8F1C6FD884FB}" srcOrd="4" destOrd="0" presId="urn:microsoft.com/office/officeart/2017/3/layout/DropPinTimeline"/>
    <dgm:cxn modelId="{FBC56470-F209-46A7-A8E5-0F6E193FE12F}" type="presParOf" srcId="{5D692AA6-3668-4969-AD34-821EDF74FFB7}" destId="{60082C45-EAF0-4369-BD96-B719F7C845D5}" srcOrd="5" destOrd="0" presId="urn:microsoft.com/office/officeart/2017/3/layout/DropPinTimeline"/>
    <dgm:cxn modelId="{DA8C0AB1-C0E2-4BB7-8A40-49997FBBFD2F}" type="presParOf" srcId="{4AEE3EEF-FDB1-4A40-B7E0-C2117AA68267}" destId="{3E27D644-8FB3-4080-A133-1E07FCEE6D7C}" srcOrd="3" destOrd="0" presId="urn:microsoft.com/office/officeart/2017/3/layout/DropPinTimeline"/>
    <dgm:cxn modelId="{4CC2007C-1A5C-40E3-9A2A-E7D0F291F182}" type="presParOf" srcId="{4AEE3EEF-FDB1-4A40-B7E0-C2117AA68267}" destId="{5B74001F-2163-4930-8668-2F0618F0C5D5}" srcOrd="4" destOrd="0" presId="urn:microsoft.com/office/officeart/2017/3/layout/DropPinTimeline"/>
    <dgm:cxn modelId="{90E99778-F6F9-4647-A790-BAEAC230B6E7}" type="presParOf" srcId="{5B74001F-2163-4930-8668-2F0618F0C5D5}" destId="{44078FB7-7E93-4698-8139-E60295F88D78}" srcOrd="0" destOrd="0" presId="urn:microsoft.com/office/officeart/2017/3/layout/DropPinTimeline"/>
    <dgm:cxn modelId="{517BA63F-2A30-454E-9BED-752B1BC79FE6}" type="presParOf" srcId="{5B74001F-2163-4930-8668-2F0618F0C5D5}" destId="{4BA2F341-D3E6-4433-8D23-24E1FBAA87DC}" srcOrd="1" destOrd="0" presId="urn:microsoft.com/office/officeart/2017/3/layout/DropPinTimeline"/>
    <dgm:cxn modelId="{DD8CB480-7F57-47DC-923A-07331EFA51B0}" type="presParOf" srcId="{4BA2F341-D3E6-4433-8D23-24E1FBAA87DC}" destId="{5041F93F-D9CB-4552-B80B-F436B666DA48}" srcOrd="0" destOrd="0" presId="urn:microsoft.com/office/officeart/2017/3/layout/DropPinTimeline"/>
    <dgm:cxn modelId="{980D04E3-6031-4D1D-B779-2F14610B1847}" type="presParOf" srcId="{4BA2F341-D3E6-4433-8D23-24E1FBAA87DC}" destId="{18FECCAC-913D-4017-845C-31DC3E0A71EF}" srcOrd="1" destOrd="0" presId="urn:microsoft.com/office/officeart/2017/3/layout/DropPinTimeline"/>
    <dgm:cxn modelId="{F9538731-0088-4128-9B64-47DC726E59DA}" type="presParOf" srcId="{5B74001F-2163-4930-8668-2F0618F0C5D5}" destId="{9C7CA109-AE32-4B99-A6CE-0EE9606D3531}" srcOrd="2" destOrd="0" presId="urn:microsoft.com/office/officeart/2017/3/layout/DropPinTimeline"/>
    <dgm:cxn modelId="{10AFAF91-F2BC-46E8-BAA5-8ECBC6E75296}" type="presParOf" srcId="{5B74001F-2163-4930-8668-2F0618F0C5D5}" destId="{ACCFDD07-167C-41CF-BEE8-A88DB519A058}" srcOrd="3" destOrd="0" presId="urn:microsoft.com/office/officeart/2017/3/layout/DropPinTimeline"/>
    <dgm:cxn modelId="{7C71492C-32BE-4ADA-894F-5D46285FDAD9}" type="presParOf" srcId="{5B74001F-2163-4930-8668-2F0618F0C5D5}" destId="{3DF51CEB-6B42-4039-B9B3-67788851BC48}" srcOrd="4" destOrd="0" presId="urn:microsoft.com/office/officeart/2017/3/layout/DropPinTimeline"/>
    <dgm:cxn modelId="{703CA68B-2259-4520-AFBE-C482248943B9}" type="presParOf" srcId="{5B74001F-2163-4930-8668-2F0618F0C5D5}" destId="{047C95E4-D88C-4CA3-92A0-40DFE786EC61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5D5B6E0-6F15-4992-99DD-793DC71E98FF}" type="doc">
      <dgm:prSet loTypeId="urn:microsoft.com/office/officeart/2016/7/layout/Horizontal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DD62E92-005F-42F7-8DF6-FA211F33F02B}">
      <dgm:prSet phldr="0"/>
      <dgm:spPr/>
      <dgm:t>
        <a:bodyPr/>
        <a:lstStyle/>
        <a:p>
          <a:r>
            <a:rPr lang="en-US">
              <a:latin typeface="Times New Roman"/>
              <a:cs typeface="Times New Roman"/>
            </a:rPr>
            <a:t>1</a:t>
          </a:r>
        </a:p>
      </dgm:t>
    </dgm:pt>
    <dgm:pt modelId="{0AF04E2E-32A6-4184-866F-01D2744A9815}" type="parTrans" cxnId="{7D312424-F32D-4CBA-88CF-998E016AAFDD}">
      <dgm:prSet/>
      <dgm:spPr/>
      <dgm:t>
        <a:bodyPr/>
        <a:lstStyle/>
        <a:p>
          <a:endParaRPr lang="en-US"/>
        </a:p>
      </dgm:t>
    </dgm:pt>
    <dgm:pt modelId="{163EA0DE-60AD-4177-B02F-49E826D01655}" type="sibTrans" cxnId="{7D312424-F32D-4CBA-88CF-998E016AAFDD}">
      <dgm:prSet/>
      <dgm:spPr/>
      <dgm:t>
        <a:bodyPr/>
        <a:lstStyle/>
        <a:p>
          <a:endParaRPr lang="en-US"/>
        </a:p>
      </dgm:t>
    </dgm:pt>
    <dgm:pt modelId="{F0C009C4-55DE-446F-9899-5F21CE853500}">
      <dgm:prSet/>
      <dgm:spPr/>
      <dgm:t>
        <a:bodyPr/>
        <a:lstStyle/>
        <a:p>
          <a:pPr rtl="0"/>
          <a:r>
            <a:rPr lang="en-US">
              <a:latin typeface="Times New Roman"/>
              <a:cs typeface="Times New Roman"/>
            </a:rPr>
            <a:t>Identify curriculum content for different sections in the PS.</a:t>
          </a:r>
        </a:p>
      </dgm:t>
    </dgm:pt>
    <dgm:pt modelId="{FE30A750-C205-46A2-B8E0-D00C51CEFAC0}" type="parTrans" cxnId="{F9619C42-2535-493C-98FD-B00C4AB2645B}">
      <dgm:prSet/>
      <dgm:spPr/>
      <dgm:t>
        <a:bodyPr/>
        <a:lstStyle/>
        <a:p>
          <a:endParaRPr lang="en-US"/>
        </a:p>
      </dgm:t>
    </dgm:pt>
    <dgm:pt modelId="{8CBB4E6F-DAC4-4937-AB49-E24B10712A23}" type="sibTrans" cxnId="{F9619C42-2535-493C-98FD-B00C4AB2645B}">
      <dgm:prSet/>
      <dgm:spPr/>
      <dgm:t>
        <a:bodyPr/>
        <a:lstStyle/>
        <a:p>
          <a:endParaRPr lang="en-US"/>
        </a:p>
      </dgm:t>
    </dgm:pt>
    <dgm:pt modelId="{40CEC4A7-46F1-4B58-A5E1-4A32EACA7EF7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2</a:t>
          </a:r>
        </a:p>
      </dgm:t>
    </dgm:pt>
    <dgm:pt modelId="{ACD3C190-2182-4CB7-B816-4F8BD54DF444}" type="parTrans" cxnId="{26751BC6-A86C-47BB-B157-DA2C18AE976C}">
      <dgm:prSet/>
      <dgm:spPr/>
      <dgm:t>
        <a:bodyPr/>
        <a:lstStyle/>
        <a:p>
          <a:endParaRPr lang="en-US"/>
        </a:p>
      </dgm:t>
    </dgm:pt>
    <dgm:pt modelId="{0352AE8D-391C-44AB-B97F-07AC677C5373}" type="sibTrans" cxnId="{26751BC6-A86C-47BB-B157-DA2C18AE976C}">
      <dgm:prSet/>
      <dgm:spPr/>
      <dgm:t>
        <a:bodyPr/>
        <a:lstStyle/>
        <a:p>
          <a:endParaRPr lang="en-US"/>
        </a:p>
      </dgm:t>
    </dgm:pt>
    <dgm:pt modelId="{997F152E-96AC-404D-AAA4-D976086B8293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Examine the creation of team-taught PS courses within CIS faculty.</a:t>
          </a:r>
        </a:p>
      </dgm:t>
    </dgm:pt>
    <dgm:pt modelId="{B865C686-472B-4D73-BA7B-EFB26C3855F7}" type="parTrans" cxnId="{771B3223-12E7-48D4-B24F-BD61EA36FF96}">
      <dgm:prSet/>
      <dgm:spPr/>
      <dgm:t>
        <a:bodyPr/>
        <a:lstStyle/>
        <a:p>
          <a:endParaRPr lang="en-US"/>
        </a:p>
      </dgm:t>
    </dgm:pt>
    <dgm:pt modelId="{2FD44D8F-D4BE-4519-8136-30E4995B2AD6}" type="sibTrans" cxnId="{771B3223-12E7-48D4-B24F-BD61EA36FF96}">
      <dgm:prSet/>
      <dgm:spPr/>
      <dgm:t>
        <a:bodyPr/>
        <a:lstStyle/>
        <a:p>
          <a:endParaRPr lang="en-US"/>
        </a:p>
      </dgm:t>
    </dgm:pt>
    <dgm:pt modelId="{E054FA7B-E657-47A5-BDC9-F47026FF8C01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3</a:t>
          </a:r>
        </a:p>
      </dgm:t>
    </dgm:pt>
    <dgm:pt modelId="{2A608704-866B-4618-9EF0-3C3F5F0A5A8E}" type="parTrans" cxnId="{7CEBCF2A-6669-4260-A428-DC611FD4DDB2}">
      <dgm:prSet/>
      <dgm:spPr/>
      <dgm:t>
        <a:bodyPr/>
        <a:lstStyle/>
        <a:p>
          <a:endParaRPr lang="en-US"/>
        </a:p>
      </dgm:t>
    </dgm:pt>
    <dgm:pt modelId="{F68E0835-8C4C-495C-BB20-01298BA817DB}" type="sibTrans" cxnId="{7CEBCF2A-6669-4260-A428-DC611FD4DDB2}">
      <dgm:prSet/>
      <dgm:spPr/>
      <dgm:t>
        <a:bodyPr/>
        <a:lstStyle/>
        <a:p>
          <a:endParaRPr lang="en-US"/>
        </a:p>
      </dgm:t>
    </dgm:pt>
    <dgm:pt modelId="{EA68B53B-9AA5-4370-B8EA-583143B75C30}">
      <dgm:prSet/>
      <dgm:spPr/>
      <dgm:t>
        <a:bodyPr/>
        <a:lstStyle/>
        <a:p>
          <a:pPr rtl="0"/>
          <a:r>
            <a:rPr lang="en-US">
              <a:latin typeface="Times New Roman"/>
              <a:cs typeface="Times New Roman"/>
            </a:rPr>
            <a:t>Increase dialogue among faculty within the departments to increase awareness.</a:t>
          </a:r>
        </a:p>
      </dgm:t>
    </dgm:pt>
    <dgm:pt modelId="{62AE6DCF-D62F-4161-AB91-1BCA175DACA9}" type="parTrans" cxnId="{0DA702BD-7438-4A55-A8AE-61612EF1C870}">
      <dgm:prSet/>
      <dgm:spPr/>
      <dgm:t>
        <a:bodyPr/>
        <a:lstStyle/>
        <a:p>
          <a:endParaRPr lang="en-US"/>
        </a:p>
      </dgm:t>
    </dgm:pt>
    <dgm:pt modelId="{30B8F371-8471-467D-BBB8-1BDD2E80EE7B}" type="sibTrans" cxnId="{0DA702BD-7438-4A55-A8AE-61612EF1C870}">
      <dgm:prSet/>
      <dgm:spPr/>
      <dgm:t>
        <a:bodyPr/>
        <a:lstStyle/>
        <a:p>
          <a:endParaRPr lang="en-US"/>
        </a:p>
      </dgm:t>
    </dgm:pt>
    <dgm:pt modelId="{8578A0A9-24A5-443B-B740-C81F70B84166}" type="pres">
      <dgm:prSet presAssocID="{25D5B6E0-6F15-4992-99DD-793DC71E98FF}" presName="Name0" presStyleCnt="0">
        <dgm:presLayoutVars>
          <dgm:dir/>
          <dgm:animLvl val="lvl"/>
          <dgm:resizeHandles val="exact"/>
        </dgm:presLayoutVars>
      </dgm:prSet>
      <dgm:spPr/>
    </dgm:pt>
    <dgm:pt modelId="{D9116017-C14C-423C-A2A7-9E91EE94F411}" type="pres">
      <dgm:prSet presAssocID="{3DD62E92-005F-42F7-8DF6-FA211F33F02B}" presName="composite" presStyleCnt="0"/>
      <dgm:spPr/>
    </dgm:pt>
    <dgm:pt modelId="{BB90BB4E-8659-478E-8B47-DA2800EBF97B}" type="pres">
      <dgm:prSet presAssocID="{3DD62E92-005F-42F7-8DF6-FA211F33F02B}" presName="parTx" presStyleLbl="alignNode1" presStyleIdx="0" presStyleCnt="3">
        <dgm:presLayoutVars>
          <dgm:chMax val="0"/>
          <dgm:chPref val="0"/>
        </dgm:presLayoutVars>
      </dgm:prSet>
      <dgm:spPr/>
    </dgm:pt>
    <dgm:pt modelId="{AC6296DD-D270-4621-A187-FB4304600BAF}" type="pres">
      <dgm:prSet presAssocID="{3DD62E92-005F-42F7-8DF6-FA211F33F02B}" presName="desTx" presStyleLbl="alignAccFollowNode1" presStyleIdx="0" presStyleCnt="3">
        <dgm:presLayoutVars/>
      </dgm:prSet>
      <dgm:spPr/>
    </dgm:pt>
    <dgm:pt modelId="{5450A9F0-4CC6-462D-9B82-980CDF4F0A7A}" type="pres">
      <dgm:prSet presAssocID="{163EA0DE-60AD-4177-B02F-49E826D01655}" presName="space" presStyleCnt="0"/>
      <dgm:spPr/>
    </dgm:pt>
    <dgm:pt modelId="{FD3712B9-95CA-4773-ADB5-121A13CB5EA6}" type="pres">
      <dgm:prSet presAssocID="{40CEC4A7-46F1-4B58-A5E1-4A32EACA7EF7}" presName="composite" presStyleCnt="0"/>
      <dgm:spPr/>
    </dgm:pt>
    <dgm:pt modelId="{B99A2FD0-23A4-489E-9BE0-7B0B72C8D4D2}" type="pres">
      <dgm:prSet presAssocID="{40CEC4A7-46F1-4B58-A5E1-4A32EACA7EF7}" presName="parTx" presStyleLbl="alignNode1" presStyleIdx="1" presStyleCnt="3">
        <dgm:presLayoutVars>
          <dgm:chMax val="0"/>
          <dgm:chPref val="0"/>
        </dgm:presLayoutVars>
      </dgm:prSet>
      <dgm:spPr/>
    </dgm:pt>
    <dgm:pt modelId="{D95E080E-BE26-4A90-8EE9-7B02410B0D36}" type="pres">
      <dgm:prSet presAssocID="{40CEC4A7-46F1-4B58-A5E1-4A32EACA7EF7}" presName="desTx" presStyleLbl="alignAccFollowNode1" presStyleIdx="1" presStyleCnt="3">
        <dgm:presLayoutVars/>
      </dgm:prSet>
      <dgm:spPr/>
    </dgm:pt>
    <dgm:pt modelId="{D064C0B1-A9A8-4E1A-ADC0-DF8422546C4E}" type="pres">
      <dgm:prSet presAssocID="{0352AE8D-391C-44AB-B97F-07AC677C5373}" presName="space" presStyleCnt="0"/>
      <dgm:spPr/>
    </dgm:pt>
    <dgm:pt modelId="{EF5AB972-9CC2-4388-9E89-CCED627289F8}" type="pres">
      <dgm:prSet presAssocID="{E054FA7B-E657-47A5-BDC9-F47026FF8C01}" presName="composite" presStyleCnt="0"/>
      <dgm:spPr/>
    </dgm:pt>
    <dgm:pt modelId="{00FD7F1E-44A8-4056-BC4B-93F0824C22DB}" type="pres">
      <dgm:prSet presAssocID="{E054FA7B-E657-47A5-BDC9-F47026FF8C01}" presName="parTx" presStyleLbl="alignNode1" presStyleIdx="2" presStyleCnt="3">
        <dgm:presLayoutVars>
          <dgm:chMax val="0"/>
          <dgm:chPref val="0"/>
        </dgm:presLayoutVars>
      </dgm:prSet>
      <dgm:spPr/>
    </dgm:pt>
    <dgm:pt modelId="{48626929-5F29-42EA-9965-7FEDF9727EA0}" type="pres">
      <dgm:prSet presAssocID="{E054FA7B-E657-47A5-BDC9-F47026FF8C01}" presName="desTx" presStyleLbl="alignAccFollowNode1" presStyleIdx="2" presStyleCnt="3">
        <dgm:presLayoutVars/>
      </dgm:prSet>
      <dgm:spPr/>
    </dgm:pt>
  </dgm:ptLst>
  <dgm:cxnLst>
    <dgm:cxn modelId="{771B3223-12E7-48D4-B24F-BD61EA36FF96}" srcId="{40CEC4A7-46F1-4B58-A5E1-4A32EACA7EF7}" destId="{997F152E-96AC-404D-AAA4-D976086B8293}" srcOrd="0" destOrd="0" parTransId="{B865C686-472B-4D73-BA7B-EFB26C3855F7}" sibTransId="{2FD44D8F-D4BE-4519-8136-30E4995B2AD6}"/>
    <dgm:cxn modelId="{7D312424-F32D-4CBA-88CF-998E016AAFDD}" srcId="{25D5B6E0-6F15-4992-99DD-793DC71E98FF}" destId="{3DD62E92-005F-42F7-8DF6-FA211F33F02B}" srcOrd="0" destOrd="0" parTransId="{0AF04E2E-32A6-4184-866F-01D2744A9815}" sibTransId="{163EA0DE-60AD-4177-B02F-49E826D01655}"/>
    <dgm:cxn modelId="{7CEBCF2A-6669-4260-A428-DC611FD4DDB2}" srcId="{25D5B6E0-6F15-4992-99DD-793DC71E98FF}" destId="{E054FA7B-E657-47A5-BDC9-F47026FF8C01}" srcOrd="2" destOrd="0" parTransId="{2A608704-866B-4618-9EF0-3C3F5F0A5A8E}" sibTransId="{F68E0835-8C4C-495C-BB20-01298BA817DB}"/>
    <dgm:cxn modelId="{F9619C42-2535-493C-98FD-B00C4AB2645B}" srcId="{3DD62E92-005F-42F7-8DF6-FA211F33F02B}" destId="{F0C009C4-55DE-446F-9899-5F21CE853500}" srcOrd="0" destOrd="0" parTransId="{FE30A750-C205-46A2-B8E0-D00C51CEFAC0}" sibTransId="{8CBB4E6F-DAC4-4937-AB49-E24B10712A23}"/>
    <dgm:cxn modelId="{4AE93D7F-1616-4999-AA54-90E3AF6CB9FD}" type="presOf" srcId="{EA68B53B-9AA5-4370-B8EA-583143B75C30}" destId="{48626929-5F29-42EA-9965-7FEDF9727EA0}" srcOrd="0" destOrd="0" presId="urn:microsoft.com/office/officeart/2016/7/layout/HorizontalActionList"/>
    <dgm:cxn modelId="{A2E7A58A-6FBC-4011-A7EA-B227F9687C28}" type="presOf" srcId="{997F152E-96AC-404D-AAA4-D976086B8293}" destId="{D95E080E-BE26-4A90-8EE9-7B02410B0D36}" srcOrd="0" destOrd="0" presId="urn:microsoft.com/office/officeart/2016/7/layout/HorizontalActionList"/>
    <dgm:cxn modelId="{BC21CE97-22FE-4E10-8D71-DA5F1F925673}" type="presOf" srcId="{E054FA7B-E657-47A5-BDC9-F47026FF8C01}" destId="{00FD7F1E-44A8-4056-BC4B-93F0824C22DB}" srcOrd="0" destOrd="0" presId="urn:microsoft.com/office/officeart/2016/7/layout/HorizontalActionList"/>
    <dgm:cxn modelId="{54C00AAB-6C4C-42C4-8982-2BC9D9699121}" type="presOf" srcId="{F0C009C4-55DE-446F-9899-5F21CE853500}" destId="{AC6296DD-D270-4621-A187-FB4304600BAF}" srcOrd="0" destOrd="0" presId="urn:microsoft.com/office/officeart/2016/7/layout/HorizontalActionList"/>
    <dgm:cxn modelId="{0DA702BD-7438-4A55-A8AE-61612EF1C870}" srcId="{E054FA7B-E657-47A5-BDC9-F47026FF8C01}" destId="{EA68B53B-9AA5-4370-B8EA-583143B75C30}" srcOrd="0" destOrd="0" parTransId="{62AE6DCF-D62F-4161-AB91-1BCA175DACA9}" sibTransId="{30B8F371-8471-467D-BBB8-1BDD2E80EE7B}"/>
    <dgm:cxn modelId="{26751BC6-A86C-47BB-B157-DA2C18AE976C}" srcId="{25D5B6E0-6F15-4992-99DD-793DC71E98FF}" destId="{40CEC4A7-46F1-4B58-A5E1-4A32EACA7EF7}" srcOrd="1" destOrd="0" parTransId="{ACD3C190-2182-4CB7-B816-4F8BD54DF444}" sibTransId="{0352AE8D-391C-44AB-B97F-07AC677C5373}"/>
    <dgm:cxn modelId="{2566CBDC-37F9-4FE4-AE20-6F1C0A81D78B}" type="presOf" srcId="{3DD62E92-005F-42F7-8DF6-FA211F33F02B}" destId="{BB90BB4E-8659-478E-8B47-DA2800EBF97B}" srcOrd="0" destOrd="0" presId="urn:microsoft.com/office/officeart/2016/7/layout/HorizontalActionList"/>
    <dgm:cxn modelId="{87C36CEC-5083-49C7-B202-96E745F0140D}" type="presOf" srcId="{25D5B6E0-6F15-4992-99DD-793DC71E98FF}" destId="{8578A0A9-24A5-443B-B740-C81F70B84166}" srcOrd="0" destOrd="0" presId="urn:microsoft.com/office/officeart/2016/7/layout/HorizontalActionList"/>
    <dgm:cxn modelId="{9D8245F7-D8C2-41B2-85F6-E8310CD7BD2E}" type="presOf" srcId="{40CEC4A7-46F1-4B58-A5E1-4A32EACA7EF7}" destId="{B99A2FD0-23A4-489E-9BE0-7B0B72C8D4D2}" srcOrd="0" destOrd="0" presId="urn:microsoft.com/office/officeart/2016/7/layout/HorizontalActionList"/>
    <dgm:cxn modelId="{48B57689-7EA5-49E4-BA0E-6A931BD929C4}" type="presParOf" srcId="{8578A0A9-24A5-443B-B740-C81F70B84166}" destId="{D9116017-C14C-423C-A2A7-9E91EE94F411}" srcOrd="0" destOrd="0" presId="urn:microsoft.com/office/officeart/2016/7/layout/HorizontalActionList"/>
    <dgm:cxn modelId="{36F019C8-405A-44A4-A71A-B6B109FC48FF}" type="presParOf" srcId="{D9116017-C14C-423C-A2A7-9E91EE94F411}" destId="{BB90BB4E-8659-478E-8B47-DA2800EBF97B}" srcOrd="0" destOrd="0" presId="urn:microsoft.com/office/officeart/2016/7/layout/HorizontalActionList"/>
    <dgm:cxn modelId="{085D5A00-3B74-468E-A543-9D3DD601F2BE}" type="presParOf" srcId="{D9116017-C14C-423C-A2A7-9E91EE94F411}" destId="{AC6296DD-D270-4621-A187-FB4304600BAF}" srcOrd="1" destOrd="0" presId="urn:microsoft.com/office/officeart/2016/7/layout/HorizontalActionList"/>
    <dgm:cxn modelId="{73955538-DBB1-4A2C-B5AC-263E48A5A435}" type="presParOf" srcId="{8578A0A9-24A5-443B-B740-C81F70B84166}" destId="{5450A9F0-4CC6-462D-9B82-980CDF4F0A7A}" srcOrd="1" destOrd="0" presId="urn:microsoft.com/office/officeart/2016/7/layout/HorizontalActionList"/>
    <dgm:cxn modelId="{195FC89D-67C1-4F2F-8CA0-65D381B9461C}" type="presParOf" srcId="{8578A0A9-24A5-443B-B740-C81F70B84166}" destId="{FD3712B9-95CA-4773-ADB5-121A13CB5EA6}" srcOrd="2" destOrd="0" presId="urn:microsoft.com/office/officeart/2016/7/layout/HorizontalActionList"/>
    <dgm:cxn modelId="{60A9F2FF-1B0D-4057-AEB4-46ED68EC937E}" type="presParOf" srcId="{FD3712B9-95CA-4773-ADB5-121A13CB5EA6}" destId="{B99A2FD0-23A4-489E-9BE0-7B0B72C8D4D2}" srcOrd="0" destOrd="0" presId="urn:microsoft.com/office/officeart/2016/7/layout/HorizontalActionList"/>
    <dgm:cxn modelId="{9AFC07EC-FF7A-41BD-8B0F-43F67ED63504}" type="presParOf" srcId="{FD3712B9-95CA-4773-ADB5-121A13CB5EA6}" destId="{D95E080E-BE26-4A90-8EE9-7B02410B0D36}" srcOrd="1" destOrd="0" presId="urn:microsoft.com/office/officeart/2016/7/layout/HorizontalActionList"/>
    <dgm:cxn modelId="{3C858B24-DC4C-4F68-B317-D2AD902A875C}" type="presParOf" srcId="{8578A0A9-24A5-443B-B740-C81F70B84166}" destId="{D064C0B1-A9A8-4E1A-ADC0-DF8422546C4E}" srcOrd="3" destOrd="0" presId="urn:microsoft.com/office/officeart/2016/7/layout/HorizontalActionList"/>
    <dgm:cxn modelId="{7DE026D4-4C1E-49B1-96C3-9C27EECB3FB5}" type="presParOf" srcId="{8578A0A9-24A5-443B-B740-C81F70B84166}" destId="{EF5AB972-9CC2-4388-9E89-CCED627289F8}" srcOrd="4" destOrd="0" presId="urn:microsoft.com/office/officeart/2016/7/layout/HorizontalActionList"/>
    <dgm:cxn modelId="{C95498BA-531F-46BE-8000-16E19C84633D}" type="presParOf" srcId="{EF5AB972-9CC2-4388-9E89-CCED627289F8}" destId="{00FD7F1E-44A8-4056-BC4B-93F0824C22DB}" srcOrd="0" destOrd="0" presId="urn:microsoft.com/office/officeart/2016/7/layout/HorizontalActionList"/>
    <dgm:cxn modelId="{D968F4B3-5603-4CDF-AA4A-3B1AA46F54EB}" type="presParOf" srcId="{EF5AB972-9CC2-4388-9E89-CCED627289F8}" destId="{48626929-5F29-42EA-9965-7FEDF9727EA0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095F334-70D3-4DF1-B40C-21E369FFB60B}" type="doc">
      <dgm:prSet loTypeId="urn:microsoft.com/office/officeart/2016/7/layout/BasicLinearProcessNumbered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2E2FF37-6A5A-484F-81C0-B450B4BCD785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Develop a training program for CIS faculty.</a:t>
          </a:r>
        </a:p>
      </dgm:t>
    </dgm:pt>
    <dgm:pt modelId="{6EB2407A-49FD-453F-9417-69E80308CA63}" type="parTrans" cxnId="{C2AF66A8-0627-4DBA-B65C-D1F70A8B1B44}">
      <dgm:prSet/>
      <dgm:spPr/>
      <dgm:t>
        <a:bodyPr/>
        <a:lstStyle/>
        <a:p>
          <a:endParaRPr lang="en-US"/>
        </a:p>
      </dgm:t>
    </dgm:pt>
    <dgm:pt modelId="{688EE211-ED45-4A89-9FC8-970AC4114464}" type="sibTrans" cxnId="{C2AF66A8-0627-4DBA-B65C-D1F70A8B1B44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D72CD22E-1B05-436A-93FA-686C682B0841}">
      <dgm:prSet/>
      <dgm:spPr/>
      <dgm:t>
        <a:bodyPr/>
        <a:lstStyle/>
        <a:p>
          <a:pPr rtl="0"/>
          <a:r>
            <a:rPr lang="en-US">
              <a:latin typeface="Times New Roman"/>
              <a:cs typeface="Times New Roman"/>
            </a:rPr>
            <a:t>Develop a departmental wiki training series for faculty. </a:t>
          </a:r>
        </a:p>
      </dgm:t>
    </dgm:pt>
    <dgm:pt modelId="{7B91DDE1-29EF-4256-A5A7-E73A25579C2F}" type="parTrans" cxnId="{713B75B9-FE09-4E4D-B077-3D3EACDC5058}">
      <dgm:prSet/>
      <dgm:spPr/>
      <dgm:t>
        <a:bodyPr/>
        <a:lstStyle/>
        <a:p>
          <a:endParaRPr lang="en-US"/>
        </a:p>
      </dgm:t>
    </dgm:pt>
    <dgm:pt modelId="{03D365FE-94AE-4811-A63E-CC0A58ED188D}" type="sibTrans" cxnId="{713B75B9-FE09-4E4D-B077-3D3EACDC5058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5DE9F114-FF66-41C1-A2E2-2BAA4F0462CD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Encourage faculty to participate in national conferences.</a:t>
          </a:r>
        </a:p>
      </dgm:t>
    </dgm:pt>
    <dgm:pt modelId="{4F541A33-3F18-4BAA-B614-617D3D774EFE}" type="parTrans" cxnId="{53C22A13-11CA-47B7-9AC7-5CC9125316FE}">
      <dgm:prSet/>
      <dgm:spPr/>
      <dgm:t>
        <a:bodyPr/>
        <a:lstStyle/>
        <a:p>
          <a:endParaRPr lang="en-US"/>
        </a:p>
      </dgm:t>
    </dgm:pt>
    <dgm:pt modelId="{FDFDB06E-BD41-48F4-A367-9A0F333EBAF7}" type="sibTrans" cxnId="{53C22A13-11CA-47B7-9AC7-5CC9125316FE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363FA03E-B602-4EAA-8B0D-3788C6D7D898}" type="pres">
      <dgm:prSet presAssocID="{7095F334-70D3-4DF1-B40C-21E369FFB60B}" presName="Name0" presStyleCnt="0">
        <dgm:presLayoutVars>
          <dgm:animLvl val="lvl"/>
          <dgm:resizeHandles val="exact"/>
        </dgm:presLayoutVars>
      </dgm:prSet>
      <dgm:spPr/>
    </dgm:pt>
    <dgm:pt modelId="{E4EBD7C9-BFA0-4916-8BD5-C3B744A515FE}" type="pres">
      <dgm:prSet presAssocID="{62E2FF37-6A5A-484F-81C0-B450B4BCD785}" presName="compositeNode" presStyleCnt="0">
        <dgm:presLayoutVars>
          <dgm:bulletEnabled val="1"/>
        </dgm:presLayoutVars>
      </dgm:prSet>
      <dgm:spPr/>
    </dgm:pt>
    <dgm:pt modelId="{AEF89EB3-CE5D-4F50-9320-D0B300EE3AE4}" type="pres">
      <dgm:prSet presAssocID="{62E2FF37-6A5A-484F-81C0-B450B4BCD785}" presName="bgRect" presStyleLbl="bgAccFollowNode1" presStyleIdx="0" presStyleCnt="3"/>
      <dgm:spPr/>
    </dgm:pt>
    <dgm:pt modelId="{0BB98D4A-B48F-4157-94A3-201C6FC53F44}" type="pres">
      <dgm:prSet presAssocID="{688EE211-ED45-4A89-9FC8-970AC4114464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13C44FE5-390C-4AB4-9004-F59E7D6C1FAE}" type="pres">
      <dgm:prSet presAssocID="{62E2FF37-6A5A-484F-81C0-B450B4BCD785}" presName="bottomLine" presStyleLbl="alignNode1" presStyleIdx="1" presStyleCnt="6">
        <dgm:presLayoutVars/>
      </dgm:prSet>
      <dgm:spPr/>
    </dgm:pt>
    <dgm:pt modelId="{AA7533E9-6F19-4620-A8F8-9E2E3292AE4F}" type="pres">
      <dgm:prSet presAssocID="{62E2FF37-6A5A-484F-81C0-B450B4BCD785}" presName="nodeText" presStyleLbl="bgAccFollowNode1" presStyleIdx="0" presStyleCnt="3">
        <dgm:presLayoutVars>
          <dgm:bulletEnabled val="1"/>
        </dgm:presLayoutVars>
      </dgm:prSet>
      <dgm:spPr/>
    </dgm:pt>
    <dgm:pt modelId="{F43CC208-E462-42CA-A19E-24DB21C2D496}" type="pres">
      <dgm:prSet presAssocID="{688EE211-ED45-4A89-9FC8-970AC4114464}" presName="sibTrans" presStyleCnt="0"/>
      <dgm:spPr/>
    </dgm:pt>
    <dgm:pt modelId="{69A4A12F-0448-4A40-BC34-88BCF82E4FEB}" type="pres">
      <dgm:prSet presAssocID="{D72CD22E-1B05-436A-93FA-686C682B0841}" presName="compositeNode" presStyleCnt="0">
        <dgm:presLayoutVars>
          <dgm:bulletEnabled val="1"/>
        </dgm:presLayoutVars>
      </dgm:prSet>
      <dgm:spPr/>
    </dgm:pt>
    <dgm:pt modelId="{C94889C7-62F2-457B-8DE2-ED3985D0D71A}" type="pres">
      <dgm:prSet presAssocID="{D72CD22E-1B05-436A-93FA-686C682B0841}" presName="bgRect" presStyleLbl="bgAccFollowNode1" presStyleIdx="1" presStyleCnt="3"/>
      <dgm:spPr/>
    </dgm:pt>
    <dgm:pt modelId="{2E7A8C2F-1846-4285-8A53-02D207787E67}" type="pres">
      <dgm:prSet presAssocID="{03D365FE-94AE-4811-A63E-CC0A58ED188D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4AB83486-543F-45BF-83F6-AF2AA0D16ACD}" type="pres">
      <dgm:prSet presAssocID="{D72CD22E-1B05-436A-93FA-686C682B0841}" presName="bottomLine" presStyleLbl="alignNode1" presStyleIdx="3" presStyleCnt="6">
        <dgm:presLayoutVars/>
      </dgm:prSet>
      <dgm:spPr/>
    </dgm:pt>
    <dgm:pt modelId="{62239F3B-944B-46EA-9ACC-9FE885C74942}" type="pres">
      <dgm:prSet presAssocID="{D72CD22E-1B05-436A-93FA-686C682B0841}" presName="nodeText" presStyleLbl="bgAccFollowNode1" presStyleIdx="1" presStyleCnt="3">
        <dgm:presLayoutVars>
          <dgm:bulletEnabled val="1"/>
        </dgm:presLayoutVars>
      </dgm:prSet>
      <dgm:spPr/>
    </dgm:pt>
    <dgm:pt modelId="{A3EEADB5-5CF8-44EC-ADA3-AE8E6730FC84}" type="pres">
      <dgm:prSet presAssocID="{03D365FE-94AE-4811-A63E-CC0A58ED188D}" presName="sibTrans" presStyleCnt="0"/>
      <dgm:spPr/>
    </dgm:pt>
    <dgm:pt modelId="{3B120780-4F09-44A9-96A3-F2D1B8156127}" type="pres">
      <dgm:prSet presAssocID="{5DE9F114-FF66-41C1-A2E2-2BAA4F0462CD}" presName="compositeNode" presStyleCnt="0">
        <dgm:presLayoutVars>
          <dgm:bulletEnabled val="1"/>
        </dgm:presLayoutVars>
      </dgm:prSet>
      <dgm:spPr/>
    </dgm:pt>
    <dgm:pt modelId="{47B6F8AA-F030-41EB-A81F-DE72CFDAC474}" type="pres">
      <dgm:prSet presAssocID="{5DE9F114-FF66-41C1-A2E2-2BAA4F0462CD}" presName="bgRect" presStyleLbl="bgAccFollowNode1" presStyleIdx="2" presStyleCnt="3"/>
      <dgm:spPr/>
    </dgm:pt>
    <dgm:pt modelId="{094D647E-ECA7-46B7-A671-BBF510A7700D}" type="pres">
      <dgm:prSet presAssocID="{FDFDB06E-BD41-48F4-A367-9A0F333EBAF7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BCF8AD56-F226-40A1-B0D6-C0C2E58FB426}" type="pres">
      <dgm:prSet presAssocID="{5DE9F114-FF66-41C1-A2E2-2BAA4F0462CD}" presName="bottomLine" presStyleLbl="alignNode1" presStyleIdx="5" presStyleCnt="6">
        <dgm:presLayoutVars/>
      </dgm:prSet>
      <dgm:spPr/>
    </dgm:pt>
    <dgm:pt modelId="{40FAC5DB-5EE4-4579-B2D9-C5E83A535DC2}" type="pres">
      <dgm:prSet presAssocID="{5DE9F114-FF66-41C1-A2E2-2BAA4F0462CD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53C22A13-11CA-47B7-9AC7-5CC9125316FE}" srcId="{7095F334-70D3-4DF1-B40C-21E369FFB60B}" destId="{5DE9F114-FF66-41C1-A2E2-2BAA4F0462CD}" srcOrd="2" destOrd="0" parTransId="{4F541A33-3F18-4BAA-B614-617D3D774EFE}" sibTransId="{FDFDB06E-BD41-48F4-A367-9A0F333EBAF7}"/>
    <dgm:cxn modelId="{68A9971B-05C2-4AE5-88EB-2C2DBDC5EFF2}" type="presOf" srcId="{FDFDB06E-BD41-48F4-A367-9A0F333EBAF7}" destId="{094D647E-ECA7-46B7-A671-BBF510A7700D}" srcOrd="0" destOrd="0" presId="urn:microsoft.com/office/officeart/2016/7/layout/BasicLinearProcessNumbered"/>
    <dgm:cxn modelId="{79AC551E-A4D3-4429-8D39-DADFD1069F87}" type="presOf" srcId="{D72CD22E-1B05-436A-93FA-686C682B0841}" destId="{C94889C7-62F2-457B-8DE2-ED3985D0D71A}" srcOrd="0" destOrd="0" presId="urn:microsoft.com/office/officeart/2016/7/layout/BasicLinearProcessNumbered"/>
    <dgm:cxn modelId="{E6B55C25-ED1E-404F-81DD-591C1E6AC0BC}" type="presOf" srcId="{03D365FE-94AE-4811-A63E-CC0A58ED188D}" destId="{2E7A8C2F-1846-4285-8A53-02D207787E67}" srcOrd="0" destOrd="0" presId="urn:microsoft.com/office/officeart/2016/7/layout/BasicLinearProcessNumbered"/>
    <dgm:cxn modelId="{B83A085C-E1A8-4DDA-9B29-D167355F6A7C}" type="presOf" srcId="{D72CD22E-1B05-436A-93FA-686C682B0841}" destId="{62239F3B-944B-46EA-9ACC-9FE885C74942}" srcOrd="1" destOrd="0" presId="urn:microsoft.com/office/officeart/2016/7/layout/BasicLinearProcessNumbered"/>
    <dgm:cxn modelId="{60BBEB5E-F1EF-46B3-BF2F-4A13C5464125}" type="presOf" srcId="{5DE9F114-FF66-41C1-A2E2-2BAA4F0462CD}" destId="{47B6F8AA-F030-41EB-A81F-DE72CFDAC474}" srcOrd="0" destOrd="0" presId="urn:microsoft.com/office/officeart/2016/7/layout/BasicLinearProcessNumbered"/>
    <dgm:cxn modelId="{451B6A5F-AF02-4BA7-A1C7-631E338F701B}" type="presOf" srcId="{7095F334-70D3-4DF1-B40C-21E369FFB60B}" destId="{363FA03E-B602-4EAA-8B0D-3788C6D7D898}" srcOrd="0" destOrd="0" presId="urn:microsoft.com/office/officeart/2016/7/layout/BasicLinearProcessNumbered"/>
    <dgm:cxn modelId="{99DC1F63-93A3-4721-B818-4CED1FE8C5DE}" type="presOf" srcId="{62E2FF37-6A5A-484F-81C0-B450B4BCD785}" destId="{AEF89EB3-CE5D-4F50-9320-D0B300EE3AE4}" srcOrd="0" destOrd="0" presId="urn:microsoft.com/office/officeart/2016/7/layout/BasicLinearProcessNumbered"/>
    <dgm:cxn modelId="{A0860AA0-DBDF-44EB-AD90-51E2212DE120}" type="presOf" srcId="{62E2FF37-6A5A-484F-81C0-B450B4BCD785}" destId="{AA7533E9-6F19-4620-A8F8-9E2E3292AE4F}" srcOrd="1" destOrd="0" presId="urn:microsoft.com/office/officeart/2016/7/layout/BasicLinearProcessNumbered"/>
    <dgm:cxn modelId="{C2AF66A8-0627-4DBA-B65C-D1F70A8B1B44}" srcId="{7095F334-70D3-4DF1-B40C-21E369FFB60B}" destId="{62E2FF37-6A5A-484F-81C0-B450B4BCD785}" srcOrd="0" destOrd="0" parTransId="{6EB2407A-49FD-453F-9417-69E80308CA63}" sibTransId="{688EE211-ED45-4A89-9FC8-970AC4114464}"/>
    <dgm:cxn modelId="{713B75B9-FE09-4E4D-B077-3D3EACDC5058}" srcId="{7095F334-70D3-4DF1-B40C-21E369FFB60B}" destId="{D72CD22E-1B05-436A-93FA-686C682B0841}" srcOrd="1" destOrd="0" parTransId="{7B91DDE1-29EF-4256-A5A7-E73A25579C2F}" sibTransId="{03D365FE-94AE-4811-A63E-CC0A58ED188D}"/>
    <dgm:cxn modelId="{10BBAAEB-1CA4-4A05-A242-30A871D36602}" type="presOf" srcId="{688EE211-ED45-4A89-9FC8-970AC4114464}" destId="{0BB98D4A-B48F-4157-94A3-201C6FC53F44}" srcOrd="0" destOrd="0" presId="urn:microsoft.com/office/officeart/2016/7/layout/BasicLinearProcessNumbered"/>
    <dgm:cxn modelId="{58C4E0FB-AD1F-411D-966D-2528D121E1E9}" type="presOf" srcId="{5DE9F114-FF66-41C1-A2E2-2BAA4F0462CD}" destId="{40FAC5DB-5EE4-4579-B2D9-C5E83A535DC2}" srcOrd="1" destOrd="0" presId="urn:microsoft.com/office/officeart/2016/7/layout/BasicLinearProcessNumbered"/>
    <dgm:cxn modelId="{8880A4B7-D5C9-454A-9240-0C1F87897117}" type="presParOf" srcId="{363FA03E-B602-4EAA-8B0D-3788C6D7D898}" destId="{E4EBD7C9-BFA0-4916-8BD5-C3B744A515FE}" srcOrd="0" destOrd="0" presId="urn:microsoft.com/office/officeart/2016/7/layout/BasicLinearProcessNumbered"/>
    <dgm:cxn modelId="{0C620473-4D91-4056-8A1A-8FC34F5E5CC5}" type="presParOf" srcId="{E4EBD7C9-BFA0-4916-8BD5-C3B744A515FE}" destId="{AEF89EB3-CE5D-4F50-9320-D0B300EE3AE4}" srcOrd="0" destOrd="0" presId="urn:microsoft.com/office/officeart/2016/7/layout/BasicLinearProcessNumbered"/>
    <dgm:cxn modelId="{82199358-B4C2-4FAE-8BD7-4CF7A6DB3612}" type="presParOf" srcId="{E4EBD7C9-BFA0-4916-8BD5-C3B744A515FE}" destId="{0BB98D4A-B48F-4157-94A3-201C6FC53F44}" srcOrd="1" destOrd="0" presId="urn:microsoft.com/office/officeart/2016/7/layout/BasicLinearProcessNumbered"/>
    <dgm:cxn modelId="{8F2DFA34-1FD3-421C-A037-6C2239F3BC38}" type="presParOf" srcId="{E4EBD7C9-BFA0-4916-8BD5-C3B744A515FE}" destId="{13C44FE5-390C-4AB4-9004-F59E7D6C1FAE}" srcOrd="2" destOrd="0" presId="urn:microsoft.com/office/officeart/2016/7/layout/BasicLinearProcessNumbered"/>
    <dgm:cxn modelId="{BA5795BA-0FCE-43EB-A8E1-3A686BB15CBD}" type="presParOf" srcId="{E4EBD7C9-BFA0-4916-8BD5-C3B744A515FE}" destId="{AA7533E9-6F19-4620-A8F8-9E2E3292AE4F}" srcOrd="3" destOrd="0" presId="urn:microsoft.com/office/officeart/2016/7/layout/BasicLinearProcessNumbered"/>
    <dgm:cxn modelId="{347FB5D6-1DF0-47F9-B6B1-C75F4A3F3A3F}" type="presParOf" srcId="{363FA03E-B602-4EAA-8B0D-3788C6D7D898}" destId="{F43CC208-E462-42CA-A19E-24DB21C2D496}" srcOrd="1" destOrd="0" presId="urn:microsoft.com/office/officeart/2016/7/layout/BasicLinearProcessNumbered"/>
    <dgm:cxn modelId="{2CD69F7A-5539-4E46-8ACA-DFC3A401BD76}" type="presParOf" srcId="{363FA03E-B602-4EAA-8B0D-3788C6D7D898}" destId="{69A4A12F-0448-4A40-BC34-88BCF82E4FEB}" srcOrd="2" destOrd="0" presId="urn:microsoft.com/office/officeart/2016/7/layout/BasicLinearProcessNumbered"/>
    <dgm:cxn modelId="{6206C250-FD64-4068-BDC8-CA6C5D2FCFFD}" type="presParOf" srcId="{69A4A12F-0448-4A40-BC34-88BCF82E4FEB}" destId="{C94889C7-62F2-457B-8DE2-ED3985D0D71A}" srcOrd="0" destOrd="0" presId="urn:microsoft.com/office/officeart/2016/7/layout/BasicLinearProcessNumbered"/>
    <dgm:cxn modelId="{FEB8563A-80A2-437E-94F2-74AE2A068E0C}" type="presParOf" srcId="{69A4A12F-0448-4A40-BC34-88BCF82E4FEB}" destId="{2E7A8C2F-1846-4285-8A53-02D207787E67}" srcOrd="1" destOrd="0" presId="urn:microsoft.com/office/officeart/2016/7/layout/BasicLinearProcessNumbered"/>
    <dgm:cxn modelId="{1E58725E-9594-45DF-98FF-7742D56C8BA2}" type="presParOf" srcId="{69A4A12F-0448-4A40-BC34-88BCF82E4FEB}" destId="{4AB83486-543F-45BF-83F6-AF2AA0D16ACD}" srcOrd="2" destOrd="0" presId="urn:microsoft.com/office/officeart/2016/7/layout/BasicLinearProcessNumbered"/>
    <dgm:cxn modelId="{ADFF50F3-888E-4220-BBC6-EB269F2B4DC2}" type="presParOf" srcId="{69A4A12F-0448-4A40-BC34-88BCF82E4FEB}" destId="{62239F3B-944B-46EA-9ACC-9FE885C74942}" srcOrd="3" destOrd="0" presId="urn:microsoft.com/office/officeart/2016/7/layout/BasicLinearProcessNumbered"/>
    <dgm:cxn modelId="{F0644A99-69B4-4EB5-867A-68D64B95AA9B}" type="presParOf" srcId="{363FA03E-B602-4EAA-8B0D-3788C6D7D898}" destId="{A3EEADB5-5CF8-44EC-ADA3-AE8E6730FC84}" srcOrd="3" destOrd="0" presId="urn:microsoft.com/office/officeart/2016/7/layout/BasicLinearProcessNumbered"/>
    <dgm:cxn modelId="{9FFB8E42-BA7E-4CE9-8C0C-B70ABA9DCC01}" type="presParOf" srcId="{363FA03E-B602-4EAA-8B0D-3788C6D7D898}" destId="{3B120780-4F09-44A9-96A3-F2D1B8156127}" srcOrd="4" destOrd="0" presId="urn:microsoft.com/office/officeart/2016/7/layout/BasicLinearProcessNumbered"/>
    <dgm:cxn modelId="{F03A7237-7D0C-4AC9-A20C-0D9719C9E775}" type="presParOf" srcId="{3B120780-4F09-44A9-96A3-F2D1B8156127}" destId="{47B6F8AA-F030-41EB-A81F-DE72CFDAC474}" srcOrd="0" destOrd="0" presId="urn:microsoft.com/office/officeart/2016/7/layout/BasicLinearProcessNumbered"/>
    <dgm:cxn modelId="{D19794F3-7688-4927-97E1-897CEBD20A0A}" type="presParOf" srcId="{3B120780-4F09-44A9-96A3-F2D1B8156127}" destId="{094D647E-ECA7-46B7-A671-BBF510A7700D}" srcOrd="1" destOrd="0" presId="urn:microsoft.com/office/officeart/2016/7/layout/BasicLinearProcessNumbered"/>
    <dgm:cxn modelId="{7B20B413-8A9F-4FEB-B304-B41E08AC3FB3}" type="presParOf" srcId="{3B120780-4F09-44A9-96A3-F2D1B8156127}" destId="{BCF8AD56-F226-40A1-B0D6-C0C2E58FB426}" srcOrd="2" destOrd="0" presId="urn:microsoft.com/office/officeart/2016/7/layout/BasicLinearProcessNumbered"/>
    <dgm:cxn modelId="{0CE57B7E-D8C1-4A7F-BCE0-DF45EFD98CF1}" type="presParOf" srcId="{3B120780-4F09-44A9-96A3-F2D1B8156127}" destId="{40FAC5DB-5EE4-4579-B2D9-C5E83A535DC2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3F6EC0C-FE18-4395-93CE-B63B4923C44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48D7DF5-577B-4CF9-BE66-94E13B9D9D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/>
              <a:cs typeface="Times New Roman"/>
            </a:rPr>
            <a:t>Our target DFWI rate for COMS 2104 (Programming I) was from 32% to 22%, and we successfully reduced it to 23%.</a:t>
          </a:r>
        </a:p>
      </dgm:t>
    </dgm:pt>
    <dgm:pt modelId="{0B4B2AFF-8D51-4F72-8FB9-70189A5E55B8}" type="parTrans" cxnId="{49134111-143E-4558-AC19-24C597AC84F2}">
      <dgm:prSet/>
      <dgm:spPr/>
      <dgm:t>
        <a:bodyPr/>
        <a:lstStyle/>
        <a:p>
          <a:endParaRPr lang="en-US"/>
        </a:p>
      </dgm:t>
    </dgm:pt>
    <dgm:pt modelId="{C8711EF3-2491-43A5-9605-1BDAF58E2D1B}" type="sibTrans" cxnId="{49134111-143E-4558-AC19-24C597AC84F2}">
      <dgm:prSet phldrT="01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756E408-553E-4797-8B9D-1B3B4A1510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/>
              <a:cs typeface="Times New Roman"/>
            </a:rPr>
            <a:t>Our target DFWI rate for COMS 2203 (Programming II) was from 35% to 25%, and we successfully reduced it to 15%.</a:t>
          </a:r>
        </a:p>
      </dgm:t>
    </dgm:pt>
    <dgm:pt modelId="{3F997BEF-DAE5-47D1-828D-CF566FFE9AD3}" type="parTrans" cxnId="{B2394458-4B6E-43A7-9806-30BE35F7ED68}">
      <dgm:prSet/>
      <dgm:spPr/>
      <dgm:t>
        <a:bodyPr/>
        <a:lstStyle/>
        <a:p>
          <a:endParaRPr lang="en-US"/>
        </a:p>
      </dgm:t>
    </dgm:pt>
    <dgm:pt modelId="{0397FD7A-53E0-4148-9F0D-9A0567BD3645}" type="sibTrans" cxnId="{B2394458-4B6E-43A7-9806-30BE35F7ED68}">
      <dgm:prSet phldrT="02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D78418C-01F9-4C42-8C3C-F2F6192BFC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/>
              <a:cs typeface="Times New Roman"/>
            </a:rPr>
            <a:t>Our target DFWI rate for COMS 2213 (Data Structure)  was from 27% to 17%, and we successfully reduced it to 0%.</a:t>
          </a:r>
        </a:p>
      </dgm:t>
    </dgm:pt>
    <dgm:pt modelId="{70677469-EF0F-4D43-BC2A-5FC0BB071DC1}" type="parTrans" cxnId="{9BC9E7B5-13BE-4256-9562-6B652CBBF38D}">
      <dgm:prSet/>
      <dgm:spPr/>
      <dgm:t>
        <a:bodyPr/>
        <a:lstStyle/>
        <a:p>
          <a:endParaRPr lang="en-US"/>
        </a:p>
      </dgm:t>
    </dgm:pt>
    <dgm:pt modelId="{A6F36FED-4972-48DD-B7FE-3EF68D0B655A}" type="sibTrans" cxnId="{9BC9E7B5-13BE-4256-9562-6B652CBBF38D}">
      <dgm:prSet phldrT="03"/>
      <dgm:spPr/>
      <dgm:t>
        <a:bodyPr/>
        <a:lstStyle/>
        <a:p>
          <a:endParaRPr lang="en-US"/>
        </a:p>
      </dgm:t>
    </dgm:pt>
    <dgm:pt modelId="{BE56E738-41FB-49B3-AC86-C3802F33C3F8}" type="pres">
      <dgm:prSet presAssocID="{53F6EC0C-FE18-4395-93CE-B63B4923C442}" presName="root" presStyleCnt="0">
        <dgm:presLayoutVars>
          <dgm:dir/>
          <dgm:resizeHandles val="exact"/>
        </dgm:presLayoutVars>
      </dgm:prSet>
      <dgm:spPr/>
    </dgm:pt>
    <dgm:pt modelId="{A05AE132-FA2A-419C-B0F3-E54DCB0EF9E3}" type="pres">
      <dgm:prSet presAssocID="{53F6EC0C-FE18-4395-93CE-B63B4923C442}" presName="container" presStyleCnt="0">
        <dgm:presLayoutVars>
          <dgm:dir/>
          <dgm:resizeHandles val="exact"/>
        </dgm:presLayoutVars>
      </dgm:prSet>
      <dgm:spPr/>
    </dgm:pt>
    <dgm:pt modelId="{2711777C-7631-494F-89D0-52A0F2CF2E54}" type="pres">
      <dgm:prSet presAssocID="{848D7DF5-577B-4CF9-BE66-94E13B9D9D21}" presName="compNode" presStyleCnt="0"/>
      <dgm:spPr/>
    </dgm:pt>
    <dgm:pt modelId="{F57C2019-947C-47D3-B453-4C312EA0DA49}" type="pres">
      <dgm:prSet presAssocID="{848D7DF5-577B-4CF9-BE66-94E13B9D9D21}" presName="iconBgRect" presStyleLbl="bgShp" presStyleIdx="0" presStyleCnt="3"/>
      <dgm:spPr/>
    </dgm:pt>
    <dgm:pt modelId="{257401A4-F837-45AD-B28C-7410C2D541B6}" type="pres">
      <dgm:prSet presAssocID="{848D7DF5-577B-4CF9-BE66-94E13B9D9D2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7C6D233C-F9DC-4CBC-AD05-EE33FAFC2182}" type="pres">
      <dgm:prSet presAssocID="{848D7DF5-577B-4CF9-BE66-94E13B9D9D21}" presName="spaceRect" presStyleCnt="0"/>
      <dgm:spPr/>
    </dgm:pt>
    <dgm:pt modelId="{076B1777-F96F-4A98-B99C-24FA36D8D0B6}" type="pres">
      <dgm:prSet presAssocID="{848D7DF5-577B-4CF9-BE66-94E13B9D9D21}" presName="textRect" presStyleLbl="revTx" presStyleIdx="0" presStyleCnt="3">
        <dgm:presLayoutVars>
          <dgm:chMax val="1"/>
          <dgm:chPref val="1"/>
        </dgm:presLayoutVars>
      </dgm:prSet>
      <dgm:spPr/>
    </dgm:pt>
    <dgm:pt modelId="{2538C9F8-6A98-4B58-AFC0-E3FACD592046}" type="pres">
      <dgm:prSet presAssocID="{C8711EF3-2491-43A5-9605-1BDAF58E2D1B}" presName="sibTrans" presStyleLbl="sibTrans2D1" presStyleIdx="0" presStyleCnt="0"/>
      <dgm:spPr/>
    </dgm:pt>
    <dgm:pt modelId="{11E15090-9D1E-4616-876B-39E9D639F403}" type="pres">
      <dgm:prSet presAssocID="{1756E408-553E-4797-8B9D-1B3B4A15102C}" presName="compNode" presStyleCnt="0"/>
      <dgm:spPr/>
    </dgm:pt>
    <dgm:pt modelId="{2C243928-6805-4286-9749-8EA368892676}" type="pres">
      <dgm:prSet presAssocID="{1756E408-553E-4797-8B9D-1B3B4A15102C}" presName="iconBgRect" presStyleLbl="bgShp" presStyleIdx="1" presStyleCnt="3"/>
      <dgm:spPr/>
    </dgm:pt>
    <dgm:pt modelId="{A6EF4FED-B369-4153-A75C-CD1A8A95219E}" type="pres">
      <dgm:prSet presAssocID="{1756E408-553E-4797-8B9D-1B3B4A15102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ED0245C-7EFF-4563-966F-B628CD981054}" type="pres">
      <dgm:prSet presAssocID="{1756E408-553E-4797-8B9D-1B3B4A15102C}" presName="spaceRect" presStyleCnt="0"/>
      <dgm:spPr/>
    </dgm:pt>
    <dgm:pt modelId="{991E9779-74C3-41CA-A4FE-CCB464FB0CFD}" type="pres">
      <dgm:prSet presAssocID="{1756E408-553E-4797-8B9D-1B3B4A15102C}" presName="textRect" presStyleLbl="revTx" presStyleIdx="1" presStyleCnt="3">
        <dgm:presLayoutVars>
          <dgm:chMax val="1"/>
          <dgm:chPref val="1"/>
        </dgm:presLayoutVars>
      </dgm:prSet>
      <dgm:spPr/>
    </dgm:pt>
    <dgm:pt modelId="{107F5F34-1D3A-434D-9D3A-0CBF8610649F}" type="pres">
      <dgm:prSet presAssocID="{0397FD7A-53E0-4148-9F0D-9A0567BD3645}" presName="sibTrans" presStyleLbl="sibTrans2D1" presStyleIdx="0" presStyleCnt="0"/>
      <dgm:spPr/>
    </dgm:pt>
    <dgm:pt modelId="{8470DE0E-4CDA-4A43-B4B7-CA694E0D404B}" type="pres">
      <dgm:prSet presAssocID="{4D78418C-01F9-4C42-8C3C-F2F6192BFC8F}" presName="compNode" presStyleCnt="0"/>
      <dgm:spPr/>
    </dgm:pt>
    <dgm:pt modelId="{314689D3-AAE7-4ED0-B579-7C880B63D0BF}" type="pres">
      <dgm:prSet presAssocID="{4D78418C-01F9-4C42-8C3C-F2F6192BFC8F}" presName="iconBgRect" presStyleLbl="bgShp" presStyleIdx="2" presStyleCnt="3"/>
      <dgm:spPr/>
    </dgm:pt>
    <dgm:pt modelId="{ABD75CC1-2BD5-4AF8-9E41-5A63F71E92B7}" type="pres">
      <dgm:prSet presAssocID="{4D78418C-01F9-4C42-8C3C-F2F6192BFC8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634E73E5-966C-4B3B-A61D-BFA652A01145}" type="pres">
      <dgm:prSet presAssocID="{4D78418C-01F9-4C42-8C3C-F2F6192BFC8F}" presName="spaceRect" presStyleCnt="0"/>
      <dgm:spPr/>
    </dgm:pt>
    <dgm:pt modelId="{08EEEC7A-205E-44E3-8202-00AE6FE9D1F7}" type="pres">
      <dgm:prSet presAssocID="{4D78418C-01F9-4C42-8C3C-F2F6192BFC8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9134111-143E-4558-AC19-24C597AC84F2}" srcId="{53F6EC0C-FE18-4395-93CE-B63B4923C442}" destId="{848D7DF5-577B-4CF9-BE66-94E13B9D9D21}" srcOrd="0" destOrd="0" parTransId="{0B4B2AFF-8D51-4F72-8FB9-70189A5E55B8}" sibTransId="{C8711EF3-2491-43A5-9605-1BDAF58E2D1B}"/>
    <dgm:cxn modelId="{B2394458-4B6E-43A7-9806-30BE35F7ED68}" srcId="{53F6EC0C-FE18-4395-93CE-B63B4923C442}" destId="{1756E408-553E-4797-8B9D-1B3B4A15102C}" srcOrd="1" destOrd="0" parTransId="{3F997BEF-DAE5-47D1-828D-CF566FFE9AD3}" sibTransId="{0397FD7A-53E0-4148-9F0D-9A0567BD3645}"/>
    <dgm:cxn modelId="{F4DFB471-8F91-485B-AD8C-8EBD1AC06689}" type="presOf" srcId="{53F6EC0C-FE18-4395-93CE-B63B4923C442}" destId="{BE56E738-41FB-49B3-AC86-C3802F33C3F8}" srcOrd="0" destOrd="0" presId="urn:microsoft.com/office/officeart/2018/2/layout/IconCircleList"/>
    <dgm:cxn modelId="{9BC9E7B5-13BE-4256-9562-6B652CBBF38D}" srcId="{53F6EC0C-FE18-4395-93CE-B63B4923C442}" destId="{4D78418C-01F9-4C42-8C3C-F2F6192BFC8F}" srcOrd="2" destOrd="0" parTransId="{70677469-EF0F-4D43-BC2A-5FC0BB071DC1}" sibTransId="{A6F36FED-4972-48DD-B7FE-3EF68D0B655A}"/>
    <dgm:cxn modelId="{35E90CD1-62E3-43A1-B1F0-60A9150B7A8A}" type="presOf" srcId="{4D78418C-01F9-4C42-8C3C-F2F6192BFC8F}" destId="{08EEEC7A-205E-44E3-8202-00AE6FE9D1F7}" srcOrd="0" destOrd="0" presId="urn:microsoft.com/office/officeart/2018/2/layout/IconCircleList"/>
    <dgm:cxn modelId="{3A9300D5-4457-461E-A9F8-7BC8CB60BFBC}" type="presOf" srcId="{1756E408-553E-4797-8B9D-1B3B4A15102C}" destId="{991E9779-74C3-41CA-A4FE-CCB464FB0CFD}" srcOrd="0" destOrd="0" presId="urn:microsoft.com/office/officeart/2018/2/layout/IconCircleList"/>
    <dgm:cxn modelId="{6DECECE0-F6D9-42DE-8752-0977B8E77935}" type="presOf" srcId="{848D7DF5-577B-4CF9-BE66-94E13B9D9D21}" destId="{076B1777-F96F-4A98-B99C-24FA36D8D0B6}" srcOrd="0" destOrd="0" presId="urn:microsoft.com/office/officeart/2018/2/layout/IconCircleList"/>
    <dgm:cxn modelId="{575979E2-3D50-4390-BD90-57279452125C}" type="presOf" srcId="{C8711EF3-2491-43A5-9605-1BDAF58E2D1B}" destId="{2538C9F8-6A98-4B58-AFC0-E3FACD592046}" srcOrd="0" destOrd="0" presId="urn:microsoft.com/office/officeart/2018/2/layout/IconCircleList"/>
    <dgm:cxn modelId="{2A6452F6-FD15-415E-85CF-4468648B3523}" type="presOf" srcId="{0397FD7A-53E0-4148-9F0D-9A0567BD3645}" destId="{107F5F34-1D3A-434D-9D3A-0CBF8610649F}" srcOrd="0" destOrd="0" presId="urn:microsoft.com/office/officeart/2018/2/layout/IconCircleList"/>
    <dgm:cxn modelId="{8C0EE736-5199-4A27-BF2C-DE3F5283E180}" type="presParOf" srcId="{BE56E738-41FB-49B3-AC86-C3802F33C3F8}" destId="{A05AE132-FA2A-419C-B0F3-E54DCB0EF9E3}" srcOrd="0" destOrd="0" presId="urn:microsoft.com/office/officeart/2018/2/layout/IconCircleList"/>
    <dgm:cxn modelId="{18518984-3E69-40A3-8B7A-5AF16FE87E75}" type="presParOf" srcId="{A05AE132-FA2A-419C-B0F3-E54DCB0EF9E3}" destId="{2711777C-7631-494F-89D0-52A0F2CF2E54}" srcOrd="0" destOrd="0" presId="urn:microsoft.com/office/officeart/2018/2/layout/IconCircleList"/>
    <dgm:cxn modelId="{2BDD81CB-48A1-47A6-A97C-93A4802BCCFF}" type="presParOf" srcId="{2711777C-7631-494F-89D0-52A0F2CF2E54}" destId="{F57C2019-947C-47D3-B453-4C312EA0DA49}" srcOrd="0" destOrd="0" presId="urn:microsoft.com/office/officeart/2018/2/layout/IconCircleList"/>
    <dgm:cxn modelId="{89A98CD9-5804-4601-BD71-1DD7DB3C2A53}" type="presParOf" srcId="{2711777C-7631-494F-89D0-52A0F2CF2E54}" destId="{257401A4-F837-45AD-B28C-7410C2D541B6}" srcOrd="1" destOrd="0" presId="urn:microsoft.com/office/officeart/2018/2/layout/IconCircleList"/>
    <dgm:cxn modelId="{3211600B-9331-482B-ABCC-FA1793227FB2}" type="presParOf" srcId="{2711777C-7631-494F-89D0-52A0F2CF2E54}" destId="{7C6D233C-F9DC-4CBC-AD05-EE33FAFC2182}" srcOrd="2" destOrd="0" presId="urn:microsoft.com/office/officeart/2018/2/layout/IconCircleList"/>
    <dgm:cxn modelId="{660443F2-B9C7-4952-A906-4401449950A6}" type="presParOf" srcId="{2711777C-7631-494F-89D0-52A0F2CF2E54}" destId="{076B1777-F96F-4A98-B99C-24FA36D8D0B6}" srcOrd="3" destOrd="0" presId="urn:microsoft.com/office/officeart/2018/2/layout/IconCircleList"/>
    <dgm:cxn modelId="{1BA1CDAF-ED02-4327-9F97-9F208B476B9D}" type="presParOf" srcId="{A05AE132-FA2A-419C-B0F3-E54DCB0EF9E3}" destId="{2538C9F8-6A98-4B58-AFC0-E3FACD592046}" srcOrd="1" destOrd="0" presId="urn:microsoft.com/office/officeart/2018/2/layout/IconCircleList"/>
    <dgm:cxn modelId="{D23C1906-45B4-488D-9011-78481DA919FC}" type="presParOf" srcId="{A05AE132-FA2A-419C-B0F3-E54DCB0EF9E3}" destId="{11E15090-9D1E-4616-876B-39E9D639F403}" srcOrd="2" destOrd="0" presId="urn:microsoft.com/office/officeart/2018/2/layout/IconCircleList"/>
    <dgm:cxn modelId="{EB93ABEF-F0A5-4057-8842-4AD7D8D41B59}" type="presParOf" srcId="{11E15090-9D1E-4616-876B-39E9D639F403}" destId="{2C243928-6805-4286-9749-8EA368892676}" srcOrd="0" destOrd="0" presId="urn:microsoft.com/office/officeart/2018/2/layout/IconCircleList"/>
    <dgm:cxn modelId="{E9E12C0C-CCEA-443E-96AF-DC31F0EC9E76}" type="presParOf" srcId="{11E15090-9D1E-4616-876B-39E9D639F403}" destId="{A6EF4FED-B369-4153-A75C-CD1A8A95219E}" srcOrd="1" destOrd="0" presId="urn:microsoft.com/office/officeart/2018/2/layout/IconCircleList"/>
    <dgm:cxn modelId="{9F35FA46-1FD5-4C81-B7A2-F3C6C201903A}" type="presParOf" srcId="{11E15090-9D1E-4616-876B-39E9D639F403}" destId="{4ED0245C-7EFF-4563-966F-B628CD981054}" srcOrd="2" destOrd="0" presId="urn:microsoft.com/office/officeart/2018/2/layout/IconCircleList"/>
    <dgm:cxn modelId="{DDA45403-9739-4B0F-8D06-173A4D0431FE}" type="presParOf" srcId="{11E15090-9D1E-4616-876B-39E9D639F403}" destId="{991E9779-74C3-41CA-A4FE-CCB464FB0CFD}" srcOrd="3" destOrd="0" presId="urn:microsoft.com/office/officeart/2018/2/layout/IconCircleList"/>
    <dgm:cxn modelId="{C29B62E3-518C-48F2-9454-BFCEE13CD3B9}" type="presParOf" srcId="{A05AE132-FA2A-419C-B0F3-E54DCB0EF9E3}" destId="{107F5F34-1D3A-434D-9D3A-0CBF8610649F}" srcOrd="3" destOrd="0" presId="urn:microsoft.com/office/officeart/2018/2/layout/IconCircleList"/>
    <dgm:cxn modelId="{A850EB3D-2097-46B6-BBB1-D3E5725313BA}" type="presParOf" srcId="{A05AE132-FA2A-419C-B0F3-E54DCB0EF9E3}" destId="{8470DE0E-4CDA-4A43-B4B7-CA694E0D404B}" srcOrd="4" destOrd="0" presId="urn:microsoft.com/office/officeart/2018/2/layout/IconCircleList"/>
    <dgm:cxn modelId="{D8B9690C-FC29-488C-B697-9AC55A6EF46B}" type="presParOf" srcId="{8470DE0E-4CDA-4A43-B4B7-CA694E0D404B}" destId="{314689D3-AAE7-4ED0-B579-7C880B63D0BF}" srcOrd="0" destOrd="0" presId="urn:microsoft.com/office/officeart/2018/2/layout/IconCircleList"/>
    <dgm:cxn modelId="{FC5B19CF-3AED-4074-AB82-4AAFE7D1750E}" type="presParOf" srcId="{8470DE0E-4CDA-4A43-B4B7-CA694E0D404B}" destId="{ABD75CC1-2BD5-4AF8-9E41-5A63F71E92B7}" srcOrd="1" destOrd="0" presId="urn:microsoft.com/office/officeart/2018/2/layout/IconCircleList"/>
    <dgm:cxn modelId="{3AA8D017-7E5E-4222-936D-4CB2F4B59631}" type="presParOf" srcId="{8470DE0E-4CDA-4A43-B4B7-CA694E0D404B}" destId="{634E73E5-966C-4B3B-A61D-BFA652A01145}" srcOrd="2" destOrd="0" presId="urn:microsoft.com/office/officeart/2018/2/layout/IconCircleList"/>
    <dgm:cxn modelId="{0487F93B-4DF3-4C3D-BBB5-38FD41D07D50}" type="presParOf" srcId="{8470DE0E-4CDA-4A43-B4B7-CA694E0D404B}" destId="{08EEEC7A-205E-44E3-8202-00AE6FE9D1F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9193CFF-2911-4942-BE3F-B3450660465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82F121F-675D-4278-B52A-FB1BF8D69828}">
      <dgm:prSet/>
      <dgm:spPr/>
      <dgm:t>
        <a:bodyPr/>
        <a:lstStyle/>
        <a:p>
          <a:r>
            <a:rPr lang="en-US" dirty="0"/>
            <a:t>This project is solely student-centric. </a:t>
          </a:r>
        </a:p>
      </dgm:t>
    </dgm:pt>
    <dgm:pt modelId="{BCE97AA0-A5DA-4C5E-9B4F-CBDDB2FE1BF6}" type="parTrans" cxnId="{A4F544CD-8A96-41A0-B2EC-54D736A76B02}">
      <dgm:prSet/>
      <dgm:spPr/>
      <dgm:t>
        <a:bodyPr/>
        <a:lstStyle/>
        <a:p>
          <a:endParaRPr lang="en-US"/>
        </a:p>
      </dgm:t>
    </dgm:pt>
    <dgm:pt modelId="{C6817FE5-3D41-4E5D-AD1B-2046C651A1E9}" type="sibTrans" cxnId="{A4F544CD-8A96-41A0-B2EC-54D736A76B02}">
      <dgm:prSet/>
      <dgm:spPr/>
      <dgm:t>
        <a:bodyPr/>
        <a:lstStyle/>
        <a:p>
          <a:endParaRPr lang="en-US"/>
        </a:p>
      </dgm:t>
    </dgm:pt>
    <dgm:pt modelId="{01A24D53-F9EA-4A5C-8EBE-18D6D2C06871}">
      <dgm:prSet/>
      <dgm:spPr/>
      <dgm:t>
        <a:bodyPr/>
        <a:lstStyle/>
        <a:p>
          <a:pPr rtl="0"/>
          <a:r>
            <a:rPr lang="en-US" dirty="0"/>
            <a:t>With the curriculum alignment implemented in</a:t>
          </a:r>
          <a:r>
            <a:rPr lang="en-US" dirty="0">
              <a:latin typeface="Calibri Light" panose="020F0302020204030204"/>
            </a:rPr>
            <a:t> PS</a:t>
          </a:r>
          <a:r>
            <a:rPr lang="en-US" dirty="0"/>
            <a:t> courses, the students will get similar standards regardless of the section or the faculty teaching that section. </a:t>
          </a:r>
        </a:p>
      </dgm:t>
    </dgm:pt>
    <dgm:pt modelId="{07259547-386B-4D2E-A59D-1E26AD800BB2}" type="parTrans" cxnId="{6D688442-7C2F-4863-82DC-801F6C8EABF1}">
      <dgm:prSet/>
      <dgm:spPr/>
      <dgm:t>
        <a:bodyPr/>
        <a:lstStyle/>
        <a:p>
          <a:endParaRPr lang="en-US"/>
        </a:p>
      </dgm:t>
    </dgm:pt>
    <dgm:pt modelId="{73D2BACA-DC29-4305-AD40-C4A3D43CA867}" type="sibTrans" cxnId="{6D688442-7C2F-4863-82DC-801F6C8EABF1}">
      <dgm:prSet/>
      <dgm:spPr/>
      <dgm:t>
        <a:bodyPr/>
        <a:lstStyle/>
        <a:p>
          <a:endParaRPr lang="en-US"/>
        </a:p>
      </dgm:t>
    </dgm:pt>
    <dgm:pt modelId="{9EE05CEB-2C51-4E56-B1E6-A90D5AD13D17}">
      <dgm:prSet/>
      <dgm:spPr/>
      <dgm:t>
        <a:bodyPr/>
        <a:lstStyle/>
        <a:p>
          <a:pPr rtl="0"/>
          <a:r>
            <a:rPr lang="en-US" dirty="0"/>
            <a:t>The </a:t>
          </a:r>
          <a:r>
            <a:rPr lang="en-US" dirty="0">
              <a:latin typeface="Calibri Light" panose="020F0302020204030204"/>
            </a:rPr>
            <a:t>tutoring</a:t>
          </a:r>
          <a:r>
            <a:rPr lang="en-US" dirty="0"/>
            <a:t> labs will also help us identify the problem areas in </a:t>
          </a:r>
          <a:r>
            <a:rPr lang="en-US" dirty="0">
              <a:latin typeface="Calibri Light" panose="020F0302020204030204"/>
            </a:rPr>
            <a:t>PS courses</a:t>
          </a:r>
          <a:r>
            <a:rPr lang="en-US" dirty="0"/>
            <a:t>. </a:t>
          </a:r>
        </a:p>
      </dgm:t>
    </dgm:pt>
    <dgm:pt modelId="{F51C9CCD-3056-4AA0-B9AF-863069459475}" type="parTrans" cxnId="{918B6938-9EA9-4B3A-B802-CEA949F9ED8D}">
      <dgm:prSet/>
      <dgm:spPr/>
      <dgm:t>
        <a:bodyPr/>
        <a:lstStyle/>
        <a:p>
          <a:endParaRPr lang="en-US"/>
        </a:p>
      </dgm:t>
    </dgm:pt>
    <dgm:pt modelId="{AC4202A7-208F-40F7-981C-F166F599EB1D}" type="sibTrans" cxnId="{918B6938-9EA9-4B3A-B802-CEA949F9ED8D}">
      <dgm:prSet/>
      <dgm:spPr/>
      <dgm:t>
        <a:bodyPr/>
        <a:lstStyle/>
        <a:p>
          <a:endParaRPr lang="en-US"/>
        </a:p>
      </dgm:t>
    </dgm:pt>
    <dgm:pt modelId="{803351D7-E021-48D9-80F4-D329A6125A81}">
      <dgm:prSet/>
      <dgm:spPr/>
      <dgm:t>
        <a:bodyPr/>
        <a:lstStyle/>
        <a:p>
          <a:pPr rtl="0"/>
          <a:r>
            <a:rPr lang="en-US" dirty="0"/>
            <a:t>We hope to achieve </a:t>
          </a:r>
          <a:r>
            <a:rPr lang="en-US" dirty="0">
              <a:latin typeface="Calibri Light" panose="020F0302020204030204"/>
            </a:rPr>
            <a:t>an</a:t>
          </a:r>
          <a:r>
            <a:rPr lang="en-US" dirty="0"/>
            <a:t> </a:t>
          </a:r>
          <a:r>
            <a:rPr lang="en-US" dirty="0">
              <a:latin typeface="Calibri Light" panose="020F0302020204030204"/>
            </a:rPr>
            <a:t>average </a:t>
          </a:r>
          <a:r>
            <a:rPr lang="en-US" dirty="0"/>
            <a:t>DFWI rate of </a:t>
          </a:r>
          <a:r>
            <a:rPr lang="en-US" dirty="0">
              <a:latin typeface="Calibri Light" panose="020F0302020204030204"/>
            </a:rPr>
            <a:t>10</a:t>
          </a:r>
          <a:r>
            <a:rPr lang="en-US" dirty="0"/>
            <a:t>% for all three PS courses by the end of this initiative in the fall of 2023.</a:t>
          </a:r>
        </a:p>
      </dgm:t>
    </dgm:pt>
    <dgm:pt modelId="{1CF403CC-1EF1-4B04-8A35-DA7D0AC42AEA}" type="parTrans" cxnId="{80FC80D5-844C-4A9A-8140-12724E5DA9FA}">
      <dgm:prSet/>
      <dgm:spPr/>
      <dgm:t>
        <a:bodyPr/>
        <a:lstStyle/>
        <a:p>
          <a:endParaRPr lang="en-US"/>
        </a:p>
      </dgm:t>
    </dgm:pt>
    <dgm:pt modelId="{FFE4BAD3-A6F8-47B2-928B-75EA17486C32}" type="sibTrans" cxnId="{80FC80D5-844C-4A9A-8140-12724E5DA9FA}">
      <dgm:prSet/>
      <dgm:spPr/>
      <dgm:t>
        <a:bodyPr/>
        <a:lstStyle/>
        <a:p>
          <a:endParaRPr lang="en-US"/>
        </a:p>
      </dgm:t>
    </dgm:pt>
    <dgm:pt modelId="{B78225C2-4533-4A81-BB47-3DEE0A01EF32}" type="pres">
      <dgm:prSet presAssocID="{A9193CFF-2911-4942-BE3F-B34506604656}" presName="root" presStyleCnt="0">
        <dgm:presLayoutVars>
          <dgm:dir/>
          <dgm:resizeHandles val="exact"/>
        </dgm:presLayoutVars>
      </dgm:prSet>
      <dgm:spPr/>
    </dgm:pt>
    <dgm:pt modelId="{CFF775D5-975A-4BF5-93B3-A8C8CFE88444}" type="pres">
      <dgm:prSet presAssocID="{A9193CFF-2911-4942-BE3F-B34506604656}" presName="container" presStyleCnt="0">
        <dgm:presLayoutVars>
          <dgm:dir/>
          <dgm:resizeHandles val="exact"/>
        </dgm:presLayoutVars>
      </dgm:prSet>
      <dgm:spPr/>
    </dgm:pt>
    <dgm:pt modelId="{03456979-FCA3-4682-BD51-A69BFFE7FC47}" type="pres">
      <dgm:prSet presAssocID="{882F121F-675D-4278-B52A-FB1BF8D69828}" presName="compNode" presStyleCnt="0"/>
      <dgm:spPr/>
    </dgm:pt>
    <dgm:pt modelId="{403C3CAD-D029-4A28-A25B-DD31A4092472}" type="pres">
      <dgm:prSet presAssocID="{882F121F-675D-4278-B52A-FB1BF8D69828}" presName="iconBgRect" presStyleLbl="bgShp" presStyleIdx="0" presStyleCnt="4"/>
      <dgm:spPr/>
    </dgm:pt>
    <dgm:pt modelId="{A4F09424-3878-4C82-9173-5634C8AA6D76}" type="pres">
      <dgm:prSet presAssocID="{882F121F-675D-4278-B52A-FB1BF8D6982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200D3C6D-38BB-4C8F-B1ED-77CD8D62E085}" type="pres">
      <dgm:prSet presAssocID="{882F121F-675D-4278-B52A-FB1BF8D69828}" presName="spaceRect" presStyleCnt="0"/>
      <dgm:spPr/>
    </dgm:pt>
    <dgm:pt modelId="{33DDDEE7-CB96-4CDB-B13F-1A25BE0E66EA}" type="pres">
      <dgm:prSet presAssocID="{882F121F-675D-4278-B52A-FB1BF8D69828}" presName="textRect" presStyleLbl="revTx" presStyleIdx="0" presStyleCnt="4">
        <dgm:presLayoutVars>
          <dgm:chMax val="1"/>
          <dgm:chPref val="1"/>
        </dgm:presLayoutVars>
      </dgm:prSet>
      <dgm:spPr/>
    </dgm:pt>
    <dgm:pt modelId="{BAFCECA5-74EA-4435-8A8B-EE174AEDDE20}" type="pres">
      <dgm:prSet presAssocID="{C6817FE5-3D41-4E5D-AD1B-2046C651A1E9}" presName="sibTrans" presStyleLbl="sibTrans2D1" presStyleIdx="0" presStyleCnt="0"/>
      <dgm:spPr/>
    </dgm:pt>
    <dgm:pt modelId="{1D0E04B7-0CCE-49B2-9A71-F1EADC1C8287}" type="pres">
      <dgm:prSet presAssocID="{01A24D53-F9EA-4A5C-8EBE-18D6D2C06871}" presName="compNode" presStyleCnt="0"/>
      <dgm:spPr/>
    </dgm:pt>
    <dgm:pt modelId="{3F567CB7-857F-4E9D-ABF3-7562DEAA7D1A}" type="pres">
      <dgm:prSet presAssocID="{01A24D53-F9EA-4A5C-8EBE-18D6D2C06871}" presName="iconBgRect" presStyleLbl="bgShp" presStyleIdx="1" presStyleCnt="4"/>
      <dgm:spPr/>
    </dgm:pt>
    <dgm:pt modelId="{EC55B443-B384-44E8-B559-6E73372E1ED2}" type="pres">
      <dgm:prSet presAssocID="{01A24D53-F9EA-4A5C-8EBE-18D6D2C0687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D40965B0-CCFF-4EB8-A498-BD406FEB61A4}" type="pres">
      <dgm:prSet presAssocID="{01A24D53-F9EA-4A5C-8EBE-18D6D2C06871}" presName="spaceRect" presStyleCnt="0"/>
      <dgm:spPr/>
    </dgm:pt>
    <dgm:pt modelId="{23681656-F44E-4E24-B090-015A9001E133}" type="pres">
      <dgm:prSet presAssocID="{01A24D53-F9EA-4A5C-8EBE-18D6D2C06871}" presName="textRect" presStyleLbl="revTx" presStyleIdx="1" presStyleCnt="4">
        <dgm:presLayoutVars>
          <dgm:chMax val="1"/>
          <dgm:chPref val="1"/>
        </dgm:presLayoutVars>
      </dgm:prSet>
      <dgm:spPr/>
    </dgm:pt>
    <dgm:pt modelId="{15C5D87F-8716-453D-9135-69954B76BBC5}" type="pres">
      <dgm:prSet presAssocID="{73D2BACA-DC29-4305-AD40-C4A3D43CA867}" presName="sibTrans" presStyleLbl="sibTrans2D1" presStyleIdx="0" presStyleCnt="0"/>
      <dgm:spPr/>
    </dgm:pt>
    <dgm:pt modelId="{C562A580-5C85-400A-B4D3-C8DF89B3F876}" type="pres">
      <dgm:prSet presAssocID="{9EE05CEB-2C51-4E56-B1E6-A90D5AD13D17}" presName="compNode" presStyleCnt="0"/>
      <dgm:spPr/>
    </dgm:pt>
    <dgm:pt modelId="{9769A130-4545-4ACB-8EFC-69F607601633}" type="pres">
      <dgm:prSet presAssocID="{9EE05CEB-2C51-4E56-B1E6-A90D5AD13D17}" presName="iconBgRect" presStyleLbl="bgShp" presStyleIdx="2" presStyleCnt="4"/>
      <dgm:spPr/>
    </dgm:pt>
    <dgm:pt modelId="{DFC19C47-013F-4FA1-A1F3-1A4E84884DB2}" type="pres">
      <dgm:prSet presAssocID="{9EE05CEB-2C51-4E56-B1E6-A90D5AD13D1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EEC6C1E9-5CEF-4F70-99E3-9E9CD95FCC82}" type="pres">
      <dgm:prSet presAssocID="{9EE05CEB-2C51-4E56-B1E6-A90D5AD13D17}" presName="spaceRect" presStyleCnt="0"/>
      <dgm:spPr/>
    </dgm:pt>
    <dgm:pt modelId="{E30BE0DD-B99A-4FCF-94D7-B799CC259887}" type="pres">
      <dgm:prSet presAssocID="{9EE05CEB-2C51-4E56-B1E6-A90D5AD13D17}" presName="textRect" presStyleLbl="revTx" presStyleIdx="2" presStyleCnt="4">
        <dgm:presLayoutVars>
          <dgm:chMax val="1"/>
          <dgm:chPref val="1"/>
        </dgm:presLayoutVars>
      </dgm:prSet>
      <dgm:spPr/>
    </dgm:pt>
    <dgm:pt modelId="{F7BC20E7-007F-4777-AC10-E5213983929D}" type="pres">
      <dgm:prSet presAssocID="{AC4202A7-208F-40F7-981C-F166F599EB1D}" presName="sibTrans" presStyleLbl="sibTrans2D1" presStyleIdx="0" presStyleCnt="0"/>
      <dgm:spPr/>
    </dgm:pt>
    <dgm:pt modelId="{99DB037F-DAC7-4AFC-9B1C-FDBC7B4B8763}" type="pres">
      <dgm:prSet presAssocID="{803351D7-E021-48D9-80F4-D329A6125A81}" presName="compNode" presStyleCnt="0"/>
      <dgm:spPr/>
    </dgm:pt>
    <dgm:pt modelId="{BA37F00F-DCBA-42CC-B9AF-8BB3C3745B6F}" type="pres">
      <dgm:prSet presAssocID="{803351D7-E021-48D9-80F4-D329A6125A81}" presName="iconBgRect" presStyleLbl="bgShp" presStyleIdx="3" presStyleCnt="4"/>
      <dgm:spPr/>
    </dgm:pt>
    <dgm:pt modelId="{418E246B-8651-4F02-9B4F-50BF9398EF0F}" type="pres">
      <dgm:prSet presAssocID="{803351D7-E021-48D9-80F4-D329A6125A8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A4CADE83-6FDA-40B7-892B-547577C6230D}" type="pres">
      <dgm:prSet presAssocID="{803351D7-E021-48D9-80F4-D329A6125A81}" presName="spaceRect" presStyleCnt="0"/>
      <dgm:spPr/>
    </dgm:pt>
    <dgm:pt modelId="{59C4B931-C82C-4CAF-AC08-01DD61378298}" type="pres">
      <dgm:prSet presAssocID="{803351D7-E021-48D9-80F4-D329A6125A8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18B6938-9EA9-4B3A-B802-CEA949F9ED8D}" srcId="{A9193CFF-2911-4942-BE3F-B34506604656}" destId="{9EE05CEB-2C51-4E56-B1E6-A90D5AD13D17}" srcOrd="2" destOrd="0" parTransId="{F51C9CCD-3056-4AA0-B9AF-863069459475}" sibTransId="{AC4202A7-208F-40F7-981C-F166F599EB1D}"/>
    <dgm:cxn modelId="{6D688442-7C2F-4863-82DC-801F6C8EABF1}" srcId="{A9193CFF-2911-4942-BE3F-B34506604656}" destId="{01A24D53-F9EA-4A5C-8EBE-18D6D2C06871}" srcOrd="1" destOrd="0" parTransId="{07259547-386B-4D2E-A59D-1E26AD800BB2}" sibTransId="{73D2BACA-DC29-4305-AD40-C4A3D43CA867}"/>
    <dgm:cxn modelId="{74157D7F-2249-44F0-AFD2-167422FDEF6D}" type="presOf" srcId="{AC4202A7-208F-40F7-981C-F166F599EB1D}" destId="{F7BC20E7-007F-4777-AC10-E5213983929D}" srcOrd="0" destOrd="0" presId="urn:microsoft.com/office/officeart/2018/2/layout/IconCircleList"/>
    <dgm:cxn modelId="{BA66938E-3047-48FA-A83D-19368BE08CF5}" type="presOf" srcId="{803351D7-E021-48D9-80F4-D329A6125A81}" destId="{59C4B931-C82C-4CAF-AC08-01DD61378298}" srcOrd="0" destOrd="0" presId="urn:microsoft.com/office/officeart/2018/2/layout/IconCircleList"/>
    <dgm:cxn modelId="{81E90F98-949B-459D-AF11-133E26563BE2}" type="presOf" srcId="{A9193CFF-2911-4942-BE3F-B34506604656}" destId="{B78225C2-4533-4A81-BB47-3DEE0A01EF32}" srcOrd="0" destOrd="0" presId="urn:microsoft.com/office/officeart/2018/2/layout/IconCircleList"/>
    <dgm:cxn modelId="{87C8D39A-3876-49C4-9802-08112131A92C}" type="presOf" srcId="{882F121F-675D-4278-B52A-FB1BF8D69828}" destId="{33DDDEE7-CB96-4CDB-B13F-1A25BE0E66EA}" srcOrd="0" destOrd="0" presId="urn:microsoft.com/office/officeart/2018/2/layout/IconCircleList"/>
    <dgm:cxn modelId="{185FEEA8-8EFE-4C68-B0F0-A8D88E408A89}" type="presOf" srcId="{73D2BACA-DC29-4305-AD40-C4A3D43CA867}" destId="{15C5D87F-8716-453D-9135-69954B76BBC5}" srcOrd="0" destOrd="0" presId="urn:microsoft.com/office/officeart/2018/2/layout/IconCircleList"/>
    <dgm:cxn modelId="{A4F544CD-8A96-41A0-B2EC-54D736A76B02}" srcId="{A9193CFF-2911-4942-BE3F-B34506604656}" destId="{882F121F-675D-4278-B52A-FB1BF8D69828}" srcOrd="0" destOrd="0" parTransId="{BCE97AA0-A5DA-4C5E-9B4F-CBDDB2FE1BF6}" sibTransId="{C6817FE5-3D41-4E5D-AD1B-2046C651A1E9}"/>
    <dgm:cxn modelId="{5CEC30D3-CD44-4176-B2B1-CD6BD5E5C4AF}" type="presOf" srcId="{C6817FE5-3D41-4E5D-AD1B-2046C651A1E9}" destId="{BAFCECA5-74EA-4435-8A8B-EE174AEDDE20}" srcOrd="0" destOrd="0" presId="urn:microsoft.com/office/officeart/2018/2/layout/IconCircleList"/>
    <dgm:cxn modelId="{9F5C4CD4-10B1-4717-82F3-17DD0D1E8764}" type="presOf" srcId="{9EE05CEB-2C51-4E56-B1E6-A90D5AD13D17}" destId="{E30BE0DD-B99A-4FCF-94D7-B799CC259887}" srcOrd="0" destOrd="0" presId="urn:microsoft.com/office/officeart/2018/2/layout/IconCircleList"/>
    <dgm:cxn modelId="{80FC80D5-844C-4A9A-8140-12724E5DA9FA}" srcId="{A9193CFF-2911-4942-BE3F-B34506604656}" destId="{803351D7-E021-48D9-80F4-D329A6125A81}" srcOrd="3" destOrd="0" parTransId="{1CF403CC-1EF1-4B04-8A35-DA7D0AC42AEA}" sibTransId="{FFE4BAD3-A6F8-47B2-928B-75EA17486C32}"/>
    <dgm:cxn modelId="{5F5905EA-E0E9-4540-86DD-8471CB75111D}" type="presOf" srcId="{01A24D53-F9EA-4A5C-8EBE-18D6D2C06871}" destId="{23681656-F44E-4E24-B090-015A9001E133}" srcOrd="0" destOrd="0" presId="urn:microsoft.com/office/officeart/2018/2/layout/IconCircleList"/>
    <dgm:cxn modelId="{A7A9FE9E-2585-4FCA-8E69-FFC13BDFC2D6}" type="presParOf" srcId="{B78225C2-4533-4A81-BB47-3DEE0A01EF32}" destId="{CFF775D5-975A-4BF5-93B3-A8C8CFE88444}" srcOrd="0" destOrd="0" presId="urn:microsoft.com/office/officeart/2018/2/layout/IconCircleList"/>
    <dgm:cxn modelId="{9C293417-1211-4A4F-A994-439E788A3891}" type="presParOf" srcId="{CFF775D5-975A-4BF5-93B3-A8C8CFE88444}" destId="{03456979-FCA3-4682-BD51-A69BFFE7FC47}" srcOrd="0" destOrd="0" presId="urn:microsoft.com/office/officeart/2018/2/layout/IconCircleList"/>
    <dgm:cxn modelId="{63DE5BFA-5742-4BC3-BA1A-2ECCF0418BEA}" type="presParOf" srcId="{03456979-FCA3-4682-BD51-A69BFFE7FC47}" destId="{403C3CAD-D029-4A28-A25B-DD31A4092472}" srcOrd="0" destOrd="0" presId="urn:microsoft.com/office/officeart/2018/2/layout/IconCircleList"/>
    <dgm:cxn modelId="{7DB95532-10A1-4707-AC40-D2FA75D821A7}" type="presParOf" srcId="{03456979-FCA3-4682-BD51-A69BFFE7FC47}" destId="{A4F09424-3878-4C82-9173-5634C8AA6D76}" srcOrd="1" destOrd="0" presId="urn:microsoft.com/office/officeart/2018/2/layout/IconCircleList"/>
    <dgm:cxn modelId="{C0D49EC8-3613-4908-A300-FC8E11B1E786}" type="presParOf" srcId="{03456979-FCA3-4682-BD51-A69BFFE7FC47}" destId="{200D3C6D-38BB-4C8F-B1ED-77CD8D62E085}" srcOrd="2" destOrd="0" presId="urn:microsoft.com/office/officeart/2018/2/layout/IconCircleList"/>
    <dgm:cxn modelId="{14078ADC-F762-476A-82BE-0C512B7A525D}" type="presParOf" srcId="{03456979-FCA3-4682-BD51-A69BFFE7FC47}" destId="{33DDDEE7-CB96-4CDB-B13F-1A25BE0E66EA}" srcOrd="3" destOrd="0" presId="urn:microsoft.com/office/officeart/2018/2/layout/IconCircleList"/>
    <dgm:cxn modelId="{51E0E97A-9CE5-4696-A16F-5C73C5CA5185}" type="presParOf" srcId="{CFF775D5-975A-4BF5-93B3-A8C8CFE88444}" destId="{BAFCECA5-74EA-4435-8A8B-EE174AEDDE20}" srcOrd="1" destOrd="0" presId="urn:microsoft.com/office/officeart/2018/2/layout/IconCircleList"/>
    <dgm:cxn modelId="{9FCF786B-62AD-4BAE-A273-A81B016A9684}" type="presParOf" srcId="{CFF775D5-975A-4BF5-93B3-A8C8CFE88444}" destId="{1D0E04B7-0CCE-49B2-9A71-F1EADC1C8287}" srcOrd="2" destOrd="0" presId="urn:microsoft.com/office/officeart/2018/2/layout/IconCircleList"/>
    <dgm:cxn modelId="{E5EFFCC3-3397-48D9-A097-996DD1652CB0}" type="presParOf" srcId="{1D0E04B7-0CCE-49B2-9A71-F1EADC1C8287}" destId="{3F567CB7-857F-4E9D-ABF3-7562DEAA7D1A}" srcOrd="0" destOrd="0" presId="urn:microsoft.com/office/officeart/2018/2/layout/IconCircleList"/>
    <dgm:cxn modelId="{3227E612-BD91-4CB3-BF1C-C210B7E468AB}" type="presParOf" srcId="{1D0E04B7-0CCE-49B2-9A71-F1EADC1C8287}" destId="{EC55B443-B384-44E8-B559-6E73372E1ED2}" srcOrd="1" destOrd="0" presId="urn:microsoft.com/office/officeart/2018/2/layout/IconCircleList"/>
    <dgm:cxn modelId="{FCB62BA3-5788-4AF9-AEE4-847B5A223C41}" type="presParOf" srcId="{1D0E04B7-0CCE-49B2-9A71-F1EADC1C8287}" destId="{D40965B0-CCFF-4EB8-A498-BD406FEB61A4}" srcOrd="2" destOrd="0" presId="urn:microsoft.com/office/officeart/2018/2/layout/IconCircleList"/>
    <dgm:cxn modelId="{9302BA9D-1F34-4B04-AAE4-DF2C7C34DAA2}" type="presParOf" srcId="{1D0E04B7-0CCE-49B2-9A71-F1EADC1C8287}" destId="{23681656-F44E-4E24-B090-015A9001E133}" srcOrd="3" destOrd="0" presId="urn:microsoft.com/office/officeart/2018/2/layout/IconCircleList"/>
    <dgm:cxn modelId="{42D68DF2-1F05-457D-B569-A696E9031B64}" type="presParOf" srcId="{CFF775D5-975A-4BF5-93B3-A8C8CFE88444}" destId="{15C5D87F-8716-453D-9135-69954B76BBC5}" srcOrd="3" destOrd="0" presId="urn:microsoft.com/office/officeart/2018/2/layout/IconCircleList"/>
    <dgm:cxn modelId="{6446D6D1-6CE6-4B83-B8A5-4807F818F0A9}" type="presParOf" srcId="{CFF775D5-975A-4BF5-93B3-A8C8CFE88444}" destId="{C562A580-5C85-400A-B4D3-C8DF89B3F876}" srcOrd="4" destOrd="0" presId="urn:microsoft.com/office/officeart/2018/2/layout/IconCircleList"/>
    <dgm:cxn modelId="{71A7B4EE-A173-4F3D-A0E7-CC55E1448242}" type="presParOf" srcId="{C562A580-5C85-400A-B4D3-C8DF89B3F876}" destId="{9769A130-4545-4ACB-8EFC-69F607601633}" srcOrd="0" destOrd="0" presId="urn:microsoft.com/office/officeart/2018/2/layout/IconCircleList"/>
    <dgm:cxn modelId="{808E498A-F025-4394-A6E7-F67ADE60FB13}" type="presParOf" srcId="{C562A580-5C85-400A-B4D3-C8DF89B3F876}" destId="{DFC19C47-013F-4FA1-A1F3-1A4E84884DB2}" srcOrd="1" destOrd="0" presId="urn:microsoft.com/office/officeart/2018/2/layout/IconCircleList"/>
    <dgm:cxn modelId="{CD8FA355-D249-409B-A37F-AC5E0E91C4EF}" type="presParOf" srcId="{C562A580-5C85-400A-B4D3-C8DF89B3F876}" destId="{EEC6C1E9-5CEF-4F70-99E3-9E9CD95FCC82}" srcOrd="2" destOrd="0" presId="urn:microsoft.com/office/officeart/2018/2/layout/IconCircleList"/>
    <dgm:cxn modelId="{4B3887A9-9B10-493F-A574-811AB49DDACB}" type="presParOf" srcId="{C562A580-5C85-400A-B4D3-C8DF89B3F876}" destId="{E30BE0DD-B99A-4FCF-94D7-B799CC259887}" srcOrd="3" destOrd="0" presId="urn:microsoft.com/office/officeart/2018/2/layout/IconCircleList"/>
    <dgm:cxn modelId="{27528757-F665-4669-B7E9-CC64734465F4}" type="presParOf" srcId="{CFF775D5-975A-4BF5-93B3-A8C8CFE88444}" destId="{F7BC20E7-007F-4777-AC10-E5213983929D}" srcOrd="5" destOrd="0" presId="urn:microsoft.com/office/officeart/2018/2/layout/IconCircleList"/>
    <dgm:cxn modelId="{080932B5-9BD3-4DB9-9703-1E1A0CEF163C}" type="presParOf" srcId="{CFF775D5-975A-4BF5-93B3-A8C8CFE88444}" destId="{99DB037F-DAC7-4AFC-9B1C-FDBC7B4B8763}" srcOrd="6" destOrd="0" presId="urn:microsoft.com/office/officeart/2018/2/layout/IconCircleList"/>
    <dgm:cxn modelId="{E36DEBEB-FF34-4790-83C2-AAC3392142DF}" type="presParOf" srcId="{99DB037F-DAC7-4AFC-9B1C-FDBC7B4B8763}" destId="{BA37F00F-DCBA-42CC-B9AF-8BB3C3745B6F}" srcOrd="0" destOrd="0" presId="urn:microsoft.com/office/officeart/2018/2/layout/IconCircleList"/>
    <dgm:cxn modelId="{0111DBFB-FEE2-4128-9B1C-4CF496ABB97B}" type="presParOf" srcId="{99DB037F-DAC7-4AFC-9B1C-FDBC7B4B8763}" destId="{418E246B-8651-4F02-9B4F-50BF9398EF0F}" srcOrd="1" destOrd="0" presId="urn:microsoft.com/office/officeart/2018/2/layout/IconCircleList"/>
    <dgm:cxn modelId="{9E08CB9D-83B9-4507-A77B-753E99261BD1}" type="presParOf" srcId="{99DB037F-DAC7-4AFC-9B1C-FDBC7B4B8763}" destId="{A4CADE83-6FDA-40B7-892B-547577C6230D}" srcOrd="2" destOrd="0" presId="urn:microsoft.com/office/officeart/2018/2/layout/IconCircleList"/>
    <dgm:cxn modelId="{020CAD33-6813-4234-A05B-65D88C8ED583}" type="presParOf" srcId="{99DB037F-DAC7-4AFC-9B1C-FDBC7B4B8763}" destId="{59C4B931-C82C-4CAF-AC08-01DD6137829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5B7DA7-D63A-5043-A7B6-8475AC8E9392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51F1A2-D680-E14D-8B60-C20CA0E9677B}">
      <dsp:nvSpPr>
        <dsp:cNvPr id="0" name=""/>
        <dsp:cNvSpPr/>
      </dsp:nvSpPr>
      <dsp:spPr>
        <a:xfrm>
          <a:off x="0" y="675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Background</a:t>
          </a:r>
        </a:p>
      </dsp:txBody>
      <dsp:txXfrm>
        <a:off x="0" y="675"/>
        <a:ext cx="6900512" cy="790684"/>
      </dsp:txXfrm>
    </dsp:sp>
    <dsp:sp modelId="{01A66A1F-17B1-6C44-BE07-F7DB1E4A31E8}">
      <dsp:nvSpPr>
        <dsp:cNvPr id="0" name=""/>
        <dsp:cNvSpPr/>
      </dsp:nvSpPr>
      <dsp:spPr>
        <a:xfrm>
          <a:off x="0" y="791359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903A2D-97C5-7D4B-9CE4-B658794CFF0E}">
      <dsp:nvSpPr>
        <dsp:cNvPr id="0" name=""/>
        <dsp:cNvSpPr/>
      </dsp:nvSpPr>
      <dsp:spPr>
        <a:xfrm>
          <a:off x="0" y="791359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Purpose/Objective</a:t>
          </a:r>
        </a:p>
      </dsp:txBody>
      <dsp:txXfrm>
        <a:off x="0" y="791359"/>
        <a:ext cx="6900512" cy="790684"/>
      </dsp:txXfrm>
    </dsp:sp>
    <dsp:sp modelId="{95CF3DA6-8AA1-EA4D-B59D-DB9BCDA1CC05}">
      <dsp:nvSpPr>
        <dsp:cNvPr id="0" name=""/>
        <dsp:cNvSpPr/>
      </dsp:nvSpPr>
      <dsp:spPr>
        <a:xfrm>
          <a:off x="0" y="1582044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31290B-D347-334B-B33D-FF328CF9B471}">
      <dsp:nvSpPr>
        <dsp:cNvPr id="0" name=""/>
        <dsp:cNvSpPr/>
      </dsp:nvSpPr>
      <dsp:spPr>
        <a:xfrm>
          <a:off x="0" y="1582044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Methodology</a:t>
          </a:r>
        </a:p>
      </dsp:txBody>
      <dsp:txXfrm>
        <a:off x="0" y="1582044"/>
        <a:ext cx="6900512" cy="790684"/>
      </dsp:txXfrm>
    </dsp:sp>
    <dsp:sp modelId="{70478467-04DE-7245-BC7A-9073DDB4B5D1}">
      <dsp:nvSpPr>
        <dsp:cNvPr id="0" name=""/>
        <dsp:cNvSpPr/>
      </dsp:nvSpPr>
      <dsp:spPr>
        <a:xfrm>
          <a:off x="0" y="2372728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C44B4E-3CDE-004A-BCD3-7204C6997D7E}">
      <dsp:nvSpPr>
        <dsp:cNvPr id="0" name=""/>
        <dsp:cNvSpPr/>
      </dsp:nvSpPr>
      <dsp:spPr>
        <a:xfrm>
          <a:off x="0" y="2372728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Results</a:t>
          </a:r>
        </a:p>
      </dsp:txBody>
      <dsp:txXfrm>
        <a:off x="0" y="2372728"/>
        <a:ext cx="6900512" cy="790684"/>
      </dsp:txXfrm>
    </dsp:sp>
    <dsp:sp modelId="{78F0649D-DB42-9C46-935C-402A2F267C02}">
      <dsp:nvSpPr>
        <dsp:cNvPr id="0" name=""/>
        <dsp:cNvSpPr/>
      </dsp:nvSpPr>
      <dsp:spPr>
        <a:xfrm>
          <a:off x="0" y="3163412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1FA0AB-F7AB-CC4C-B2D3-31764991B526}">
      <dsp:nvSpPr>
        <dsp:cNvPr id="0" name=""/>
        <dsp:cNvSpPr/>
      </dsp:nvSpPr>
      <dsp:spPr>
        <a:xfrm>
          <a:off x="0" y="3163412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Survey Results</a:t>
          </a:r>
        </a:p>
      </dsp:txBody>
      <dsp:txXfrm>
        <a:off x="0" y="3163412"/>
        <a:ext cx="6900512" cy="790684"/>
      </dsp:txXfrm>
    </dsp:sp>
    <dsp:sp modelId="{5ED397C0-20BD-4D4D-B5BA-A14E357BDA0B}">
      <dsp:nvSpPr>
        <dsp:cNvPr id="0" name=""/>
        <dsp:cNvSpPr/>
      </dsp:nvSpPr>
      <dsp:spPr>
        <a:xfrm>
          <a:off x="0" y="3954096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B3E8C1-EEEC-134D-89A0-38E546BED65B}">
      <dsp:nvSpPr>
        <dsp:cNvPr id="0" name=""/>
        <dsp:cNvSpPr/>
      </dsp:nvSpPr>
      <dsp:spPr>
        <a:xfrm>
          <a:off x="0" y="3954096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Conclusion</a:t>
          </a:r>
        </a:p>
      </dsp:txBody>
      <dsp:txXfrm>
        <a:off x="0" y="3954096"/>
        <a:ext cx="6900512" cy="790684"/>
      </dsp:txXfrm>
    </dsp:sp>
    <dsp:sp modelId="{9FF1FC1D-B400-7843-B56F-03F3D14748C7}">
      <dsp:nvSpPr>
        <dsp:cNvPr id="0" name=""/>
        <dsp:cNvSpPr/>
      </dsp:nvSpPr>
      <dsp:spPr>
        <a:xfrm>
          <a:off x="0" y="4744781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1E44E1-7630-D242-B7B4-F4D9CDEF2762}">
      <dsp:nvSpPr>
        <dsp:cNvPr id="0" name=""/>
        <dsp:cNvSpPr/>
      </dsp:nvSpPr>
      <dsp:spPr>
        <a:xfrm>
          <a:off x="0" y="4744781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Acknowledgment</a:t>
          </a:r>
        </a:p>
      </dsp:txBody>
      <dsp:txXfrm>
        <a:off x="0" y="4744781"/>
        <a:ext cx="6900512" cy="7906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7BFD7-C69C-4EC0-9B68-54F6417665A5}">
      <dsp:nvSpPr>
        <dsp:cNvPr id="0" name=""/>
        <dsp:cNvSpPr/>
      </dsp:nvSpPr>
      <dsp:spPr>
        <a:xfrm>
          <a:off x="0" y="0"/>
          <a:ext cx="3291498" cy="348530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618" tIns="330200" rIns="256618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Times New Roman"/>
              <a:cs typeface="Times New Roman"/>
            </a:rPr>
            <a:t>Every year students from STEM major take 3 PS courses 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Times New Roman"/>
              <a:cs typeface="Times New Roman"/>
            </a:rPr>
            <a:t>Programming I(COMS 2104)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Times New Roman"/>
              <a:cs typeface="Times New Roman"/>
            </a:rPr>
            <a:t>Programming II(COMS 2203)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Times New Roman"/>
              <a:cs typeface="Times New Roman"/>
            </a:rPr>
            <a:t>Data Structures (COMS 2213)</a:t>
          </a:r>
        </a:p>
      </dsp:txBody>
      <dsp:txXfrm>
        <a:off x="0" y="1324417"/>
        <a:ext cx="3291498" cy="2091184"/>
      </dsp:txXfrm>
    </dsp:sp>
    <dsp:sp modelId="{255F1EC0-7B0A-42F2-A480-6DB8CE610A23}">
      <dsp:nvSpPr>
        <dsp:cNvPr id="0" name=""/>
        <dsp:cNvSpPr/>
      </dsp:nvSpPr>
      <dsp:spPr>
        <a:xfrm>
          <a:off x="1122952" y="348530"/>
          <a:ext cx="1045592" cy="104559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518" tIns="12700" rIns="8151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276075" y="501653"/>
        <a:ext cx="739346" cy="739346"/>
      </dsp:txXfrm>
    </dsp:sp>
    <dsp:sp modelId="{0DEC5EBE-8C40-4F1A-A37B-7C539282FFFC}">
      <dsp:nvSpPr>
        <dsp:cNvPr id="0" name=""/>
        <dsp:cNvSpPr/>
      </dsp:nvSpPr>
      <dsp:spPr>
        <a:xfrm>
          <a:off x="0" y="3485236"/>
          <a:ext cx="3291498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8C40B9-7622-4D44-881D-12779EEEAC7C}">
      <dsp:nvSpPr>
        <dsp:cNvPr id="0" name=""/>
        <dsp:cNvSpPr/>
      </dsp:nvSpPr>
      <dsp:spPr>
        <a:xfrm>
          <a:off x="3620647" y="0"/>
          <a:ext cx="3291498" cy="3485308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618" tIns="330200" rIns="256618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Times New Roman"/>
              <a:cs typeface="Times New Roman"/>
            </a:rPr>
            <a:t>Department of Engineering and Computing Science struggling to retain students.</a:t>
          </a:r>
        </a:p>
      </dsp:txBody>
      <dsp:txXfrm>
        <a:off x="3620647" y="1324417"/>
        <a:ext cx="3291498" cy="2091184"/>
      </dsp:txXfrm>
    </dsp:sp>
    <dsp:sp modelId="{ECEF3B47-6B5A-443C-A971-F35AD1C2C48E}">
      <dsp:nvSpPr>
        <dsp:cNvPr id="0" name=""/>
        <dsp:cNvSpPr/>
      </dsp:nvSpPr>
      <dsp:spPr>
        <a:xfrm>
          <a:off x="4743600" y="348530"/>
          <a:ext cx="1045592" cy="104559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518" tIns="12700" rIns="8151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896723" y="501653"/>
        <a:ext cx="739346" cy="739346"/>
      </dsp:txXfrm>
    </dsp:sp>
    <dsp:sp modelId="{CD6F98EC-3851-4A52-9FBB-6BB12F70EBD8}">
      <dsp:nvSpPr>
        <dsp:cNvPr id="0" name=""/>
        <dsp:cNvSpPr/>
      </dsp:nvSpPr>
      <dsp:spPr>
        <a:xfrm>
          <a:off x="3620647" y="3485236"/>
          <a:ext cx="3291498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5FA5B7-123C-44EB-8A94-11B61BE67221}">
      <dsp:nvSpPr>
        <dsp:cNvPr id="0" name=""/>
        <dsp:cNvSpPr/>
      </dsp:nvSpPr>
      <dsp:spPr>
        <a:xfrm>
          <a:off x="7241295" y="0"/>
          <a:ext cx="3291498" cy="3485308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618" tIns="330200" rIns="256618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Times New Roman"/>
              <a:cs typeface="Times New Roman"/>
            </a:rPr>
            <a:t>DFWI rate for those PS course from 2015-2019 was 32%, 35% and 27%.</a:t>
          </a:r>
        </a:p>
      </dsp:txBody>
      <dsp:txXfrm>
        <a:off x="7241295" y="1324417"/>
        <a:ext cx="3291498" cy="2091184"/>
      </dsp:txXfrm>
    </dsp:sp>
    <dsp:sp modelId="{D1B68041-2467-41DA-A56B-11CD8B0B8093}">
      <dsp:nvSpPr>
        <dsp:cNvPr id="0" name=""/>
        <dsp:cNvSpPr/>
      </dsp:nvSpPr>
      <dsp:spPr>
        <a:xfrm>
          <a:off x="8364248" y="348530"/>
          <a:ext cx="1045592" cy="104559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518" tIns="12700" rIns="8151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517371" y="501653"/>
        <a:ext cx="739346" cy="739346"/>
      </dsp:txXfrm>
    </dsp:sp>
    <dsp:sp modelId="{60EBBE07-2132-4597-8C91-D9D5194CC11D}">
      <dsp:nvSpPr>
        <dsp:cNvPr id="0" name=""/>
        <dsp:cNvSpPr/>
      </dsp:nvSpPr>
      <dsp:spPr>
        <a:xfrm>
          <a:off x="7241295" y="3485236"/>
          <a:ext cx="3291498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0AACDB-40ED-4FC3-B97C-A9938434223F}">
      <dsp:nvSpPr>
        <dsp:cNvPr id="0" name=""/>
        <dsp:cNvSpPr/>
      </dsp:nvSpPr>
      <dsp:spPr>
        <a:xfrm>
          <a:off x="2368713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8A536E-DC0E-4C50-86D2-BD05259798C0}">
      <dsp:nvSpPr>
        <dsp:cNvPr id="0" name=""/>
        <dsp:cNvSpPr/>
      </dsp:nvSpPr>
      <dsp:spPr>
        <a:xfrm>
          <a:off x="1180713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Times New Roman"/>
              <a:cs typeface="Times New Roman"/>
            </a:rPr>
            <a:t>Increase the first year and second-year student retention in Programming Sequence courses. </a:t>
          </a:r>
        </a:p>
      </dsp:txBody>
      <dsp:txXfrm>
        <a:off x="1180713" y="2943510"/>
        <a:ext cx="4320000" cy="720000"/>
      </dsp:txXfrm>
    </dsp:sp>
    <dsp:sp modelId="{88B189EF-AF9D-4ABA-A648-112BD6566942}">
      <dsp:nvSpPr>
        <dsp:cNvPr id="0" name=""/>
        <dsp:cNvSpPr/>
      </dsp:nvSpPr>
      <dsp:spPr>
        <a:xfrm>
          <a:off x="7444713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CE9AB1-8CCB-4D31-AE79-4B0C6BC572CC}">
      <dsp:nvSpPr>
        <dsp:cNvPr id="0" name=""/>
        <dsp:cNvSpPr/>
      </dsp:nvSpPr>
      <dsp:spPr>
        <a:xfrm>
          <a:off x="6256713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Times New Roman"/>
              <a:cs typeface="Times New Roman"/>
            </a:rPr>
            <a:t>Decreasing DFWI  rates 10% each year.</a:t>
          </a:r>
        </a:p>
      </dsp:txBody>
      <dsp:txXfrm>
        <a:off x="6256713" y="2943510"/>
        <a:ext cx="432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C1A1DF-43A5-4269-BC78-3CA53E77DE9E}">
      <dsp:nvSpPr>
        <dsp:cNvPr id="0" name=""/>
        <dsp:cNvSpPr/>
      </dsp:nvSpPr>
      <dsp:spPr>
        <a:xfrm>
          <a:off x="962512" y="1180364"/>
          <a:ext cx="1487085" cy="14870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88C1D8-9CFF-410B-A774-9B0BFFD243AC}">
      <dsp:nvSpPr>
        <dsp:cNvPr id="0" name=""/>
        <dsp:cNvSpPr/>
      </dsp:nvSpPr>
      <dsp:spPr>
        <a:xfrm>
          <a:off x="1279432" y="1497283"/>
          <a:ext cx="853245" cy="8532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1F837A-04DF-487D-8326-AB20A1A31EA7}">
      <dsp:nvSpPr>
        <dsp:cNvPr id="0" name=""/>
        <dsp:cNvSpPr/>
      </dsp:nvSpPr>
      <dsp:spPr>
        <a:xfrm>
          <a:off x="487133" y="3130639"/>
          <a:ext cx="24378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>
              <a:latin typeface="Times New Roman"/>
              <a:cs typeface="Times New Roman"/>
            </a:rPr>
            <a:t>Create a tutoring lab for students enrolled in a programming course.</a:t>
          </a:r>
        </a:p>
      </dsp:txBody>
      <dsp:txXfrm>
        <a:off x="487133" y="3130639"/>
        <a:ext cx="2437844" cy="720000"/>
      </dsp:txXfrm>
    </dsp:sp>
    <dsp:sp modelId="{57A216A2-8815-4CDF-9152-12E4F38C2343}">
      <dsp:nvSpPr>
        <dsp:cNvPr id="0" name=""/>
        <dsp:cNvSpPr/>
      </dsp:nvSpPr>
      <dsp:spPr>
        <a:xfrm>
          <a:off x="3826980" y="1180364"/>
          <a:ext cx="1487085" cy="14870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AE0D61-C83D-4DEB-B82F-0B96AF324E59}">
      <dsp:nvSpPr>
        <dsp:cNvPr id="0" name=""/>
        <dsp:cNvSpPr/>
      </dsp:nvSpPr>
      <dsp:spPr>
        <a:xfrm>
          <a:off x="4143900" y="1497283"/>
          <a:ext cx="853245" cy="8532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81D9A5-DCCF-422E-B43B-EBC4D9A301D6}">
      <dsp:nvSpPr>
        <dsp:cNvPr id="0" name=""/>
        <dsp:cNvSpPr/>
      </dsp:nvSpPr>
      <dsp:spPr>
        <a:xfrm>
          <a:off x="3351600" y="3130639"/>
          <a:ext cx="24378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>
              <a:latin typeface="Times New Roman"/>
              <a:cs typeface="Times New Roman"/>
            </a:rPr>
            <a:t>Implement communication/collaboration tools for students.</a:t>
          </a:r>
        </a:p>
      </dsp:txBody>
      <dsp:txXfrm>
        <a:off x="3351600" y="3130639"/>
        <a:ext cx="2437844" cy="720000"/>
      </dsp:txXfrm>
    </dsp:sp>
    <dsp:sp modelId="{7DB8F8AC-AAA1-4F64-BB07-3CEEA21282A6}">
      <dsp:nvSpPr>
        <dsp:cNvPr id="0" name=""/>
        <dsp:cNvSpPr/>
      </dsp:nvSpPr>
      <dsp:spPr>
        <a:xfrm>
          <a:off x="6691447" y="1180364"/>
          <a:ext cx="1487085" cy="14870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E4E824-2807-44D9-843F-323DBE67D014}">
      <dsp:nvSpPr>
        <dsp:cNvPr id="0" name=""/>
        <dsp:cNvSpPr/>
      </dsp:nvSpPr>
      <dsp:spPr>
        <a:xfrm>
          <a:off x="7008367" y="1497283"/>
          <a:ext cx="853245" cy="8532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791F0A-C0B4-48E1-A528-EE0B4F130737}">
      <dsp:nvSpPr>
        <dsp:cNvPr id="0" name=""/>
        <dsp:cNvSpPr/>
      </dsp:nvSpPr>
      <dsp:spPr>
        <a:xfrm>
          <a:off x="6216067" y="3130639"/>
          <a:ext cx="24378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>
              <a:latin typeface="Times New Roman"/>
              <a:cs typeface="Times New Roman"/>
            </a:rPr>
            <a:t>Research current pedagogies for teaching programming.</a:t>
          </a:r>
        </a:p>
      </dsp:txBody>
      <dsp:txXfrm>
        <a:off x="6216067" y="3130639"/>
        <a:ext cx="2437844" cy="720000"/>
      </dsp:txXfrm>
    </dsp:sp>
    <dsp:sp modelId="{60152979-1007-4B83-B10F-2EAD3B552672}">
      <dsp:nvSpPr>
        <dsp:cNvPr id="0" name=""/>
        <dsp:cNvSpPr/>
      </dsp:nvSpPr>
      <dsp:spPr>
        <a:xfrm>
          <a:off x="9555914" y="1180364"/>
          <a:ext cx="1487085" cy="14870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97A15C-820A-416C-A120-5EBA5B6539E9}">
      <dsp:nvSpPr>
        <dsp:cNvPr id="0" name=""/>
        <dsp:cNvSpPr/>
      </dsp:nvSpPr>
      <dsp:spPr>
        <a:xfrm>
          <a:off x="9872834" y="1497283"/>
          <a:ext cx="853245" cy="8532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B23DD5-F9E4-4B1F-9FE5-B30BB03A0BF1}">
      <dsp:nvSpPr>
        <dsp:cNvPr id="0" name=""/>
        <dsp:cNvSpPr/>
      </dsp:nvSpPr>
      <dsp:spPr>
        <a:xfrm>
          <a:off x="9080535" y="3130639"/>
          <a:ext cx="24378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>
              <a:latin typeface="Times New Roman"/>
              <a:cs typeface="Times New Roman"/>
            </a:rPr>
            <a:t>Better align the curriculum.</a:t>
          </a:r>
        </a:p>
      </dsp:txBody>
      <dsp:txXfrm>
        <a:off x="9080535" y="3130639"/>
        <a:ext cx="2437844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C8155E-099E-4645-AF7B-CFC4A8A250EC}">
      <dsp:nvSpPr>
        <dsp:cNvPr id="0" name=""/>
        <dsp:cNvSpPr/>
      </dsp:nvSpPr>
      <dsp:spPr>
        <a:xfrm>
          <a:off x="0" y="3227702"/>
          <a:ext cx="7505032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2073C2-51ED-4F6A-9845-C7B2F62E26ED}">
      <dsp:nvSpPr>
        <dsp:cNvPr id="0" name=""/>
        <dsp:cNvSpPr/>
      </dsp:nvSpPr>
      <dsp:spPr>
        <a:xfrm rot="8100000">
          <a:off x="97024" y="755757"/>
          <a:ext cx="450927" cy="450927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F9C077D-36C9-4BF3-B445-B8275C7F0842}">
      <dsp:nvSpPr>
        <dsp:cNvPr id="0" name=""/>
        <dsp:cNvSpPr/>
      </dsp:nvSpPr>
      <dsp:spPr>
        <a:xfrm>
          <a:off x="147119" y="805851"/>
          <a:ext cx="350739" cy="35073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1A387E-136C-4CC5-9743-A8D3E250FD26}">
      <dsp:nvSpPr>
        <dsp:cNvPr id="0" name=""/>
        <dsp:cNvSpPr/>
      </dsp:nvSpPr>
      <dsp:spPr>
        <a:xfrm>
          <a:off x="641343" y="1316902"/>
          <a:ext cx="2375954" cy="1910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Times New Roman"/>
              <a:cs typeface="Times New Roman"/>
            </a:rPr>
            <a:t>Semester 1 (Spring 2022): Equipment acquisition and start deployment and utilize by at least 10~25 using them daily</a:t>
          </a:r>
        </a:p>
      </dsp:txBody>
      <dsp:txXfrm>
        <a:off x="641343" y="1316902"/>
        <a:ext cx="2375954" cy="1910799"/>
      </dsp:txXfrm>
    </dsp:sp>
    <dsp:sp modelId="{8D826D04-05FB-4CC2-9325-3DE46B7A5BC1}">
      <dsp:nvSpPr>
        <dsp:cNvPr id="0" name=""/>
        <dsp:cNvSpPr/>
      </dsp:nvSpPr>
      <dsp:spPr>
        <a:xfrm>
          <a:off x="641343" y="645540"/>
          <a:ext cx="2375954" cy="6713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>
              <a:latin typeface="Times New Roman"/>
              <a:cs typeface="Times New Roman"/>
            </a:rPr>
            <a:t>Spring 2022</a:t>
          </a:r>
        </a:p>
      </dsp:txBody>
      <dsp:txXfrm>
        <a:off x="641343" y="645540"/>
        <a:ext cx="2375954" cy="671362"/>
      </dsp:txXfrm>
    </dsp:sp>
    <dsp:sp modelId="{DF22A952-2214-4A9A-B8BF-8A58C0B6A2D4}">
      <dsp:nvSpPr>
        <dsp:cNvPr id="0" name=""/>
        <dsp:cNvSpPr/>
      </dsp:nvSpPr>
      <dsp:spPr>
        <a:xfrm>
          <a:off x="322488" y="1316902"/>
          <a:ext cx="0" cy="1910799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C4DFC7-E162-4AFF-B33B-4B016F1D33A2}">
      <dsp:nvSpPr>
        <dsp:cNvPr id="0" name=""/>
        <dsp:cNvSpPr/>
      </dsp:nvSpPr>
      <dsp:spPr>
        <a:xfrm>
          <a:off x="281922" y="3167279"/>
          <a:ext cx="114787" cy="120845"/>
        </a:xfrm>
        <a:prstGeom prst="ellipse">
          <a:avLst/>
        </a:prstGeom>
        <a:gradFill rotWithShape="0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08B53A1-2EED-4E7D-AD4F-43BE940DE698}">
      <dsp:nvSpPr>
        <dsp:cNvPr id="0" name=""/>
        <dsp:cNvSpPr/>
      </dsp:nvSpPr>
      <dsp:spPr>
        <a:xfrm rot="18900000">
          <a:off x="1591724" y="5248719"/>
          <a:ext cx="450927" cy="450927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ACEA26E-9CAF-4E21-90C6-D7DB1C4BC215}">
      <dsp:nvSpPr>
        <dsp:cNvPr id="0" name=""/>
        <dsp:cNvSpPr/>
      </dsp:nvSpPr>
      <dsp:spPr>
        <a:xfrm>
          <a:off x="1641819" y="5298813"/>
          <a:ext cx="350739" cy="35073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8E2EAA-33F5-4B43-AAD7-2F81FB603AA0}">
      <dsp:nvSpPr>
        <dsp:cNvPr id="0" name=""/>
        <dsp:cNvSpPr/>
      </dsp:nvSpPr>
      <dsp:spPr>
        <a:xfrm>
          <a:off x="2136043" y="3227702"/>
          <a:ext cx="2375954" cy="1910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Times New Roman"/>
              <a:cs typeface="Times New Roman"/>
            </a:rPr>
            <a:t>Semester 2 (Fall 2022): Fully operational lab and utilized by all students enrolled in PS courses at ATU</a:t>
          </a:r>
        </a:p>
      </dsp:txBody>
      <dsp:txXfrm>
        <a:off x="2136043" y="3227702"/>
        <a:ext cx="2375954" cy="1910799"/>
      </dsp:txXfrm>
    </dsp:sp>
    <dsp:sp modelId="{CCAFAF63-D538-469E-84DF-8857E6088849}">
      <dsp:nvSpPr>
        <dsp:cNvPr id="0" name=""/>
        <dsp:cNvSpPr/>
      </dsp:nvSpPr>
      <dsp:spPr>
        <a:xfrm>
          <a:off x="2136043" y="5138502"/>
          <a:ext cx="2375954" cy="6713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>
              <a:latin typeface="Times New Roman"/>
              <a:cs typeface="Times New Roman"/>
            </a:rPr>
            <a:t>Fall 2022</a:t>
          </a:r>
        </a:p>
      </dsp:txBody>
      <dsp:txXfrm>
        <a:off x="2136043" y="5138502"/>
        <a:ext cx="2375954" cy="671362"/>
      </dsp:txXfrm>
    </dsp:sp>
    <dsp:sp modelId="{52A33F32-A58A-4222-B40B-3E62F6ABDAE9}">
      <dsp:nvSpPr>
        <dsp:cNvPr id="0" name=""/>
        <dsp:cNvSpPr/>
      </dsp:nvSpPr>
      <dsp:spPr>
        <a:xfrm>
          <a:off x="1817188" y="3227702"/>
          <a:ext cx="0" cy="1910799"/>
        </a:xfrm>
        <a:prstGeom prst="line">
          <a:avLst/>
        </a:prstGeom>
        <a:noFill/>
        <a:ln w="1270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F56B93-D6DF-4460-8359-FBC6569B0AB5}">
      <dsp:nvSpPr>
        <dsp:cNvPr id="0" name=""/>
        <dsp:cNvSpPr/>
      </dsp:nvSpPr>
      <dsp:spPr>
        <a:xfrm>
          <a:off x="1776621" y="3167279"/>
          <a:ext cx="114787" cy="120845"/>
        </a:xfrm>
        <a:prstGeom prst="ellipse">
          <a:avLst/>
        </a:prstGeom>
        <a:gradFill rotWithShape="0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03664DB-B12B-4B3C-BB58-7020DA5088FE}">
      <dsp:nvSpPr>
        <dsp:cNvPr id="0" name=""/>
        <dsp:cNvSpPr/>
      </dsp:nvSpPr>
      <dsp:spPr>
        <a:xfrm rot="8100000">
          <a:off x="3086424" y="755757"/>
          <a:ext cx="450927" cy="450927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03EA544-A438-4FAA-A238-E2F3C8183912}">
      <dsp:nvSpPr>
        <dsp:cNvPr id="0" name=""/>
        <dsp:cNvSpPr/>
      </dsp:nvSpPr>
      <dsp:spPr>
        <a:xfrm>
          <a:off x="3136519" y="805851"/>
          <a:ext cx="350739" cy="35073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860D69-3BEB-4EB7-955A-6806E4869AB5}">
      <dsp:nvSpPr>
        <dsp:cNvPr id="0" name=""/>
        <dsp:cNvSpPr/>
      </dsp:nvSpPr>
      <dsp:spPr>
        <a:xfrm>
          <a:off x="3630743" y="1316902"/>
          <a:ext cx="2375954" cy="1910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Times New Roman"/>
              <a:cs typeface="Times New Roman"/>
            </a:rPr>
            <a:t>Semester 3 (Spring 2023): Retention/completion in COMS 2104, COMS 2203, and COMS 2213 increased by 10%.</a:t>
          </a:r>
        </a:p>
      </dsp:txBody>
      <dsp:txXfrm>
        <a:off x="3630743" y="1316902"/>
        <a:ext cx="2375954" cy="1910799"/>
      </dsp:txXfrm>
    </dsp:sp>
    <dsp:sp modelId="{A16A6C97-32EC-41C3-99A4-4CEFB906E2E4}">
      <dsp:nvSpPr>
        <dsp:cNvPr id="0" name=""/>
        <dsp:cNvSpPr/>
      </dsp:nvSpPr>
      <dsp:spPr>
        <a:xfrm>
          <a:off x="3630743" y="645540"/>
          <a:ext cx="2375954" cy="6713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>
              <a:latin typeface="Times New Roman"/>
              <a:cs typeface="Times New Roman"/>
            </a:rPr>
            <a:t>Spring 2023</a:t>
          </a:r>
        </a:p>
      </dsp:txBody>
      <dsp:txXfrm>
        <a:off x="3630743" y="645540"/>
        <a:ext cx="2375954" cy="671362"/>
      </dsp:txXfrm>
    </dsp:sp>
    <dsp:sp modelId="{FEE2EA5A-47AE-4321-84C0-80E4B88550A9}">
      <dsp:nvSpPr>
        <dsp:cNvPr id="0" name=""/>
        <dsp:cNvSpPr/>
      </dsp:nvSpPr>
      <dsp:spPr>
        <a:xfrm>
          <a:off x="3311888" y="1316902"/>
          <a:ext cx="0" cy="1910799"/>
        </a:xfrm>
        <a:prstGeom prst="line">
          <a:avLst/>
        </a:prstGeom>
        <a:noFill/>
        <a:ln w="1270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116D9B-9322-47F9-A37A-AB1D4722403C}">
      <dsp:nvSpPr>
        <dsp:cNvPr id="0" name=""/>
        <dsp:cNvSpPr/>
      </dsp:nvSpPr>
      <dsp:spPr>
        <a:xfrm>
          <a:off x="3271321" y="3167279"/>
          <a:ext cx="114787" cy="120845"/>
        </a:xfrm>
        <a:prstGeom prst="ellipse">
          <a:avLst/>
        </a:prstGeom>
        <a:gradFill rotWithShape="0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E3DD968-3287-4C58-91A1-006A2134ADAF}">
      <dsp:nvSpPr>
        <dsp:cNvPr id="0" name=""/>
        <dsp:cNvSpPr/>
      </dsp:nvSpPr>
      <dsp:spPr>
        <a:xfrm rot="18900000">
          <a:off x="4581124" y="5248719"/>
          <a:ext cx="450927" cy="450927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1A121FD-976C-4044-A573-A614C229E1A9}">
      <dsp:nvSpPr>
        <dsp:cNvPr id="0" name=""/>
        <dsp:cNvSpPr/>
      </dsp:nvSpPr>
      <dsp:spPr>
        <a:xfrm>
          <a:off x="4631218" y="5298813"/>
          <a:ext cx="350739" cy="35073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104AB3-8384-49C0-B134-2E298EEC4E6C}">
      <dsp:nvSpPr>
        <dsp:cNvPr id="0" name=""/>
        <dsp:cNvSpPr/>
      </dsp:nvSpPr>
      <dsp:spPr>
        <a:xfrm>
          <a:off x="5125443" y="3227702"/>
          <a:ext cx="2375954" cy="1910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Times New Roman"/>
              <a:cs typeface="Times New Roman"/>
            </a:rPr>
            <a:t>Semester 4 (Fall 2023): Retention/completion in COMS 2104, COMS 2203, and COMS 2213 increased by 10% from semester 1 &amp; 2.</a:t>
          </a:r>
        </a:p>
      </dsp:txBody>
      <dsp:txXfrm>
        <a:off x="5125443" y="3227702"/>
        <a:ext cx="2375954" cy="1910799"/>
      </dsp:txXfrm>
    </dsp:sp>
    <dsp:sp modelId="{8FBEAAA1-6223-4157-93F2-33D4ED8F1EB2}">
      <dsp:nvSpPr>
        <dsp:cNvPr id="0" name=""/>
        <dsp:cNvSpPr/>
      </dsp:nvSpPr>
      <dsp:spPr>
        <a:xfrm>
          <a:off x="5125443" y="5138502"/>
          <a:ext cx="2375954" cy="6713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>
              <a:latin typeface="Times New Roman"/>
              <a:cs typeface="Times New Roman"/>
            </a:rPr>
            <a:t>Fall 2023</a:t>
          </a:r>
        </a:p>
      </dsp:txBody>
      <dsp:txXfrm>
        <a:off x="5125443" y="5138502"/>
        <a:ext cx="2375954" cy="671362"/>
      </dsp:txXfrm>
    </dsp:sp>
    <dsp:sp modelId="{3D9AB30E-117E-4E39-AFEE-733980F63A5F}">
      <dsp:nvSpPr>
        <dsp:cNvPr id="0" name=""/>
        <dsp:cNvSpPr/>
      </dsp:nvSpPr>
      <dsp:spPr>
        <a:xfrm>
          <a:off x="4806588" y="3227702"/>
          <a:ext cx="0" cy="1910799"/>
        </a:xfrm>
        <a:prstGeom prst="line">
          <a:avLst/>
        </a:prstGeom>
        <a:noFill/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6E2E7E-4A21-4816-B09B-81F1261E598D}">
      <dsp:nvSpPr>
        <dsp:cNvPr id="0" name=""/>
        <dsp:cNvSpPr/>
      </dsp:nvSpPr>
      <dsp:spPr>
        <a:xfrm>
          <a:off x="4766021" y="3167279"/>
          <a:ext cx="114787" cy="120845"/>
        </a:xfrm>
        <a:prstGeom prst="ellipse">
          <a:avLst/>
        </a:prstGeom>
        <a:gradFill rotWithShape="0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78D64F-7622-4576-846F-405603302663}">
      <dsp:nvSpPr>
        <dsp:cNvPr id="0" name=""/>
        <dsp:cNvSpPr/>
      </dsp:nvSpPr>
      <dsp:spPr>
        <a:xfrm>
          <a:off x="0" y="3189602"/>
          <a:ext cx="7385289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11E17E-6DF9-47FF-9FB2-1410E8959AEC}">
      <dsp:nvSpPr>
        <dsp:cNvPr id="0" name=""/>
        <dsp:cNvSpPr/>
      </dsp:nvSpPr>
      <dsp:spPr>
        <a:xfrm rot="8100000">
          <a:off x="97959" y="737175"/>
          <a:ext cx="464927" cy="464927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A596EBA-34D0-4737-A556-D2ED95568D80}">
      <dsp:nvSpPr>
        <dsp:cNvPr id="0" name=""/>
        <dsp:cNvSpPr/>
      </dsp:nvSpPr>
      <dsp:spPr>
        <a:xfrm>
          <a:off x="149609" y="788824"/>
          <a:ext cx="361628" cy="36162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C4D9EE-523E-4CB9-902B-6F7C7CE1FF0F}">
      <dsp:nvSpPr>
        <dsp:cNvPr id="0" name=""/>
        <dsp:cNvSpPr/>
      </dsp:nvSpPr>
      <dsp:spPr>
        <a:xfrm>
          <a:off x="659177" y="1301357"/>
          <a:ext cx="3048448" cy="1888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Times New Roman"/>
              <a:cs typeface="Times New Roman"/>
            </a:rPr>
            <a:t>Semester 2 (Fall 2022): 20~25 participants enrolled in COMS 2104, COMS 2203, and COMS 2213.</a:t>
          </a:r>
        </a:p>
      </dsp:txBody>
      <dsp:txXfrm>
        <a:off x="659177" y="1301357"/>
        <a:ext cx="3048448" cy="1888244"/>
      </dsp:txXfrm>
    </dsp:sp>
    <dsp:sp modelId="{266B1524-8C87-47B3-B8BE-E21650072780}">
      <dsp:nvSpPr>
        <dsp:cNvPr id="0" name=""/>
        <dsp:cNvSpPr/>
      </dsp:nvSpPr>
      <dsp:spPr>
        <a:xfrm>
          <a:off x="659177" y="637920"/>
          <a:ext cx="3048448" cy="66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>
              <a:latin typeface="Times New Roman"/>
              <a:cs typeface="Times New Roman"/>
            </a:rPr>
            <a:t>Fall 2022</a:t>
          </a:r>
        </a:p>
      </dsp:txBody>
      <dsp:txXfrm>
        <a:off x="659177" y="637920"/>
        <a:ext cx="3048448" cy="663437"/>
      </dsp:txXfrm>
    </dsp:sp>
    <dsp:sp modelId="{EA62D250-FA8F-478B-97DE-DE822BA5EC4B}">
      <dsp:nvSpPr>
        <dsp:cNvPr id="0" name=""/>
        <dsp:cNvSpPr/>
      </dsp:nvSpPr>
      <dsp:spPr>
        <a:xfrm>
          <a:off x="330423" y="1301357"/>
          <a:ext cx="0" cy="1888244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9EB818-BEC2-4C09-A66A-7388AC4B44A3}">
      <dsp:nvSpPr>
        <dsp:cNvPr id="0" name=""/>
        <dsp:cNvSpPr/>
      </dsp:nvSpPr>
      <dsp:spPr>
        <a:xfrm>
          <a:off x="274213" y="3129893"/>
          <a:ext cx="118351" cy="119418"/>
        </a:xfrm>
        <a:prstGeom prst="ellipse">
          <a:avLst/>
        </a:prstGeom>
        <a:gradFill rotWithShape="0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C8D2DF7-8E77-4D34-85B6-52214A74FF49}">
      <dsp:nvSpPr>
        <dsp:cNvPr id="0" name=""/>
        <dsp:cNvSpPr/>
      </dsp:nvSpPr>
      <dsp:spPr>
        <a:xfrm rot="18900000">
          <a:off x="1935956" y="5177101"/>
          <a:ext cx="464927" cy="464927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FDF1208-F38E-4579-AC96-4501D6A8ABA6}">
      <dsp:nvSpPr>
        <dsp:cNvPr id="0" name=""/>
        <dsp:cNvSpPr/>
      </dsp:nvSpPr>
      <dsp:spPr>
        <a:xfrm>
          <a:off x="1987605" y="5228751"/>
          <a:ext cx="361628" cy="36162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99BCE9-860D-449D-9AA0-7F6F8D19F20A}">
      <dsp:nvSpPr>
        <dsp:cNvPr id="0" name=""/>
        <dsp:cNvSpPr/>
      </dsp:nvSpPr>
      <dsp:spPr>
        <a:xfrm>
          <a:off x="2497173" y="3189602"/>
          <a:ext cx="3048448" cy="1888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Times New Roman"/>
              <a:cs typeface="Times New Roman"/>
            </a:rPr>
            <a:t>Semester 3 (Spring 2023): 10% increase in participation from semester 2 in social media sites.</a:t>
          </a:r>
        </a:p>
      </dsp:txBody>
      <dsp:txXfrm>
        <a:off x="2497173" y="3189602"/>
        <a:ext cx="3048448" cy="1888244"/>
      </dsp:txXfrm>
    </dsp:sp>
    <dsp:sp modelId="{DF3F78B2-0D1A-45DF-BB1D-66B02746C489}">
      <dsp:nvSpPr>
        <dsp:cNvPr id="0" name=""/>
        <dsp:cNvSpPr/>
      </dsp:nvSpPr>
      <dsp:spPr>
        <a:xfrm>
          <a:off x="2497173" y="5077847"/>
          <a:ext cx="3048448" cy="66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>
              <a:latin typeface="Times New Roman"/>
              <a:cs typeface="Times New Roman"/>
            </a:rPr>
            <a:t>Spring 2023</a:t>
          </a:r>
        </a:p>
      </dsp:txBody>
      <dsp:txXfrm>
        <a:off x="2497173" y="5077847"/>
        <a:ext cx="3048448" cy="663437"/>
      </dsp:txXfrm>
    </dsp:sp>
    <dsp:sp modelId="{463F75E4-1EBC-4FB8-A9AA-8F1C6FD884FB}">
      <dsp:nvSpPr>
        <dsp:cNvPr id="0" name=""/>
        <dsp:cNvSpPr/>
      </dsp:nvSpPr>
      <dsp:spPr>
        <a:xfrm>
          <a:off x="2168420" y="3189602"/>
          <a:ext cx="0" cy="1888244"/>
        </a:xfrm>
        <a:prstGeom prst="line">
          <a:avLst/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B0F60B-F21C-4C16-8711-715462B8CFEB}">
      <dsp:nvSpPr>
        <dsp:cNvPr id="0" name=""/>
        <dsp:cNvSpPr/>
      </dsp:nvSpPr>
      <dsp:spPr>
        <a:xfrm>
          <a:off x="2112209" y="3129893"/>
          <a:ext cx="118351" cy="119418"/>
        </a:xfrm>
        <a:prstGeom prst="ellipse">
          <a:avLst/>
        </a:prstGeom>
        <a:gradFill rotWithShape="0">
          <a:gsLst>
            <a:gs pos="0">
              <a:schemeClr val="accent3">
                <a:satMod val="103000"/>
                <a:lumMod val="102000"/>
                <a:tint val="94000"/>
              </a:schemeClr>
            </a:gs>
            <a:gs pos="50000">
              <a:schemeClr val="accent3">
                <a:satMod val="110000"/>
                <a:lumMod val="100000"/>
                <a:shade val="100000"/>
              </a:schemeClr>
            </a:gs>
            <a:gs pos="100000">
              <a:schemeClr val="accent3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041F93F-D9CB-4552-B80B-F436B666DA48}">
      <dsp:nvSpPr>
        <dsp:cNvPr id="0" name=""/>
        <dsp:cNvSpPr/>
      </dsp:nvSpPr>
      <dsp:spPr>
        <a:xfrm rot="8100000">
          <a:off x="3773953" y="737175"/>
          <a:ext cx="464927" cy="464927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8FECCAC-913D-4017-845C-31DC3E0A71EF}">
      <dsp:nvSpPr>
        <dsp:cNvPr id="0" name=""/>
        <dsp:cNvSpPr/>
      </dsp:nvSpPr>
      <dsp:spPr>
        <a:xfrm>
          <a:off x="3825602" y="788824"/>
          <a:ext cx="361628" cy="36162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7CA109-AE32-4B99-A6CE-0EE9606D3531}">
      <dsp:nvSpPr>
        <dsp:cNvPr id="0" name=""/>
        <dsp:cNvSpPr/>
      </dsp:nvSpPr>
      <dsp:spPr>
        <a:xfrm>
          <a:off x="4335170" y="1301357"/>
          <a:ext cx="3048448" cy="1888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Times New Roman"/>
              <a:cs typeface="Times New Roman"/>
            </a:rPr>
            <a:t>Semester 4 (Fall 2023): 10% increase in participation from semester 3 in social media sites.</a:t>
          </a:r>
        </a:p>
      </dsp:txBody>
      <dsp:txXfrm>
        <a:off x="4335170" y="1301357"/>
        <a:ext cx="3048448" cy="1888244"/>
      </dsp:txXfrm>
    </dsp:sp>
    <dsp:sp modelId="{ACCFDD07-167C-41CF-BEE8-A88DB519A058}">
      <dsp:nvSpPr>
        <dsp:cNvPr id="0" name=""/>
        <dsp:cNvSpPr/>
      </dsp:nvSpPr>
      <dsp:spPr>
        <a:xfrm>
          <a:off x="4335170" y="637920"/>
          <a:ext cx="3048448" cy="66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>
              <a:latin typeface="Times New Roman"/>
              <a:cs typeface="Times New Roman"/>
            </a:rPr>
            <a:t>Fall 2023</a:t>
          </a:r>
        </a:p>
      </dsp:txBody>
      <dsp:txXfrm>
        <a:off x="4335170" y="637920"/>
        <a:ext cx="3048448" cy="663437"/>
      </dsp:txXfrm>
    </dsp:sp>
    <dsp:sp modelId="{3DF51CEB-6B42-4039-B9B3-67788851BC48}">
      <dsp:nvSpPr>
        <dsp:cNvPr id="0" name=""/>
        <dsp:cNvSpPr/>
      </dsp:nvSpPr>
      <dsp:spPr>
        <a:xfrm>
          <a:off x="4006416" y="1301357"/>
          <a:ext cx="0" cy="1888244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078FB7-7E93-4698-8139-E60295F88D78}">
      <dsp:nvSpPr>
        <dsp:cNvPr id="0" name=""/>
        <dsp:cNvSpPr/>
      </dsp:nvSpPr>
      <dsp:spPr>
        <a:xfrm>
          <a:off x="3950206" y="3129893"/>
          <a:ext cx="118351" cy="119418"/>
        </a:xfrm>
        <a:prstGeom prst="ellipse">
          <a:avLst/>
        </a:prstGeom>
        <a:gradFill rotWithShape="0">
          <a:gsLst>
            <a:gs pos="0">
              <a:schemeClr val="accent4">
                <a:satMod val="103000"/>
                <a:lumMod val="102000"/>
                <a:tint val="94000"/>
              </a:schemeClr>
            </a:gs>
            <a:gs pos="50000">
              <a:schemeClr val="accent4">
                <a:satMod val="110000"/>
                <a:lumMod val="100000"/>
                <a:shade val="100000"/>
              </a:schemeClr>
            </a:gs>
            <a:gs pos="100000">
              <a:schemeClr val="accent4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90BB4E-8659-478E-8B47-DA2800EBF97B}">
      <dsp:nvSpPr>
        <dsp:cNvPr id="0" name=""/>
        <dsp:cNvSpPr/>
      </dsp:nvSpPr>
      <dsp:spPr>
        <a:xfrm>
          <a:off x="1090" y="1181439"/>
          <a:ext cx="2586994" cy="7760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430" tIns="204430" rIns="204430" bIns="2044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Times New Roman"/>
              <a:cs typeface="Times New Roman"/>
            </a:rPr>
            <a:t>1</a:t>
          </a:r>
        </a:p>
      </dsp:txBody>
      <dsp:txXfrm>
        <a:off x="1090" y="1181439"/>
        <a:ext cx="2586994" cy="776098"/>
      </dsp:txXfrm>
    </dsp:sp>
    <dsp:sp modelId="{AC6296DD-D270-4621-A187-FB4304600BAF}">
      <dsp:nvSpPr>
        <dsp:cNvPr id="0" name=""/>
        <dsp:cNvSpPr/>
      </dsp:nvSpPr>
      <dsp:spPr>
        <a:xfrm>
          <a:off x="1090" y="1957537"/>
          <a:ext cx="2586994" cy="276821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5538" tIns="255538" rIns="255538" bIns="255538" numCol="1" spcCol="1270" anchor="t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Times New Roman"/>
              <a:cs typeface="Times New Roman"/>
            </a:rPr>
            <a:t>Identify curriculum content for different sections in the PS.</a:t>
          </a:r>
        </a:p>
      </dsp:txBody>
      <dsp:txXfrm>
        <a:off x="1090" y="1957537"/>
        <a:ext cx="2586994" cy="2768218"/>
      </dsp:txXfrm>
    </dsp:sp>
    <dsp:sp modelId="{B99A2FD0-23A4-489E-9BE0-7B0B72C8D4D2}">
      <dsp:nvSpPr>
        <dsp:cNvPr id="0" name=""/>
        <dsp:cNvSpPr/>
      </dsp:nvSpPr>
      <dsp:spPr>
        <a:xfrm>
          <a:off x="2696085" y="1181439"/>
          <a:ext cx="2586994" cy="7760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430" tIns="204430" rIns="204430" bIns="2044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Times New Roman"/>
              <a:cs typeface="Times New Roman"/>
            </a:rPr>
            <a:t>2</a:t>
          </a:r>
        </a:p>
      </dsp:txBody>
      <dsp:txXfrm>
        <a:off x="2696085" y="1181439"/>
        <a:ext cx="2586994" cy="776098"/>
      </dsp:txXfrm>
    </dsp:sp>
    <dsp:sp modelId="{D95E080E-BE26-4A90-8EE9-7B02410B0D36}">
      <dsp:nvSpPr>
        <dsp:cNvPr id="0" name=""/>
        <dsp:cNvSpPr/>
      </dsp:nvSpPr>
      <dsp:spPr>
        <a:xfrm>
          <a:off x="2696085" y="1957537"/>
          <a:ext cx="2586994" cy="276821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5538" tIns="255538" rIns="255538" bIns="255538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Times New Roman"/>
              <a:cs typeface="Times New Roman"/>
            </a:rPr>
            <a:t>Examine the creation of team-taught PS courses within CIS faculty.</a:t>
          </a:r>
        </a:p>
      </dsp:txBody>
      <dsp:txXfrm>
        <a:off x="2696085" y="1957537"/>
        <a:ext cx="2586994" cy="2768218"/>
      </dsp:txXfrm>
    </dsp:sp>
    <dsp:sp modelId="{00FD7F1E-44A8-4056-BC4B-93F0824C22DB}">
      <dsp:nvSpPr>
        <dsp:cNvPr id="0" name=""/>
        <dsp:cNvSpPr/>
      </dsp:nvSpPr>
      <dsp:spPr>
        <a:xfrm>
          <a:off x="5391079" y="1181439"/>
          <a:ext cx="2586994" cy="7760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430" tIns="204430" rIns="204430" bIns="2044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Times New Roman"/>
              <a:cs typeface="Times New Roman"/>
            </a:rPr>
            <a:t>3</a:t>
          </a:r>
        </a:p>
      </dsp:txBody>
      <dsp:txXfrm>
        <a:off x="5391079" y="1181439"/>
        <a:ext cx="2586994" cy="776098"/>
      </dsp:txXfrm>
    </dsp:sp>
    <dsp:sp modelId="{48626929-5F29-42EA-9965-7FEDF9727EA0}">
      <dsp:nvSpPr>
        <dsp:cNvPr id="0" name=""/>
        <dsp:cNvSpPr/>
      </dsp:nvSpPr>
      <dsp:spPr>
        <a:xfrm>
          <a:off x="5391079" y="1957537"/>
          <a:ext cx="2586994" cy="276821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5538" tIns="255538" rIns="255538" bIns="255538" numCol="1" spcCol="1270" anchor="t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Times New Roman"/>
              <a:cs typeface="Times New Roman"/>
            </a:rPr>
            <a:t>Increase dialogue among faculty within the departments to increase awareness.</a:t>
          </a:r>
        </a:p>
      </dsp:txBody>
      <dsp:txXfrm>
        <a:off x="5391079" y="1957537"/>
        <a:ext cx="2586994" cy="276821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F89EB3-CE5D-4F50-9320-D0B300EE3AE4}">
      <dsp:nvSpPr>
        <dsp:cNvPr id="0" name=""/>
        <dsp:cNvSpPr/>
      </dsp:nvSpPr>
      <dsp:spPr>
        <a:xfrm>
          <a:off x="0" y="1697215"/>
          <a:ext cx="2396349" cy="335488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829" tIns="330200" rIns="18682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Times New Roman"/>
              <a:cs typeface="Times New Roman"/>
            </a:rPr>
            <a:t>Develop a training program for CIS faculty.</a:t>
          </a:r>
        </a:p>
      </dsp:txBody>
      <dsp:txXfrm>
        <a:off x="0" y="2972073"/>
        <a:ext cx="2396349" cy="2012933"/>
      </dsp:txXfrm>
    </dsp:sp>
    <dsp:sp modelId="{0BB98D4A-B48F-4157-94A3-201C6FC53F44}">
      <dsp:nvSpPr>
        <dsp:cNvPr id="0" name=""/>
        <dsp:cNvSpPr/>
      </dsp:nvSpPr>
      <dsp:spPr>
        <a:xfrm>
          <a:off x="694941" y="2032704"/>
          <a:ext cx="1006466" cy="1006466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468" tIns="12700" rIns="784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42335" y="2180098"/>
        <a:ext cx="711678" cy="711678"/>
      </dsp:txXfrm>
    </dsp:sp>
    <dsp:sp modelId="{13C44FE5-390C-4AB4-9004-F59E7D6C1FAE}">
      <dsp:nvSpPr>
        <dsp:cNvPr id="0" name=""/>
        <dsp:cNvSpPr/>
      </dsp:nvSpPr>
      <dsp:spPr>
        <a:xfrm>
          <a:off x="0" y="5052032"/>
          <a:ext cx="2396349" cy="72"/>
        </a:xfrm>
        <a:prstGeom prst="rect">
          <a:avLst/>
        </a:prstGeom>
        <a:gradFill rotWithShape="0">
          <a:gsLst>
            <a:gs pos="0">
              <a:schemeClr val="accent2">
                <a:hueOff val="-291073"/>
                <a:satOff val="-16786"/>
                <a:lumOff val="172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291073"/>
                <a:satOff val="-16786"/>
                <a:lumOff val="172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291073"/>
                <a:satOff val="-16786"/>
                <a:lumOff val="172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291073"/>
              <a:satOff val="-16786"/>
              <a:lumOff val="172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94889C7-62F2-457B-8DE2-ED3985D0D71A}">
      <dsp:nvSpPr>
        <dsp:cNvPr id="0" name=""/>
        <dsp:cNvSpPr/>
      </dsp:nvSpPr>
      <dsp:spPr>
        <a:xfrm>
          <a:off x="2635984" y="1697215"/>
          <a:ext cx="2396349" cy="3354889"/>
        </a:xfrm>
        <a:prstGeom prst="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829" tIns="330200" rIns="186829" bIns="33020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Times New Roman"/>
              <a:cs typeface="Times New Roman"/>
            </a:rPr>
            <a:t>Develop a departmental wiki training series for faculty. </a:t>
          </a:r>
        </a:p>
      </dsp:txBody>
      <dsp:txXfrm>
        <a:off x="2635984" y="2972073"/>
        <a:ext cx="2396349" cy="2012933"/>
      </dsp:txXfrm>
    </dsp:sp>
    <dsp:sp modelId="{2E7A8C2F-1846-4285-8A53-02D207787E67}">
      <dsp:nvSpPr>
        <dsp:cNvPr id="0" name=""/>
        <dsp:cNvSpPr/>
      </dsp:nvSpPr>
      <dsp:spPr>
        <a:xfrm>
          <a:off x="3330925" y="2032704"/>
          <a:ext cx="1006466" cy="1006466"/>
        </a:xfrm>
        <a:prstGeom prst="ellipse">
          <a:avLst/>
        </a:prstGeom>
        <a:gradFill rotWithShape="0">
          <a:gsLst>
            <a:gs pos="0">
              <a:schemeClr val="accent2">
                <a:hueOff val="-582145"/>
                <a:satOff val="-33571"/>
                <a:lumOff val="345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582145"/>
                <a:satOff val="-33571"/>
                <a:lumOff val="345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582145"/>
                <a:satOff val="-33571"/>
                <a:lumOff val="345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582145"/>
              <a:satOff val="-33571"/>
              <a:lumOff val="345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468" tIns="12700" rIns="784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478319" y="2180098"/>
        <a:ext cx="711678" cy="711678"/>
      </dsp:txXfrm>
    </dsp:sp>
    <dsp:sp modelId="{4AB83486-543F-45BF-83F6-AF2AA0D16ACD}">
      <dsp:nvSpPr>
        <dsp:cNvPr id="0" name=""/>
        <dsp:cNvSpPr/>
      </dsp:nvSpPr>
      <dsp:spPr>
        <a:xfrm>
          <a:off x="2635984" y="5052032"/>
          <a:ext cx="2396349" cy="72"/>
        </a:xfrm>
        <a:prstGeom prst="rect">
          <a:avLst/>
        </a:prstGeom>
        <a:gradFill rotWithShape="0">
          <a:gsLst>
            <a:gs pos="0">
              <a:schemeClr val="accent2">
                <a:hueOff val="-873218"/>
                <a:satOff val="-50357"/>
                <a:lumOff val="51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873218"/>
                <a:satOff val="-50357"/>
                <a:lumOff val="51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873218"/>
                <a:satOff val="-50357"/>
                <a:lumOff val="51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873218"/>
              <a:satOff val="-50357"/>
              <a:lumOff val="517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7B6F8AA-F030-41EB-A81F-DE72CFDAC474}">
      <dsp:nvSpPr>
        <dsp:cNvPr id="0" name=""/>
        <dsp:cNvSpPr/>
      </dsp:nvSpPr>
      <dsp:spPr>
        <a:xfrm>
          <a:off x="5271968" y="1697215"/>
          <a:ext cx="2396349" cy="3354889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829" tIns="330200" rIns="18682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Times New Roman"/>
              <a:cs typeface="Times New Roman"/>
            </a:rPr>
            <a:t>Encourage faculty to participate in national conferences.</a:t>
          </a:r>
        </a:p>
      </dsp:txBody>
      <dsp:txXfrm>
        <a:off x="5271968" y="2972073"/>
        <a:ext cx="2396349" cy="2012933"/>
      </dsp:txXfrm>
    </dsp:sp>
    <dsp:sp modelId="{094D647E-ECA7-46B7-A671-BBF510A7700D}">
      <dsp:nvSpPr>
        <dsp:cNvPr id="0" name=""/>
        <dsp:cNvSpPr/>
      </dsp:nvSpPr>
      <dsp:spPr>
        <a:xfrm>
          <a:off x="5966909" y="2032704"/>
          <a:ext cx="1006466" cy="1006466"/>
        </a:xfrm>
        <a:prstGeom prst="ellipse">
          <a:avLst/>
        </a:prstGeom>
        <a:gradFill rotWithShape="0">
          <a:gsLst>
            <a:gs pos="0">
              <a:schemeClr val="accent2">
                <a:hueOff val="-1164290"/>
                <a:satOff val="-67142"/>
                <a:lumOff val="69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164290"/>
                <a:satOff val="-67142"/>
                <a:lumOff val="69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164290"/>
                <a:satOff val="-67142"/>
                <a:lumOff val="69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1164290"/>
              <a:satOff val="-67142"/>
              <a:lumOff val="690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468" tIns="12700" rIns="784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114303" y="2180098"/>
        <a:ext cx="711678" cy="711678"/>
      </dsp:txXfrm>
    </dsp:sp>
    <dsp:sp modelId="{BCF8AD56-F226-40A1-B0D6-C0C2E58FB426}">
      <dsp:nvSpPr>
        <dsp:cNvPr id="0" name=""/>
        <dsp:cNvSpPr/>
      </dsp:nvSpPr>
      <dsp:spPr>
        <a:xfrm>
          <a:off x="5271968" y="5052032"/>
          <a:ext cx="2396349" cy="72"/>
        </a:xfrm>
        <a:prstGeom prst="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7C2019-947C-47D3-B453-4C312EA0DA49}">
      <dsp:nvSpPr>
        <dsp:cNvPr id="0" name=""/>
        <dsp:cNvSpPr/>
      </dsp:nvSpPr>
      <dsp:spPr>
        <a:xfrm>
          <a:off x="29903" y="2008617"/>
          <a:ext cx="1035541" cy="103554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7401A4-F837-45AD-B28C-7410C2D541B6}">
      <dsp:nvSpPr>
        <dsp:cNvPr id="0" name=""/>
        <dsp:cNvSpPr/>
      </dsp:nvSpPr>
      <dsp:spPr>
        <a:xfrm>
          <a:off x="247366" y="2226081"/>
          <a:ext cx="600613" cy="6006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6B1777-F96F-4A98-B99C-24FA36D8D0B6}">
      <dsp:nvSpPr>
        <dsp:cNvPr id="0" name=""/>
        <dsp:cNvSpPr/>
      </dsp:nvSpPr>
      <dsp:spPr>
        <a:xfrm>
          <a:off x="1287346" y="2008617"/>
          <a:ext cx="2440918" cy="1035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Times New Roman"/>
              <a:cs typeface="Times New Roman"/>
            </a:rPr>
            <a:t>Our target DFWI rate for COMS 2104 (Programming I) was from 32% to 22%, and we successfully reduced it to 23%.</a:t>
          </a:r>
        </a:p>
      </dsp:txBody>
      <dsp:txXfrm>
        <a:off x="1287346" y="2008617"/>
        <a:ext cx="2440918" cy="1035541"/>
      </dsp:txXfrm>
    </dsp:sp>
    <dsp:sp modelId="{2C243928-6805-4286-9749-8EA368892676}">
      <dsp:nvSpPr>
        <dsp:cNvPr id="0" name=""/>
        <dsp:cNvSpPr/>
      </dsp:nvSpPr>
      <dsp:spPr>
        <a:xfrm>
          <a:off x="4153576" y="2008617"/>
          <a:ext cx="1035541" cy="103554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EF4FED-B369-4153-A75C-CD1A8A95219E}">
      <dsp:nvSpPr>
        <dsp:cNvPr id="0" name=""/>
        <dsp:cNvSpPr/>
      </dsp:nvSpPr>
      <dsp:spPr>
        <a:xfrm>
          <a:off x="4371039" y="2226081"/>
          <a:ext cx="600613" cy="6006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1E9779-74C3-41CA-A4FE-CCB464FB0CFD}">
      <dsp:nvSpPr>
        <dsp:cNvPr id="0" name=""/>
        <dsp:cNvSpPr/>
      </dsp:nvSpPr>
      <dsp:spPr>
        <a:xfrm>
          <a:off x="5411019" y="2008617"/>
          <a:ext cx="2440918" cy="1035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Times New Roman"/>
              <a:cs typeface="Times New Roman"/>
            </a:rPr>
            <a:t>Our target DFWI rate for COMS 2203 (Programming II) was from 35% to 25%, and we successfully reduced it to 15%.</a:t>
          </a:r>
        </a:p>
      </dsp:txBody>
      <dsp:txXfrm>
        <a:off x="5411019" y="2008617"/>
        <a:ext cx="2440918" cy="1035541"/>
      </dsp:txXfrm>
    </dsp:sp>
    <dsp:sp modelId="{314689D3-AAE7-4ED0-B579-7C880B63D0BF}">
      <dsp:nvSpPr>
        <dsp:cNvPr id="0" name=""/>
        <dsp:cNvSpPr/>
      </dsp:nvSpPr>
      <dsp:spPr>
        <a:xfrm>
          <a:off x="8277249" y="2008617"/>
          <a:ext cx="1035541" cy="103554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D75CC1-2BD5-4AF8-9E41-5A63F71E92B7}">
      <dsp:nvSpPr>
        <dsp:cNvPr id="0" name=""/>
        <dsp:cNvSpPr/>
      </dsp:nvSpPr>
      <dsp:spPr>
        <a:xfrm>
          <a:off x="8494713" y="2226081"/>
          <a:ext cx="600613" cy="6006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EEEC7A-205E-44E3-8202-00AE6FE9D1F7}">
      <dsp:nvSpPr>
        <dsp:cNvPr id="0" name=""/>
        <dsp:cNvSpPr/>
      </dsp:nvSpPr>
      <dsp:spPr>
        <a:xfrm>
          <a:off x="9534692" y="2008617"/>
          <a:ext cx="2440918" cy="1035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Times New Roman"/>
              <a:cs typeface="Times New Roman"/>
            </a:rPr>
            <a:t>Our target DFWI rate for COMS 2213 (Data Structure)  was from 27% to 17%, and we successfully reduced it to 0%.</a:t>
          </a:r>
        </a:p>
      </dsp:txBody>
      <dsp:txXfrm>
        <a:off x="9534692" y="2008617"/>
        <a:ext cx="2440918" cy="103554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3C3CAD-D029-4A28-A25B-DD31A4092472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F09424-3878-4C82-9173-5634C8AA6D76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DDDEE7-CB96-4CDB-B13F-1A25BE0E66EA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This project is solely student-centric. </a:t>
          </a:r>
        </a:p>
      </dsp:txBody>
      <dsp:txXfrm>
        <a:off x="1948202" y="368029"/>
        <a:ext cx="3233964" cy="1371985"/>
      </dsp:txXfrm>
    </dsp:sp>
    <dsp:sp modelId="{3F567CB7-857F-4E9D-ABF3-7562DEAA7D1A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55B443-B384-44E8-B559-6E73372E1ED2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681656-F44E-4E24-B090-015A9001E133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With the curriculum alignment implemented in</a:t>
          </a:r>
          <a:r>
            <a:rPr lang="en-US" sz="1800" kern="1200" dirty="0">
              <a:latin typeface="Calibri Light" panose="020F0302020204030204"/>
            </a:rPr>
            <a:t> PS</a:t>
          </a:r>
          <a:r>
            <a:rPr lang="en-US" sz="1800" kern="1200" dirty="0"/>
            <a:t> courses, the students will get similar standards regardless of the section or the faculty teaching that section. </a:t>
          </a:r>
        </a:p>
      </dsp:txBody>
      <dsp:txXfrm>
        <a:off x="7411643" y="368029"/>
        <a:ext cx="3233964" cy="1371985"/>
      </dsp:txXfrm>
    </dsp:sp>
    <dsp:sp modelId="{9769A130-4545-4ACB-8EFC-69F607601633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C19C47-013F-4FA1-A1F3-1A4E84884DB2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0BE0DD-B99A-4FCF-94D7-B799CC259887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</a:t>
          </a:r>
          <a:r>
            <a:rPr lang="en-US" sz="1800" kern="1200" dirty="0">
              <a:latin typeface="Calibri Light" panose="020F0302020204030204"/>
            </a:rPr>
            <a:t>tutoring</a:t>
          </a:r>
          <a:r>
            <a:rPr lang="en-US" sz="1800" kern="1200" dirty="0"/>
            <a:t> labs will also help us identify the problem areas in </a:t>
          </a:r>
          <a:r>
            <a:rPr lang="en-US" sz="1800" kern="1200" dirty="0">
              <a:latin typeface="Calibri Light" panose="020F0302020204030204"/>
            </a:rPr>
            <a:t>PS courses</a:t>
          </a:r>
          <a:r>
            <a:rPr lang="en-US" sz="1800" kern="1200" dirty="0"/>
            <a:t>. </a:t>
          </a:r>
        </a:p>
      </dsp:txBody>
      <dsp:txXfrm>
        <a:off x="1948202" y="2452790"/>
        <a:ext cx="3233964" cy="1371985"/>
      </dsp:txXfrm>
    </dsp:sp>
    <dsp:sp modelId="{BA37F00F-DCBA-42CC-B9AF-8BB3C3745B6F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8E246B-8651-4F02-9B4F-50BF9398EF0F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C4B931-C82C-4CAF-AC08-01DD61378298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We hope to achieve </a:t>
          </a:r>
          <a:r>
            <a:rPr lang="en-US" sz="1800" kern="1200" dirty="0">
              <a:latin typeface="Calibri Light" panose="020F0302020204030204"/>
            </a:rPr>
            <a:t>an</a:t>
          </a:r>
          <a:r>
            <a:rPr lang="en-US" sz="1800" kern="1200" dirty="0"/>
            <a:t> </a:t>
          </a:r>
          <a:r>
            <a:rPr lang="en-US" sz="1800" kern="1200" dirty="0">
              <a:latin typeface="Calibri Light" panose="020F0302020204030204"/>
            </a:rPr>
            <a:t>average </a:t>
          </a:r>
          <a:r>
            <a:rPr lang="en-US" sz="1800" kern="1200" dirty="0"/>
            <a:t>DFWI rate of </a:t>
          </a:r>
          <a:r>
            <a:rPr lang="en-US" sz="1800" kern="1200" dirty="0">
              <a:latin typeface="Calibri Light" panose="020F0302020204030204"/>
            </a:rPr>
            <a:t>10</a:t>
          </a:r>
          <a:r>
            <a:rPr lang="en-US" sz="1800" kern="1200" dirty="0"/>
            <a:t>% for all three PS courses by the end of this initiative in the fall of 2023.</a:t>
          </a:r>
        </a:p>
      </dsp:txBody>
      <dsp:txXfrm>
        <a:off x="7411643" y="2452790"/>
        <a:ext cx="3233964" cy="13719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mrahaman@atu.edu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0C_A2F284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04_9CADBC6E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2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2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microsoft.com/office/2018/10/relationships/comments" Target="../comments/modernComment_107_F521D29D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2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2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2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6835" y="252103"/>
            <a:ext cx="7878976" cy="87772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i="1" dirty="0">
                <a:solidFill>
                  <a:schemeClr val="bg1"/>
                </a:solidFill>
                <a:effectLst/>
                <a:latin typeface="TimesNewRomanPS"/>
              </a:rPr>
              <a:t>Enhancing the Programming Sequence for Undergraduate Computer Science Students: A Program for Improving Learning Outcomes 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4344" y="4633182"/>
            <a:ext cx="10464079" cy="13165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 defTabSz="822960">
              <a:spcBef>
                <a:spcPts val="900"/>
              </a:spcBef>
            </a:pPr>
            <a:endParaRPr lang="en-US" sz="1700" b="1" kern="1200">
              <a:solidFill>
                <a:schemeClr val="tx1"/>
              </a:solidFill>
              <a:latin typeface="Times New Roman"/>
              <a:ea typeface="+mn-ea"/>
              <a:cs typeface="Arial"/>
            </a:endParaRPr>
          </a:p>
          <a:p>
            <a:pPr defTabSz="822960">
              <a:spcBef>
                <a:spcPts val="900"/>
              </a:spcBef>
            </a:pPr>
            <a:br>
              <a:rPr lang="en-US" sz="1700" b="1" kern="1200">
                <a:latin typeface="Times New Roman"/>
                <a:cs typeface="Arial"/>
              </a:rPr>
            </a:br>
            <a:endParaRPr lang="en-US" sz="1700" b="1" kern="1200">
              <a:latin typeface="Times New Roman"/>
              <a:ea typeface="+mn-lt"/>
              <a:cs typeface="Arial"/>
            </a:endParaRPr>
          </a:p>
          <a:p>
            <a:endParaRPr lang="en-US" sz="1700">
              <a:latin typeface="Times New Roman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19EF6C-676C-B86D-7C39-EC4155F06424}"/>
              </a:ext>
            </a:extLst>
          </p:cNvPr>
          <p:cNvSpPr txBox="1"/>
          <p:nvPr/>
        </p:nvSpPr>
        <p:spPr>
          <a:xfrm>
            <a:off x="446717" y="2053724"/>
            <a:ext cx="11062643" cy="48859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defTabSz="822960">
              <a:spcAft>
                <a:spcPts val="600"/>
              </a:spcAft>
            </a:pPr>
            <a:r>
              <a:rPr lang="en-US" sz="3000" b="1" kern="1200" dirty="0">
                <a:latin typeface="Times New Roman"/>
                <a:ea typeface="+mn-ea"/>
                <a:cs typeface="Arial"/>
              </a:rPr>
              <a:t>Paper ID - 199</a:t>
            </a:r>
          </a:p>
          <a:p>
            <a:pPr algn="ctr" defTabSz="822960">
              <a:spcAft>
                <a:spcPts val="600"/>
              </a:spcAft>
            </a:pPr>
            <a:r>
              <a:rPr lang="en-US" sz="3000" b="1" kern="1200" dirty="0" err="1">
                <a:latin typeface="Times New Roman"/>
                <a:ea typeface="+mn-ea"/>
                <a:cs typeface="Arial"/>
              </a:rPr>
              <a:t>Musfikur</a:t>
            </a:r>
            <a:r>
              <a:rPr lang="en-US" sz="3000" b="1" kern="1200" dirty="0">
                <a:latin typeface="Times New Roman"/>
                <a:ea typeface="+mn-ea"/>
                <a:cs typeface="Arial"/>
              </a:rPr>
              <a:t> </a:t>
            </a:r>
            <a:r>
              <a:rPr lang="en-US" sz="3000" b="1" kern="1200" dirty="0" err="1">
                <a:latin typeface="Times New Roman"/>
                <a:ea typeface="+mn-ea"/>
                <a:cs typeface="Arial"/>
              </a:rPr>
              <a:t>Rahaman</a:t>
            </a:r>
            <a:r>
              <a:rPr lang="en-US" sz="3000" b="1" dirty="0">
                <a:latin typeface="Times New Roman"/>
                <a:cs typeface="Arial"/>
              </a:rPr>
              <a:t> </a:t>
            </a:r>
          </a:p>
          <a:p>
            <a:pPr algn="ctr" defTabSz="822960">
              <a:lnSpc>
                <a:spcPct val="90000"/>
              </a:lnSpc>
              <a:spcBef>
                <a:spcPts val="900"/>
              </a:spcBef>
            </a:pPr>
            <a:r>
              <a:rPr lang="en-US" sz="3000" b="1" dirty="0">
                <a:latin typeface="Times New Roman"/>
                <a:cs typeface="Times New Roman"/>
              </a:rPr>
              <a:t>Graduate Teaching Assistant</a:t>
            </a:r>
            <a:endParaRPr lang="en-US" sz="3000" dirty="0">
              <a:latin typeface="Times New Roman"/>
              <a:cs typeface="Calibri" panose="020F0502020204030204"/>
            </a:endParaRPr>
          </a:p>
          <a:p>
            <a:pPr algn="ctr" defTabSz="822960">
              <a:lnSpc>
                <a:spcPct val="90000"/>
              </a:lnSpc>
              <a:spcBef>
                <a:spcPts val="900"/>
              </a:spcBef>
            </a:pPr>
            <a:r>
              <a:rPr lang="en-US" sz="3000" b="1" dirty="0">
                <a:latin typeface="Times New Roman"/>
                <a:cs typeface="Times New Roman"/>
              </a:rPr>
              <a:t>Department of Engineering and Computing Sciences</a:t>
            </a:r>
            <a:endParaRPr lang="en-US" sz="3000" dirty="0">
              <a:latin typeface="Times New Roman"/>
              <a:cs typeface="Calibri" panose="020F0502020204030204"/>
            </a:endParaRPr>
          </a:p>
          <a:p>
            <a:pPr algn="ctr" defTabSz="822960">
              <a:lnSpc>
                <a:spcPct val="90000"/>
              </a:lnSpc>
              <a:spcBef>
                <a:spcPts val="900"/>
              </a:spcBef>
            </a:pPr>
            <a:r>
              <a:rPr lang="en-US" sz="3000" b="1" dirty="0">
                <a:latin typeface="Times New Roman"/>
                <a:cs typeface="Times New Roman"/>
              </a:rPr>
              <a:t>Arkansas Tech University </a:t>
            </a:r>
            <a:endParaRPr lang="en-US" sz="3000" dirty="0">
              <a:latin typeface="Times New Roman"/>
              <a:ea typeface="+mn-lt"/>
              <a:cs typeface="+mn-lt"/>
            </a:endParaRPr>
          </a:p>
          <a:p>
            <a:pPr algn="ctr" defTabSz="822960">
              <a:lnSpc>
                <a:spcPct val="90000"/>
              </a:lnSpc>
              <a:spcBef>
                <a:spcPts val="900"/>
              </a:spcBef>
            </a:pPr>
            <a:r>
              <a:rPr lang="en-US" sz="3000" b="1" dirty="0">
                <a:latin typeface="Times New Roman"/>
                <a:cs typeface="Times New Roman"/>
              </a:rPr>
              <a:t>Russellville, Arkansas 72801</a:t>
            </a:r>
            <a:endParaRPr lang="en-US" sz="3000" dirty="0">
              <a:latin typeface="Times New Roman"/>
              <a:cs typeface="Times New Roman"/>
            </a:endParaRPr>
          </a:p>
          <a:p>
            <a:pPr algn="ctr" defTabSz="822960">
              <a:lnSpc>
                <a:spcPct val="90000"/>
              </a:lnSpc>
              <a:spcBef>
                <a:spcPts val="900"/>
              </a:spcBef>
            </a:pPr>
            <a:r>
              <a:rPr lang="en-US" sz="3000" b="1" dirty="0">
                <a:latin typeface="Times New Roman"/>
                <a:cs typeface="Times New Roman"/>
                <a:hlinkClick r:id="rId2"/>
              </a:rPr>
              <a:t>Email: mrahaman@atu.edu</a:t>
            </a:r>
            <a:endParaRPr lang="en-US" sz="3000" b="1" dirty="0">
              <a:latin typeface="Times New Roman"/>
              <a:cs typeface="Times New Roman"/>
            </a:endParaRPr>
          </a:p>
          <a:p>
            <a:pPr algn="ctr" defTabSz="822960">
              <a:lnSpc>
                <a:spcPct val="90000"/>
              </a:lnSpc>
              <a:spcBef>
                <a:spcPts val="900"/>
              </a:spcBef>
            </a:pPr>
            <a:endParaRPr lang="en-US" sz="3000" b="1" dirty="0">
              <a:latin typeface="Times New Roman"/>
              <a:cs typeface="Times New Roman"/>
            </a:endParaRPr>
          </a:p>
          <a:p>
            <a:pPr algn="ctr" defTabSz="822960">
              <a:lnSpc>
                <a:spcPct val="90000"/>
              </a:lnSpc>
              <a:spcBef>
                <a:spcPts val="900"/>
              </a:spcBef>
            </a:pPr>
            <a:endParaRPr lang="en-US" sz="3000" b="1" dirty="0">
              <a:latin typeface="Times New Roman"/>
              <a:cs typeface="Times New Roman"/>
            </a:endParaRPr>
          </a:p>
        </p:txBody>
      </p:sp>
      <p:pic>
        <p:nvPicPr>
          <p:cNvPr id="5" name="Picture 5" descr="Logo&#10;&#10;Description automatically generated">
            <a:extLst>
              <a:ext uri="{FF2B5EF4-FFF2-40B4-BE49-F238E27FC236}">
                <a16:creationId xmlns:a16="http://schemas.microsoft.com/office/drawing/2014/main" id="{6F2230E0-9E95-2C69-CE1C-9C64B383D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9822" y="-105549"/>
            <a:ext cx="2310460" cy="1791543"/>
          </a:xfrm>
          <a:prstGeom prst="rect">
            <a:avLst/>
          </a:prstGeom>
        </p:spPr>
      </p:pic>
      <p:pic>
        <p:nvPicPr>
          <p:cNvPr id="9" name="Picture 5" descr="Logo&#10;&#10;Description automatically generated">
            <a:extLst>
              <a:ext uri="{FF2B5EF4-FFF2-40B4-BE49-F238E27FC236}">
                <a16:creationId xmlns:a16="http://schemas.microsoft.com/office/drawing/2014/main" id="{6458B6ED-FDD2-3907-C767-5F7AF45EB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7881" y="-105549"/>
            <a:ext cx="2310460" cy="1791543"/>
          </a:xfrm>
          <a:prstGeom prst="rect">
            <a:avLst/>
          </a:prstGeom>
        </p:spPr>
      </p:pic>
      <p:pic>
        <p:nvPicPr>
          <p:cNvPr id="1028" name="Picture 4" descr="HORA 2023 - International Congress on Human-Computer ...">
            <a:extLst>
              <a:ext uri="{FF2B5EF4-FFF2-40B4-BE49-F238E27FC236}">
                <a16:creationId xmlns:a16="http://schemas.microsoft.com/office/drawing/2014/main" id="{0ACC5377-D17C-93E0-5419-2CA3E61DC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208029"/>
            <a:ext cx="1717964" cy="54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9A4A11-124C-A46A-15D2-BC23D3168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 dirty="0"/>
              <a:t>Content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E938D6-D089-08ED-12B3-FD8EE682EF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106084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4" descr="HORA 2023 - International Congress on Human-Computer ...">
            <a:extLst>
              <a:ext uri="{FF2B5EF4-FFF2-40B4-BE49-F238E27FC236}">
                <a16:creationId xmlns:a16="http://schemas.microsoft.com/office/drawing/2014/main" id="{9D852DFA-3E21-C9DA-2A94-FC2C3233D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208029"/>
            <a:ext cx="1717964" cy="54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3012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1" name="Rectangle 15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22D620-473C-FD3F-09B6-180DAB9F5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" y="348865"/>
            <a:ext cx="12189167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000" kern="1200">
                <a:solidFill>
                  <a:srgbClr val="FFFFFF"/>
                </a:solidFill>
                <a:latin typeface="Times New Roman"/>
                <a:cs typeface="Times New Roman"/>
              </a:rPr>
              <a:t>Background</a:t>
            </a:r>
            <a:endParaRPr lang="en-US" sz="5000">
              <a:solidFill>
                <a:srgbClr val="FFFFFF"/>
              </a:solidFill>
              <a:cs typeface="Calibri Light" panose="020F0302020204030204"/>
            </a:endParaRP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8D3F0E71-13EC-BDBC-4C27-1CA6AA6A67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9864786"/>
              </p:ext>
            </p:extLst>
          </p:nvPr>
        </p:nvGraphicFramePr>
        <p:xfrm>
          <a:off x="1039091" y="2615980"/>
          <a:ext cx="10532794" cy="34853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4" descr="HORA 2023 - International Congress on Human-Computer ...">
            <a:extLst>
              <a:ext uri="{FF2B5EF4-FFF2-40B4-BE49-F238E27FC236}">
                <a16:creationId xmlns:a16="http://schemas.microsoft.com/office/drawing/2014/main" id="{600A8502-CD79-7A0A-A020-B4D02F110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208029"/>
            <a:ext cx="1717964" cy="54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4895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9" descr="Chart&#10;&#10;Description automatically generated">
            <a:extLst>
              <a:ext uri="{FF2B5EF4-FFF2-40B4-BE49-F238E27FC236}">
                <a16:creationId xmlns:a16="http://schemas.microsoft.com/office/drawing/2014/main" id="{F2A044BF-932A-9E11-80D1-28841E1E6E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4610"/>
          <a:stretch/>
        </p:blipFill>
        <p:spPr>
          <a:xfrm>
            <a:off x="1132252" y="914400"/>
            <a:ext cx="9950074" cy="4968819"/>
          </a:xfrm>
          <a:prstGeom prst="rect">
            <a:avLst/>
          </a:prstGeom>
        </p:spPr>
      </p:pic>
      <p:pic>
        <p:nvPicPr>
          <p:cNvPr id="2" name="Picture 4" descr="HORA 2023 - International Congress on Human-Computer ...">
            <a:extLst>
              <a:ext uri="{FF2B5EF4-FFF2-40B4-BE49-F238E27FC236}">
                <a16:creationId xmlns:a16="http://schemas.microsoft.com/office/drawing/2014/main" id="{910E6106-9EB4-AAD7-1D28-A85FB2F4B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208029"/>
            <a:ext cx="1717964" cy="54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80260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FF5C2DDF-426E-4E54-B9C8-BBEC4FA4C5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7539"/>
          <a:stretch/>
        </p:blipFill>
        <p:spPr>
          <a:xfrm>
            <a:off x="1071757" y="914400"/>
            <a:ext cx="10048485" cy="5110333"/>
          </a:xfrm>
          <a:prstGeom prst="rect">
            <a:avLst/>
          </a:prstGeom>
        </p:spPr>
      </p:pic>
      <p:pic>
        <p:nvPicPr>
          <p:cNvPr id="2" name="Picture 4" descr="HORA 2023 - International Congress on Human-Computer ...">
            <a:extLst>
              <a:ext uri="{FF2B5EF4-FFF2-40B4-BE49-F238E27FC236}">
                <a16:creationId xmlns:a16="http://schemas.microsoft.com/office/drawing/2014/main" id="{D1E19C9A-3EF6-6C96-A644-13D16B432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208029"/>
            <a:ext cx="1717964" cy="54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7105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Chart&#10;&#10;Description automatically generated">
            <a:extLst>
              <a:ext uri="{FF2B5EF4-FFF2-40B4-BE49-F238E27FC236}">
                <a16:creationId xmlns:a16="http://schemas.microsoft.com/office/drawing/2014/main" id="{CD0321C0-F905-8135-48E3-D7AAA11FF0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7360"/>
          <a:stretch/>
        </p:blipFill>
        <p:spPr>
          <a:xfrm>
            <a:off x="1051585" y="914400"/>
            <a:ext cx="10056171" cy="4968819"/>
          </a:xfrm>
          <a:prstGeom prst="rect">
            <a:avLst/>
          </a:prstGeom>
        </p:spPr>
      </p:pic>
      <p:pic>
        <p:nvPicPr>
          <p:cNvPr id="2" name="Picture 4" descr="HORA 2023 - International Congress on Human-Computer ...">
            <a:extLst>
              <a:ext uri="{FF2B5EF4-FFF2-40B4-BE49-F238E27FC236}">
                <a16:creationId xmlns:a16="http://schemas.microsoft.com/office/drawing/2014/main" id="{28A987CE-79AA-1096-E8ED-17A9C5106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208029"/>
            <a:ext cx="1717964" cy="54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1583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2EA026-756C-D76C-EB8C-FE810E97B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84" y="348865"/>
            <a:ext cx="12198318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5000">
                <a:solidFill>
                  <a:srgbClr val="FFFFFF"/>
                </a:solidFill>
                <a:latin typeface="Times New Roman"/>
                <a:cs typeface="Calibri Light"/>
              </a:rPr>
              <a:t>Purpose/Objective</a:t>
            </a:r>
            <a:endParaRPr lang="en-US" sz="50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740960-4FD5-BCBE-D937-D8E35CB3CD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0193791"/>
              </p:ext>
            </p:extLst>
          </p:nvPr>
        </p:nvGraphicFramePr>
        <p:xfrm>
          <a:off x="291145" y="2112579"/>
          <a:ext cx="11757426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4" descr="HORA 2023 - International Congress on Human-Computer ...">
            <a:extLst>
              <a:ext uri="{FF2B5EF4-FFF2-40B4-BE49-F238E27FC236}">
                <a16:creationId xmlns:a16="http://schemas.microsoft.com/office/drawing/2014/main" id="{F54AB8CB-924F-A2F0-FB89-580CCB2B6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208029"/>
            <a:ext cx="1717964" cy="54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5878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7F1663-F2FE-136C-F2C6-110A66D3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84" y="348865"/>
            <a:ext cx="12198318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5000">
                <a:solidFill>
                  <a:srgbClr val="FFFFFF"/>
                </a:solidFill>
                <a:latin typeface="Times New Roman"/>
                <a:cs typeface="Calibri Light"/>
              </a:rPr>
              <a:t>Methodology</a:t>
            </a:r>
            <a:endParaRPr lang="en-US" sz="50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30" name="Content Placeholder 2">
            <a:extLst>
              <a:ext uri="{FF2B5EF4-FFF2-40B4-BE49-F238E27FC236}">
                <a16:creationId xmlns:a16="http://schemas.microsoft.com/office/drawing/2014/main" id="{2156E0B8-9F3D-E87A-6F3C-ECCE465764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652307"/>
              </p:ext>
            </p:extLst>
          </p:nvPr>
        </p:nvGraphicFramePr>
        <p:xfrm>
          <a:off x="1800" y="1666264"/>
          <a:ext cx="12005513" cy="50310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4" descr="HORA 2023 - International Congress on Human-Computer ...">
            <a:extLst>
              <a:ext uri="{FF2B5EF4-FFF2-40B4-BE49-F238E27FC236}">
                <a16:creationId xmlns:a16="http://schemas.microsoft.com/office/drawing/2014/main" id="{0AEB1AF9-9258-4D73-A86A-34E0217D3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208029"/>
            <a:ext cx="1717964" cy="54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3589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A82EF-C458-689E-8405-F34D1F7DF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34" y="113429"/>
            <a:ext cx="12161587" cy="67629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000" kern="1200">
                <a:solidFill>
                  <a:srgbClr val="FFFFFF"/>
                </a:solidFill>
                <a:latin typeface="Times New Roman"/>
                <a:cs typeface="Times New Roman"/>
              </a:rPr>
              <a:t>Action Plans</a:t>
            </a:r>
          </a:p>
        </p:txBody>
      </p:sp>
      <p:sp>
        <p:nvSpPr>
          <p:cNvPr id="34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4" descr="HORA 2023 - International Congress on Human-Computer ...">
            <a:extLst>
              <a:ext uri="{FF2B5EF4-FFF2-40B4-BE49-F238E27FC236}">
                <a16:creationId xmlns:a16="http://schemas.microsoft.com/office/drawing/2014/main" id="{7E1B3C9F-6D14-BD84-8000-8047A0052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208029"/>
            <a:ext cx="1717964" cy="54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863166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C7055D-7EB4-17E4-A39A-4257C5915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6" y="1683756"/>
            <a:ext cx="4029664" cy="239635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  <a:latin typeface="Times New Roman"/>
                <a:cs typeface="Arial"/>
              </a:rPr>
              <a:t>Action Plan 1:</a:t>
            </a:r>
            <a:br>
              <a:rPr lang="en-US" sz="2400">
                <a:solidFill>
                  <a:srgbClr val="FFFFFF"/>
                </a:solidFill>
                <a:latin typeface="Times New Roman"/>
                <a:cs typeface="Arial"/>
              </a:rPr>
            </a:br>
            <a:r>
              <a:rPr lang="en-US" sz="2400">
                <a:solidFill>
                  <a:srgbClr val="FFFFFF"/>
                </a:solidFill>
                <a:latin typeface="Times New Roman"/>
                <a:cs typeface="Arial"/>
              </a:rPr>
              <a:t>Create Comprehensive Programming Tutoring Laboratories 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153D1E-9138-5D16-D478-D3565051C0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0344834"/>
              </p:ext>
            </p:extLst>
          </p:nvPr>
        </p:nvGraphicFramePr>
        <p:xfrm>
          <a:off x="4458738" y="206155"/>
          <a:ext cx="7505032" cy="6455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4" descr="HORA 2023 - International Congress on Human-Computer ...">
            <a:extLst>
              <a:ext uri="{FF2B5EF4-FFF2-40B4-BE49-F238E27FC236}">
                <a16:creationId xmlns:a16="http://schemas.microsoft.com/office/drawing/2014/main" id="{92771B09-867C-8439-EF14-C3BAAAEFD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208029"/>
            <a:ext cx="1717964" cy="54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4274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65F0A9-670F-2963-8CDB-96A6F118D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6" y="1683756"/>
            <a:ext cx="4040549" cy="239635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  <a:latin typeface="Times New Roman"/>
                <a:cs typeface="Arial"/>
              </a:rPr>
              <a:t>Action Plan 2:</a:t>
            </a:r>
            <a:br>
              <a:rPr lang="en-US" sz="2400">
                <a:solidFill>
                  <a:srgbClr val="FFFFFF"/>
                </a:solidFill>
                <a:latin typeface="Times New Roman"/>
                <a:cs typeface="Arial"/>
              </a:rPr>
            </a:br>
            <a:r>
              <a:rPr lang="en-US" sz="2400">
                <a:solidFill>
                  <a:srgbClr val="FFFFFF"/>
                </a:solidFill>
                <a:latin typeface="Times New Roman"/>
                <a:cs typeface="Arial"/>
              </a:rPr>
              <a:t>Develop a Social Media PS Reaction System (SMPSRM).</a:t>
            </a:r>
            <a:endParaRPr lang="en-US" sz="2400">
              <a:solidFill>
                <a:srgbClr val="FFFFFF"/>
              </a:solidFill>
              <a:latin typeface="Times New Roman"/>
              <a:cs typeface="Calibri Light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EB2DF9-EE9D-800E-E101-592C60C274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9789145"/>
              </p:ext>
            </p:extLst>
          </p:nvPr>
        </p:nvGraphicFramePr>
        <p:xfrm>
          <a:off x="4534938" y="260583"/>
          <a:ext cx="7385289" cy="6379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4" descr="HORA 2023 - International Congress on Human-Computer ...">
            <a:extLst>
              <a:ext uri="{FF2B5EF4-FFF2-40B4-BE49-F238E27FC236}">
                <a16:creationId xmlns:a16="http://schemas.microsoft.com/office/drawing/2014/main" id="{096F853F-51E1-FFC5-0934-4C0D059A9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208029"/>
            <a:ext cx="1717964" cy="54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4882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66516C-0C89-8D63-5A37-270CA9297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3" y="1711978"/>
            <a:ext cx="4046597" cy="23681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  <a:latin typeface="Times New Roman"/>
                <a:cs typeface="Arial"/>
              </a:rPr>
              <a:t>Action Plan 3:</a:t>
            </a:r>
            <a:br>
              <a:rPr lang="en-US" sz="2400">
                <a:solidFill>
                  <a:srgbClr val="FFFFFF"/>
                </a:solidFill>
                <a:latin typeface="Times New Roman"/>
                <a:cs typeface="Arial"/>
              </a:rPr>
            </a:br>
            <a:r>
              <a:rPr lang="en-US" sz="2400">
                <a:solidFill>
                  <a:srgbClr val="FFFFFF"/>
                </a:solidFill>
                <a:latin typeface="Times New Roman"/>
                <a:cs typeface="Arial"/>
              </a:rPr>
              <a:t>Programming Sequence Curriculum Alignment</a:t>
            </a:r>
            <a:endParaRPr lang="en-US" sz="2400">
              <a:solidFill>
                <a:srgbClr val="FFFFFF"/>
              </a:solidFill>
              <a:latin typeface="Times New Roman"/>
              <a:cs typeface="Calibri Light"/>
            </a:endParaRP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4DFDEB6A-41E0-6AF2-D45B-2019C7D18F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4964716"/>
              </p:ext>
            </p:extLst>
          </p:nvPr>
        </p:nvGraphicFramePr>
        <p:xfrm>
          <a:off x="4171275" y="101329"/>
          <a:ext cx="7979165" cy="5907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4" descr="HORA 2023 - International Congress on Human-Computer ...">
            <a:extLst>
              <a:ext uri="{FF2B5EF4-FFF2-40B4-BE49-F238E27FC236}">
                <a16:creationId xmlns:a16="http://schemas.microsoft.com/office/drawing/2014/main" id="{3BA07FDE-0537-D7B4-F9A4-310C5D50C4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208029"/>
            <a:ext cx="1717964" cy="54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263452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46D3C7-B07D-A788-BAAE-29CD48F0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50" y="1683756"/>
            <a:ext cx="4040550" cy="239635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285750" indent="-285750" algn="r">
              <a:spcBef>
                <a:spcPts val="1000"/>
              </a:spcBef>
              <a:buFont typeface="Arial"/>
              <a:buChar char="•"/>
            </a:pPr>
            <a:endParaRPr lang="en-US" sz="2400">
              <a:solidFill>
                <a:srgbClr val="FFFFFF"/>
              </a:solidFill>
              <a:latin typeface="Times New Roman"/>
              <a:ea typeface="+mj-lt"/>
              <a:cs typeface="+mj-lt"/>
            </a:endParaRPr>
          </a:p>
          <a:p>
            <a:pPr marL="285750" indent="-285750" algn="r">
              <a:spcAft>
                <a:spcPct val="0"/>
              </a:spcAft>
              <a:buFont typeface="Arial"/>
              <a:buChar char="•"/>
            </a:pPr>
            <a:endParaRPr lang="en-US" sz="2400">
              <a:solidFill>
                <a:srgbClr val="FFFFFF"/>
              </a:solidFill>
              <a:latin typeface="Times New Roman"/>
              <a:ea typeface="+mj-lt"/>
              <a:cs typeface="+mj-lt"/>
            </a:endParaRPr>
          </a:p>
          <a:p>
            <a:pPr algn="ctr"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Times New Roman"/>
                <a:cs typeface="Arial"/>
              </a:rPr>
              <a:t>Action Plan 4:</a:t>
            </a:r>
            <a:br>
              <a:rPr lang="en-US" sz="2400">
                <a:solidFill>
                  <a:srgbClr val="FFFFFF"/>
                </a:solidFill>
                <a:latin typeface="Times New Roman"/>
                <a:cs typeface="Arial"/>
              </a:rPr>
            </a:br>
            <a:r>
              <a:rPr lang="en-US" sz="2400">
                <a:solidFill>
                  <a:srgbClr val="FFFFFF"/>
                </a:solidFill>
                <a:latin typeface="Times New Roman"/>
                <a:cs typeface="Arial"/>
              </a:rPr>
              <a:t>Programming Sequence Curriculum Alignment Faculty Development in New Programming Sequence Pedagogies</a:t>
            </a:r>
            <a:endParaRPr lang="en-US" sz="2400">
              <a:solidFill>
                <a:srgbClr val="FFFFFF"/>
              </a:solidFill>
              <a:latin typeface="Times New Roman"/>
              <a:ea typeface="+mj-lt"/>
              <a:cs typeface="+mj-lt"/>
            </a:endParaRPr>
          </a:p>
          <a:p>
            <a:pPr algn="r"/>
            <a:endParaRPr lang="en-US" sz="2400">
              <a:solidFill>
                <a:srgbClr val="FFFFFF"/>
              </a:solidFill>
              <a:latin typeface="Times New Roman"/>
              <a:cs typeface="Calibri Light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258097-4B15-AD08-3067-9FAECCFC36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1456379"/>
              </p:ext>
            </p:extLst>
          </p:nvPr>
        </p:nvGraphicFramePr>
        <p:xfrm>
          <a:off x="4338995" y="64640"/>
          <a:ext cx="7668318" cy="6749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4" descr="HORA 2023 - International Congress on Human-Computer ...">
            <a:extLst>
              <a:ext uri="{FF2B5EF4-FFF2-40B4-BE49-F238E27FC236}">
                <a16:creationId xmlns:a16="http://schemas.microsoft.com/office/drawing/2014/main" id="{42979189-A0D0-8691-A977-DE3075C2B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208029"/>
            <a:ext cx="1717964" cy="54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9226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D1BD2C2-D8F2-6AC9-D491-7277E2DC0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" y="348865"/>
            <a:ext cx="12188508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000">
                <a:solidFill>
                  <a:srgbClr val="FFFFFF"/>
                </a:solidFill>
                <a:latin typeface="Times New Roman"/>
                <a:cs typeface="Times New Roman"/>
              </a:rPr>
              <a:t>Results</a:t>
            </a:r>
            <a:endParaRPr lang="en-US" sz="5000">
              <a:solidFill>
                <a:srgbClr val="FFFFFF"/>
              </a:solidFill>
              <a:cs typeface="Calibri Light"/>
            </a:endParaRP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CDE114E9-120E-3D4E-82E7-84C15D4B5B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9822563"/>
              </p:ext>
            </p:extLst>
          </p:nvPr>
        </p:nvGraphicFramePr>
        <p:xfrm>
          <a:off x="132428" y="1807779"/>
          <a:ext cx="12005514" cy="50527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" name="Picture 4" descr="HORA 2023 - International Congress on Human-Computer ...">
            <a:extLst>
              <a:ext uri="{FF2B5EF4-FFF2-40B4-BE49-F238E27FC236}">
                <a16:creationId xmlns:a16="http://schemas.microsoft.com/office/drawing/2014/main" id="{B6B7E8E9-473C-B412-E29E-D45F91575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208029"/>
            <a:ext cx="1717964" cy="54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0487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1A498AB-6261-B46A-E697-6ADBDCA65FEB}"/>
              </a:ext>
              <a:ext uri="{147F2762-F138-4A5C-976F-8EAC2B608ADB}">
                <a16:predDERef xmlns:a16="http://schemas.microsoft.com/office/drawing/2014/main" pred="{43393BE6-9D28-1E46-941C-0C8E5CA253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4587800"/>
              </p:ext>
            </p:extLst>
          </p:nvPr>
        </p:nvGraphicFramePr>
        <p:xfrm>
          <a:off x="990600" y="914400"/>
          <a:ext cx="10134600" cy="49688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" name="Picture 4" descr="HORA 2023 - International Congress on Human-Computer ...">
            <a:extLst>
              <a:ext uri="{FF2B5EF4-FFF2-40B4-BE49-F238E27FC236}">
                <a16:creationId xmlns:a16="http://schemas.microsoft.com/office/drawing/2014/main" id="{84834204-8CBD-E3D4-562E-B5C083129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208029"/>
            <a:ext cx="1717964" cy="54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9525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FACEBB4-547E-7F1B-2CA9-9126730FEF6E}"/>
              </a:ext>
              <a:ext uri="{147F2762-F138-4A5C-976F-8EAC2B608ADB}">
                <a16:predDERef xmlns:a16="http://schemas.microsoft.com/office/drawing/2014/main" pred="{986423E8-414B-34A4-C33E-7CE86B9443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2950960"/>
              </p:ext>
            </p:extLst>
          </p:nvPr>
        </p:nvGraphicFramePr>
        <p:xfrm>
          <a:off x="990600" y="914400"/>
          <a:ext cx="10134600" cy="49688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" name="Picture 4" descr="HORA 2023 - International Congress on Human-Computer ...">
            <a:extLst>
              <a:ext uri="{FF2B5EF4-FFF2-40B4-BE49-F238E27FC236}">
                <a16:creationId xmlns:a16="http://schemas.microsoft.com/office/drawing/2014/main" id="{02355455-5672-E314-17C0-3A8C66072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208029"/>
            <a:ext cx="1717964" cy="54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5691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6995C1A-3A70-66DF-4526-AE28BC192DD8}"/>
              </a:ext>
              <a:ext uri="{147F2762-F138-4A5C-976F-8EAC2B608ADB}">
                <a16:predDERef xmlns:a16="http://schemas.microsoft.com/office/drawing/2014/main" pred="{64FF177A-543A-5EC3-553D-F1FEEB21A5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2760986"/>
              </p:ext>
            </p:extLst>
          </p:nvPr>
        </p:nvGraphicFramePr>
        <p:xfrm>
          <a:off x="990600" y="914400"/>
          <a:ext cx="10134600" cy="49688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" name="Picture 4" descr="HORA 2023 - International Congress on Human-Computer ...">
            <a:extLst>
              <a:ext uri="{FF2B5EF4-FFF2-40B4-BE49-F238E27FC236}">
                <a16:creationId xmlns:a16="http://schemas.microsoft.com/office/drawing/2014/main" id="{D800848F-BCA5-38FA-59AA-5241DFF85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208029"/>
            <a:ext cx="1717964" cy="54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7672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228BA-CCB6-CFF8-097C-8E23F03C6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145" y="760549"/>
            <a:ext cx="6075629" cy="35661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000">
                <a:latin typeface="Times New Roman"/>
                <a:cs typeface="Times New Roman"/>
              </a:rPr>
              <a:t>Survey Results</a:t>
            </a:r>
            <a:br>
              <a:rPr lang="en-US" sz="5000">
                <a:latin typeface="Times New Roman"/>
              </a:rPr>
            </a:br>
            <a:r>
              <a:rPr lang="en-US" sz="5000">
                <a:latin typeface="Times New Roman"/>
                <a:cs typeface="Calibri Light"/>
              </a:rPr>
              <a:t>Fall -2022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EA7F70AA-6510-42E5-9DDE-8C1AD27701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287" r="18348" b="-3"/>
          <a:stretch/>
        </p:blipFill>
        <p:spPr>
          <a:xfrm>
            <a:off x="20" y="10"/>
            <a:ext cx="6108141" cy="6857990"/>
          </a:xfrm>
          <a:custGeom>
            <a:avLst/>
            <a:gdLst/>
            <a:ahLst/>
            <a:cxnLst/>
            <a:rect l="l" t="t" r="r" b="b"/>
            <a:pathLst>
              <a:path w="6108161" h="6858000">
                <a:moveTo>
                  <a:pt x="0" y="0"/>
                </a:moveTo>
                <a:lnTo>
                  <a:pt x="2058355" y="0"/>
                </a:lnTo>
                <a:lnTo>
                  <a:pt x="3299791" y="0"/>
                </a:lnTo>
                <a:lnTo>
                  <a:pt x="6076880" y="0"/>
                </a:lnTo>
                <a:lnTo>
                  <a:pt x="6078171" y="10931"/>
                </a:lnTo>
                <a:cubicBezTo>
                  <a:pt x="6093300" y="94836"/>
                  <a:pt x="6090630" y="179884"/>
                  <a:pt x="6094698" y="264297"/>
                </a:cubicBezTo>
                <a:cubicBezTo>
                  <a:pt x="6099656" y="367652"/>
                  <a:pt x="6093427" y="471135"/>
                  <a:pt x="6091266" y="574617"/>
                </a:cubicBezTo>
                <a:cubicBezTo>
                  <a:pt x="6089359" y="662717"/>
                  <a:pt x="6080587" y="750690"/>
                  <a:pt x="6083384" y="838916"/>
                </a:cubicBezTo>
                <a:cubicBezTo>
                  <a:pt x="6083384" y="841968"/>
                  <a:pt x="6083384" y="845019"/>
                  <a:pt x="6083384" y="848070"/>
                </a:cubicBezTo>
                <a:cubicBezTo>
                  <a:pt x="6075375" y="945068"/>
                  <a:pt x="6075375" y="1042576"/>
                  <a:pt x="6083384" y="1139574"/>
                </a:cubicBezTo>
                <a:cubicBezTo>
                  <a:pt x="6085964" y="1179950"/>
                  <a:pt x="6085240" y="1220466"/>
                  <a:pt x="6081223" y="1260728"/>
                </a:cubicBezTo>
                <a:cubicBezTo>
                  <a:pt x="6077409" y="1311960"/>
                  <a:pt x="6065204" y="1364083"/>
                  <a:pt x="6073976" y="1414934"/>
                </a:cubicBezTo>
                <a:cubicBezTo>
                  <a:pt x="6079722" y="1456784"/>
                  <a:pt x="6082913" y="1498940"/>
                  <a:pt x="6083511" y="1541172"/>
                </a:cubicBezTo>
                <a:cubicBezTo>
                  <a:pt x="6087833" y="1635755"/>
                  <a:pt x="6083638" y="1730847"/>
                  <a:pt x="6082112" y="1825685"/>
                </a:cubicBezTo>
                <a:cubicBezTo>
                  <a:pt x="6080205" y="1936286"/>
                  <a:pt x="6083002" y="2046634"/>
                  <a:pt x="6074103" y="2157235"/>
                </a:cubicBezTo>
                <a:cubicBezTo>
                  <a:pt x="6069145" y="2246581"/>
                  <a:pt x="6069145" y="2336130"/>
                  <a:pt x="6074103" y="2425476"/>
                </a:cubicBezTo>
                <a:cubicBezTo>
                  <a:pt x="6076519" y="2507473"/>
                  <a:pt x="6088850" y="2588454"/>
                  <a:pt x="6086816" y="2671214"/>
                </a:cubicBezTo>
                <a:cubicBezTo>
                  <a:pt x="6084401" y="2767832"/>
                  <a:pt x="6072959" y="2863940"/>
                  <a:pt x="6076519" y="2960685"/>
                </a:cubicBezTo>
                <a:cubicBezTo>
                  <a:pt x="6078171" y="3006832"/>
                  <a:pt x="6078299" y="3052980"/>
                  <a:pt x="6079316" y="3099127"/>
                </a:cubicBezTo>
                <a:cubicBezTo>
                  <a:pt x="6080333" y="3154682"/>
                  <a:pt x="6090376" y="3210110"/>
                  <a:pt x="6084782" y="3265665"/>
                </a:cubicBezTo>
                <a:cubicBezTo>
                  <a:pt x="6075502" y="3358087"/>
                  <a:pt x="6051475" y="3448857"/>
                  <a:pt x="6066476" y="3543567"/>
                </a:cubicBezTo>
                <a:cubicBezTo>
                  <a:pt x="6074739" y="3595690"/>
                  <a:pt x="6084146" y="3647940"/>
                  <a:pt x="6088850" y="3700571"/>
                </a:cubicBezTo>
                <a:cubicBezTo>
                  <a:pt x="6093045" y="3747608"/>
                  <a:pt x="6103724" y="3795408"/>
                  <a:pt x="6095588" y="3842191"/>
                </a:cubicBezTo>
                <a:cubicBezTo>
                  <a:pt x="6088723" y="3882237"/>
                  <a:pt x="6092410" y="3922282"/>
                  <a:pt x="6087070" y="3962327"/>
                </a:cubicBezTo>
                <a:cubicBezTo>
                  <a:pt x="6080078" y="4014831"/>
                  <a:pt x="6076265" y="4068352"/>
                  <a:pt x="6071052" y="4121111"/>
                </a:cubicBezTo>
                <a:cubicBezTo>
                  <a:pt x="6066221" y="4169038"/>
                  <a:pt x="6062662" y="4216838"/>
                  <a:pt x="6075375" y="4261841"/>
                </a:cubicBezTo>
                <a:cubicBezTo>
                  <a:pt x="6106394" y="4375112"/>
                  <a:pt x="6089359" y="4487748"/>
                  <a:pt x="6077663" y="4600257"/>
                </a:cubicBezTo>
                <a:cubicBezTo>
                  <a:pt x="6071942" y="4655049"/>
                  <a:pt x="6063552" y="4712765"/>
                  <a:pt x="6076265" y="4762853"/>
                </a:cubicBezTo>
                <a:cubicBezTo>
                  <a:pt x="6099783" y="4851716"/>
                  <a:pt x="6081350" y="4936764"/>
                  <a:pt x="6071179" y="5021432"/>
                </a:cubicBezTo>
                <a:cubicBezTo>
                  <a:pt x="6061009" y="5106099"/>
                  <a:pt x="6058594" y="5189495"/>
                  <a:pt x="6076392" y="5272637"/>
                </a:cubicBezTo>
                <a:cubicBezTo>
                  <a:pt x="6088850" y="5331116"/>
                  <a:pt x="6088850" y="5390612"/>
                  <a:pt x="6090376" y="5449600"/>
                </a:cubicBezTo>
                <a:cubicBezTo>
                  <a:pt x="6091266" y="5486339"/>
                  <a:pt x="6077663" y="5523842"/>
                  <a:pt x="6068637" y="5560582"/>
                </a:cubicBezTo>
                <a:cubicBezTo>
                  <a:pt x="6052364" y="5626943"/>
                  <a:pt x="6046517" y="5694321"/>
                  <a:pt x="6068637" y="5759029"/>
                </a:cubicBezTo>
                <a:cubicBezTo>
                  <a:pt x="6099148" y="5848655"/>
                  <a:pt x="6116691" y="5938407"/>
                  <a:pt x="6103978" y="6033117"/>
                </a:cubicBezTo>
                <a:cubicBezTo>
                  <a:pt x="6096732" y="6091724"/>
                  <a:pt x="6094952" y="6151347"/>
                  <a:pt x="6084019" y="6209190"/>
                </a:cubicBezTo>
                <a:cubicBezTo>
                  <a:pt x="6065713" y="6304790"/>
                  <a:pt x="6072196" y="6399882"/>
                  <a:pt x="6086816" y="6494211"/>
                </a:cubicBezTo>
                <a:cubicBezTo>
                  <a:pt x="6096897" y="6573081"/>
                  <a:pt x="6097965" y="6652829"/>
                  <a:pt x="6089994" y="6731941"/>
                </a:cubicBezTo>
                <a:lnTo>
                  <a:pt x="6081268" y="6858000"/>
                </a:lnTo>
                <a:lnTo>
                  <a:pt x="3299791" y="6858000"/>
                </a:lnTo>
                <a:lnTo>
                  <a:pt x="205835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82580482-BA80-420A-8A05-C58E97F2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1142" y="4409267"/>
            <a:ext cx="4242816" cy="18288"/>
          </a:xfrm>
          <a:custGeom>
            <a:avLst/>
            <a:gdLst>
              <a:gd name="connsiteX0" fmla="*/ 0 w 4242816"/>
              <a:gd name="connsiteY0" fmla="*/ 0 h 18288"/>
              <a:gd name="connsiteX1" fmla="*/ 690973 w 4242816"/>
              <a:gd name="connsiteY1" fmla="*/ 0 h 18288"/>
              <a:gd name="connsiteX2" fmla="*/ 1212233 w 4242816"/>
              <a:gd name="connsiteY2" fmla="*/ 0 h 18288"/>
              <a:gd name="connsiteX3" fmla="*/ 1860778 w 4242816"/>
              <a:gd name="connsiteY3" fmla="*/ 0 h 18288"/>
              <a:gd name="connsiteX4" fmla="*/ 2424466 w 4242816"/>
              <a:gd name="connsiteY4" fmla="*/ 0 h 18288"/>
              <a:gd name="connsiteX5" fmla="*/ 3115439 w 4242816"/>
              <a:gd name="connsiteY5" fmla="*/ 0 h 18288"/>
              <a:gd name="connsiteX6" fmla="*/ 3636699 w 4242816"/>
              <a:gd name="connsiteY6" fmla="*/ 0 h 18288"/>
              <a:gd name="connsiteX7" fmla="*/ 4242816 w 4242816"/>
              <a:gd name="connsiteY7" fmla="*/ 0 h 18288"/>
              <a:gd name="connsiteX8" fmla="*/ 4242816 w 4242816"/>
              <a:gd name="connsiteY8" fmla="*/ 18288 h 18288"/>
              <a:gd name="connsiteX9" fmla="*/ 3636699 w 4242816"/>
              <a:gd name="connsiteY9" fmla="*/ 18288 h 18288"/>
              <a:gd name="connsiteX10" fmla="*/ 3030583 w 4242816"/>
              <a:gd name="connsiteY10" fmla="*/ 18288 h 18288"/>
              <a:gd name="connsiteX11" fmla="*/ 2466894 w 4242816"/>
              <a:gd name="connsiteY11" fmla="*/ 18288 h 18288"/>
              <a:gd name="connsiteX12" fmla="*/ 1988062 w 4242816"/>
              <a:gd name="connsiteY12" fmla="*/ 18288 h 18288"/>
              <a:gd name="connsiteX13" fmla="*/ 1466802 w 4242816"/>
              <a:gd name="connsiteY13" fmla="*/ 18288 h 18288"/>
              <a:gd name="connsiteX14" fmla="*/ 860686 w 4242816"/>
              <a:gd name="connsiteY14" fmla="*/ 18288 h 18288"/>
              <a:gd name="connsiteX15" fmla="*/ 0 w 4242816"/>
              <a:gd name="connsiteY15" fmla="*/ 18288 h 18288"/>
              <a:gd name="connsiteX16" fmla="*/ 0 w 4242816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2816" h="18288" fill="none" extrusionOk="0">
                <a:moveTo>
                  <a:pt x="0" y="0"/>
                </a:moveTo>
                <a:cubicBezTo>
                  <a:pt x="249934" y="1471"/>
                  <a:pt x="379877" y="-29444"/>
                  <a:pt x="690973" y="0"/>
                </a:cubicBezTo>
                <a:cubicBezTo>
                  <a:pt x="1002069" y="29444"/>
                  <a:pt x="1021583" y="17501"/>
                  <a:pt x="1212233" y="0"/>
                </a:cubicBezTo>
                <a:cubicBezTo>
                  <a:pt x="1402883" y="-17501"/>
                  <a:pt x="1678760" y="5386"/>
                  <a:pt x="1860778" y="0"/>
                </a:cubicBezTo>
                <a:cubicBezTo>
                  <a:pt x="2042796" y="-5386"/>
                  <a:pt x="2245608" y="-22401"/>
                  <a:pt x="2424466" y="0"/>
                </a:cubicBezTo>
                <a:cubicBezTo>
                  <a:pt x="2603324" y="22401"/>
                  <a:pt x="2890020" y="33806"/>
                  <a:pt x="3115439" y="0"/>
                </a:cubicBezTo>
                <a:cubicBezTo>
                  <a:pt x="3340858" y="-33806"/>
                  <a:pt x="3428300" y="18628"/>
                  <a:pt x="3636699" y="0"/>
                </a:cubicBezTo>
                <a:cubicBezTo>
                  <a:pt x="3845098" y="-18628"/>
                  <a:pt x="4108824" y="5541"/>
                  <a:pt x="4242816" y="0"/>
                </a:cubicBezTo>
                <a:cubicBezTo>
                  <a:pt x="4242066" y="4160"/>
                  <a:pt x="4243125" y="10356"/>
                  <a:pt x="4242816" y="18288"/>
                </a:cubicBezTo>
                <a:cubicBezTo>
                  <a:pt x="4113424" y="32735"/>
                  <a:pt x="3768327" y="47567"/>
                  <a:pt x="3636699" y="18288"/>
                </a:cubicBezTo>
                <a:cubicBezTo>
                  <a:pt x="3505071" y="-10991"/>
                  <a:pt x="3294208" y="-4990"/>
                  <a:pt x="3030583" y="18288"/>
                </a:cubicBezTo>
                <a:cubicBezTo>
                  <a:pt x="2766958" y="41566"/>
                  <a:pt x="2649277" y="20974"/>
                  <a:pt x="2466894" y="18288"/>
                </a:cubicBezTo>
                <a:cubicBezTo>
                  <a:pt x="2284511" y="15602"/>
                  <a:pt x="2151277" y="1154"/>
                  <a:pt x="1988062" y="18288"/>
                </a:cubicBezTo>
                <a:cubicBezTo>
                  <a:pt x="1824847" y="35422"/>
                  <a:pt x="1691359" y="9265"/>
                  <a:pt x="1466802" y="18288"/>
                </a:cubicBezTo>
                <a:cubicBezTo>
                  <a:pt x="1242245" y="27311"/>
                  <a:pt x="1006161" y="36605"/>
                  <a:pt x="860686" y="18288"/>
                </a:cubicBezTo>
                <a:cubicBezTo>
                  <a:pt x="715211" y="-29"/>
                  <a:pt x="242774" y="46538"/>
                  <a:pt x="0" y="18288"/>
                </a:cubicBezTo>
                <a:cubicBezTo>
                  <a:pt x="-146" y="11482"/>
                  <a:pt x="-422" y="5192"/>
                  <a:pt x="0" y="0"/>
                </a:cubicBezTo>
                <a:close/>
              </a:path>
              <a:path w="4242816" h="18288" stroke="0" extrusionOk="0">
                <a:moveTo>
                  <a:pt x="0" y="0"/>
                </a:moveTo>
                <a:cubicBezTo>
                  <a:pt x="259751" y="-14018"/>
                  <a:pt x="356632" y="-15007"/>
                  <a:pt x="521260" y="0"/>
                </a:cubicBezTo>
                <a:cubicBezTo>
                  <a:pt x="685888" y="15007"/>
                  <a:pt x="885786" y="5167"/>
                  <a:pt x="1212233" y="0"/>
                </a:cubicBezTo>
                <a:cubicBezTo>
                  <a:pt x="1538680" y="-5167"/>
                  <a:pt x="1458849" y="7951"/>
                  <a:pt x="1691065" y="0"/>
                </a:cubicBezTo>
                <a:cubicBezTo>
                  <a:pt x="1923281" y="-7951"/>
                  <a:pt x="1985780" y="-16303"/>
                  <a:pt x="2169897" y="0"/>
                </a:cubicBezTo>
                <a:cubicBezTo>
                  <a:pt x="2354014" y="16303"/>
                  <a:pt x="2633054" y="-2739"/>
                  <a:pt x="2776014" y="0"/>
                </a:cubicBezTo>
                <a:cubicBezTo>
                  <a:pt x="2918974" y="2739"/>
                  <a:pt x="3112688" y="-15682"/>
                  <a:pt x="3339702" y="0"/>
                </a:cubicBezTo>
                <a:cubicBezTo>
                  <a:pt x="3566716" y="15682"/>
                  <a:pt x="4015278" y="-28467"/>
                  <a:pt x="4242816" y="0"/>
                </a:cubicBezTo>
                <a:cubicBezTo>
                  <a:pt x="4243501" y="7633"/>
                  <a:pt x="4242294" y="10002"/>
                  <a:pt x="4242816" y="18288"/>
                </a:cubicBezTo>
                <a:cubicBezTo>
                  <a:pt x="3924964" y="16283"/>
                  <a:pt x="3746362" y="-1805"/>
                  <a:pt x="3551843" y="18288"/>
                </a:cubicBezTo>
                <a:cubicBezTo>
                  <a:pt x="3357324" y="38381"/>
                  <a:pt x="3126422" y="47156"/>
                  <a:pt x="2860870" y="18288"/>
                </a:cubicBezTo>
                <a:cubicBezTo>
                  <a:pt x="2595318" y="-10580"/>
                  <a:pt x="2572437" y="11441"/>
                  <a:pt x="2297182" y="18288"/>
                </a:cubicBezTo>
                <a:cubicBezTo>
                  <a:pt x="2021927" y="25135"/>
                  <a:pt x="1916908" y="33601"/>
                  <a:pt x="1733493" y="18288"/>
                </a:cubicBezTo>
                <a:cubicBezTo>
                  <a:pt x="1550078" y="2975"/>
                  <a:pt x="1412440" y="27896"/>
                  <a:pt x="1212233" y="18288"/>
                </a:cubicBezTo>
                <a:cubicBezTo>
                  <a:pt x="1012026" y="8680"/>
                  <a:pt x="914386" y="13859"/>
                  <a:pt x="648545" y="18288"/>
                </a:cubicBezTo>
                <a:cubicBezTo>
                  <a:pt x="382704" y="22717"/>
                  <a:pt x="233522" y="39342"/>
                  <a:pt x="0" y="18288"/>
                </a:cubicBezTo>
                <a:cubicBezTo>
                  <a:pt x="-772" y="13661"/>
                  <a:pt x="-839" y="849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4" descr="HORA 2023 - International Congress on Human-Computer ...">
            <a:extLst>
              <a:ext uri="{FF2B5EF4-FFF2-40B4-BE49-F238E27FC236}">
                <a16:creationId xmlns:a16="http://schemas.microsoft.com/office/drawing/2014/main" id="{5F18BBD1-D5D2-182E-B188-988F5E110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208029"/>
            <a:ext cx="1717964" cy="54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58542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1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1FD4C04-0DEB-5C06-070C-1754545CE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r>
              <a:rPr lang="en-US" sz="2400">
                <a:latin typeface="Times New Roman"/>
                <a:cs typeface="Calibri"/>
              </a:rPr>
              <a:t>Programming I (COMS 2104)</a:t>
            </a:r>
          </a:p>
          <a:p>
            <a:r>
              <a:rPr lang="en-US" sz="2400">
                <a:latin typeface="Times New Roman"/>
                <a:cs typeface="Calibri"/>
              </a:rPr>
              <a:t>40 Students</a:t>
            </a:r>
          </a:p>
          <a:p>
            <a:pPr marL="0" indent="0" algn="ctr">
              <a:buNone/>
            </a:pPr>
            <a:endParaRPr lang="en-US" sz="2200">
              <a:latin typeface="Times New Roman"/>
              <a:cs typeface="Calibri"/>
            </a:endParaRPr>
          </a:p>
        </p:txBody>
      </p:sp>
      <p:pic>
        <p:nvPicPr>
          <p:cNvPr id="3" name="Picture 5" descr="Chart&#10;&#10;Description automatically generated">
            <a:extLst>
              <a:ext uri="{FF2B5EF4-FFF2-40B4-BE49-F238E27FC236}">
                <a16:creationId xmlns:a16="http://schemas.microsoft.com/office/drawing/2014/main" id="{2D18ED00-BF5E-428E-EBC4-4E3FCA8BE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880" y="3346281"/>
            <a:ext cx="5943600" cy="2857839"/>
          </a:xfrm>
          <a:prstGeom prst="rect">
            <a:avLst/>
          </a:prstGeom>
        </p:spPr>
      </p:pic>
      <p:pic>
        <p:nvPicPr>
          <p:cNvPr id="6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7CECD462-8A56-AE3D-487B-E6CC254BB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683000"/>
            <a:ext cx="5344160" cy="2306320"/>
          </a:xfrm>
          <a:prstGeom prst="rect">
            <a:avLst/>
          </a:prstGeom>
        </p:spPr>
      </p:pic>
      <p:pic>
        <p:nvPicPr>
          <p:cNvPr id="2" name="Picture 4" descr="HORA 2023 - International Congress on Human-Computer ...">
            <a:extLst>
              <a:ext uri="{FF2B5EF4-FFF2-40B4-BE49-F238E27FC236}">
                <a16:creationId xmlns:a16="http://schemas.microsoft.com/office/drawing/2014/main" id="{45231A64-5E1E-2961-DC4B-64BE1E9BB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208029"/>
            <a:ext cx="1717964" cy="54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2807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3FD6D1A-3BD5-3DA0-E7B4-4255EDAD8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r>
              <a:rPr lang="en-US" sz="2400">
                <a:latin typeface="Times New Roman"/>
                <a:ea typeface="+mn-lt"/>
                <a:cs typeface="+mn-lt"/>
              </a:rPr>
              <a:t>Programming II (COMS 2203)</a:t>
            </a:r>
          </a:p>
          <a:p>
            <a:r>
              <a:rPr lang="en-US" sz="2400">
                <a:latin typeface="Times New Roman"/>
                <a:ea typeface="+mn-lt"/>
                <a:cs typeface="+mn-lt"/>
              </a:rPr>
              <a:t>22 Students</a:t>
            </a:r>
          </a:p>
          <a:p>
            <a:endParaRPr lang="en-US" sz="2200">
              <a:latin typeface="Times New Roman"/>
              <a:cs typeface="Calibri" panose="020F0502020204030204"/>
            </a:endParaRPr>
          </a:p>
        </p:txBody>
      </p:sp>
      <p:pic>
        <p:nvPicPr>
          <p:cNvPr id="3" name="Picture 5" descr="Chart, bar chart&#10;&#10;Description automatically generated">
            <a:extLst>
              <a:ext uri="{FF2B5EF4-FFF2-40B4-BE49-F238E27FC236}">
                <a16:creationId xmlns:a16="http://schemas.microsoft.com/office/drawing/2014/main" id="{628E6B83-95F0-0282-0207-7B3418484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0" y="3581034"/>
            <a:ext cx="6248400" cy="2601693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24372F42-1CC4-CACE-47C0-961F16FCD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40" y="3826342"/>
            <a:ext cx="5049520" cy="2121237"/>
          </a:xfrm>
          <a:prstGeom prst="rect">
            <a:avLst/>
          </a:prstGeom>
        </p:spPr>
      </p:pic>
      <p:pic>
        <p:nvPicPr>
          <p:cNvPr id="2" name="Picture 4" descr="HORA 2023 - International Congress on Human-Computer ...">
            <a:extLst>
              <a:ext uri="{FF2B5EF4-FFF2-40B4-BE49-F238E27FC236}">
                <a16:creationId xmlns:a16="http://schemas.microsoft.com/office/drawing/2014/main" id="{F016818C-BA25-5E7D-6D31-52032A126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208029"/>
            <a:ext cx="1717964" cy="54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19144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18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0623509-7EAB-CA0D-D3F2-517337442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r>
              <a:rPr lang="en-US" sz="2400">
                <a:latin typeface="Times New Roman"/>
                <a:ea typeface="+mn-lt"/>
                <a:cs typeface="+mn-lt"/>
              </a:rPr>
              <a:t>Data Structures (COMS 2213)</a:t>
            </a:r>
          </a:p>
          <a:p>
            <a:r>
              <a:rPr lang="en-US" sz="2400">
                <a:latin typeface="Times New Roman"/>
                <a:ea typeface="+mn-lt"/>
                <a:cs typeface="+mn-lt"/>
              </a:rPr>
              <a:t>18 Students</a:t>
            </a:r>
          </a:p>
          <a:p>
            <a:pPr algn="ctr"/>
            <a:endParaRPr lang="en-US" sz="2200">
              <a:latin typeface="Times New Roman"/>
              <a:cs typeface="Calibri" panose="020F0502020204030204"/>
            </a:endParaRPr>
          </a:p>
        </p:txBody>
      </p:sp>
      <p:pic>
        <p:nvPicPr>
          <p:cNvPr id="3" name="Picture 5" descr="Chart, bar chart&#10;&#10;Description automatically generated">
            <a:extLst>
              <a:ext uri="{FF2B5EF4-FFF2-40B4-BE49-F238E27FC236}">
                <a16:creationId xmlns:a16="http://schemas.microsoft.com/office/drawing/2014/main" id="{9C9729B9-41E8-1425-0A82-84975D0A8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3444800"/>
            <a:ext cx="6106160" cy="2599840"/>
          </a:xfrm>
          <a:prstGeom prst="rect">
            <a:avLst/>
          </a:prstGeom>
        </p:spPr>
      </p:pic>
      <p:pic>
        <p:nvPicPr>
          <p:cNvPr id="6" name="Picture 6" descr="A picture containing scatter chart&#10;&#10;Description automatically generated">
            <a:extLst>
              <a:ext uri="{FF2B5EF4-FFF2-40B4-BE49-F238E27FC236}">
                <a16:creationId xmlns:a16="http://schemas.microsoft.com/office/drawing/2014/main" id="{6C00000E-4B49-0911-FC04-063BC0AED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0" y="3781661"/>
            <a:ext cx="5049520" cy="1915958"/>
          </a:xfrm>
          <a:prstGeom prst="rect">
            <a:avLst/>
          </a:prstGeom>
        </p:spPr>
      </p:pic>
      <p:pic>
        <p:nvPicPr>
          <p:cNvPr id="2" name="Picture 4" descr="HORA 2023 - International Congress on Human-Computer ...">
            <a:extLst>
              <a:ext uri="{FF2B5EF4-FFF2-40B4-BE49-F238E27FC236}">
                <a16:creationId xmlns:a16="http://schemas.microsoft.com/office/drawing/2014/main" id="{F8520910-AD73-9318-823C-DBABE36B5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208029"/>
            <a:ext cx="1717964" cy="54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7047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AFE630-C0DC-AD73-5755-C1E0EB456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" y="348865"/>
            <a:ext cx="12188508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5000">
                <a:solidFill>
                  <a:srgbClr val="FFFFFF"/>
                </a:solidFill>
                <a:latin typeface="Times New Roman"/>
                <a:cs typeface="Calibri Light"/>
              </a:rPr>
              <a:t>Conclusion</a:t>
            </a:r>
            <a:endParaRPr lang="en-US" sz="50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354EC6-B6E1-FA6B-12E0-04B0F3C603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779993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4" descr="HORA 2023 - International Congress on Human-Computer ...">
            <a:extLst>
              <a:ext uri="{FF2B5EF4-FFF2-40B4-BE49-F238E27FC236}">
                <a16:creationId xmlns:a16="http://schemas.microsoft.com/office/drawing/2014/main" id="{5094D383-ACED-2169-02DC-787322C24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208029"/>
            <a:ext cx="1717964" cy="54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03046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64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66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FBC65-9383-FDA3-DE50-657DCB99F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6097457" cy="1454051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solidFill>
                  <a:schemeClr val="tx2"/>
                </a:solidFill>
                <a:latin typeface="Times New Roman"/>
                <a:cs typeface="Calibri Light"/>
              </a:rPr>
              <a:t>Acknowledgment</a:t>
            </a:r>
            <a:r>
              <a:rPr lang="en-US" sz="3600">
                <a:solidFill>
                  <a:schemeClr val="tx2"/>
                </a:solidFill>
                <a:latin typeface="Times New Roman"/>
                <a:cs typeface="Calibri Light"/>
              </a:rPr>
              <a:t> </a:t>
            </a:r>
          </a:p>
        </p:txBody>
      </p:sp>
      <p:pic>
        <p:nvPicPr>
          <p:cNvPr id="4" name="Picture 4" descr="Text, logo&#10;&#10;Description automatically generated">
            <a:extLst>
              <a:ext uri="{FF2B5EF4-FFF2-40B4-BE49-F238E27FC236}">
                <a16:creationId xmlns:a16="http://schemas.microsoft.com/office/drawing/2014/main" id="{83CC719A-EDF1-098F-9392-815B0CFAB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6" y="2582921"/>
            <a:ext cx="5119979" cy="188194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9AC78-D54D-71A6-3D07-77F411F33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6097059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spcBef>
                <a:spcPts val="900"/>
              </a:spcBef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/>
                <a:cs typeface="Times New Roman"/>
              </a:rPr>
              <a:t> Dr. Robin Ghosh [Mentor]</a:t>
            </a:r>
            <a:endParaRPr lang="en-US" sz="1800" dirty="0">
              <a:solidFill>
                <a:schemeClr val="tx2"/>
              </a:solidFill>
              <a:latin typeface="Times New Roman"/>
              <a:cs typeface="Calibri"/>
            </a:endParaRPr>
          </a:p>
          <a:p>
            <a:pPr marL="0" indent="0" algn="ctr">
              <a:spcBef>
                <a:spcPts val="900"/>
              </a:spcBef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/>
                <a:cs typeface="Times New Roman"/>
              </a:rPr>
              <a:t>Dr. Indira Dutta</a:t>
            </a:r>
            <a:endParaRPr lang="en-US" sz="1800" dirty="0">
              <a:solidFill>
                <a:schemeClr val="tx2"/>
              </a:solidFill>
              <a:latin typeface="Times New Roman"/>
              <a:cs typeface="Calibri"/>
            </a:endParaRPr>
          </a:p>
          <a:p>
            <a:pPr marL="0" indent="0" algn="ctr">
              <a:spcBef>
                <a:spcPts val="900"/>
              </a:spcBef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/>
                <a:cs typeface="Times New Roman"/>
              </a:rPr>
              <a:t>Dr. </a:t>
            </a:r>
            <a:r>
              <a:rPr lang="en-US" sz="1800" b="1" dirty="0" err="1">
                <a:solidFill>
                  <a:schemeClr val="tx2"/>
                </a:solidFill>
                <a:latin typeface="Times New Roman"/>
                <a:cs typeface="Times New Roman"/>
              </a:rPr>
              <a:t>Tolga</a:t>
            </a:r>
            <a:r>
              <a:rPr lang="en-US" sz="1800" b="1" dirty="0">
                <a:solidFill>
                  <a:schemeClr val="tx2"/>
                </a:solidFill>
                <a:latin typeface="Times New Roman"/>
                <a:cs typeface="Times New Roman"/>
              </a:rPr>
              <a:t> </a:t>
            </a:r>
            <a:r>
              <a:rPr lang="en-US" sz="1800" b="1" dirty="0" err="1">
                <a:solidFill>
                  <a:schemeClr val="tx2"/>
                </a:solidFill>
                <a:latin typeface="Times New Roman"/>
                <a:cs typeface="Times New Roman"/>
              </a:rPr>
              <a:t>Ensari</a:t>
            </a:r>
            <a:endParaRPr lang="en-US" sz="1800" dirty="0" err="1">
              <a:solidFill>
                <a:schemeClr val="tx2"/>
              </a:solidFill>
              <a:latin typeface="Times New Roman"/>
              <a:cs typeface="Calibri"/>
            </a:endParaRPr>
          </a:p>
          <a:p>
            <a:pPr marL="0" indent="0" algn="ctr">
              <a:spcBef>
                <a:spcPts val="900"/>
              </a:spcBef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/>
                <a:cs typeface="Times New Roman"/>
              </a:rPr>
              <a:t>Mrs. Becky Cunningham</a:t>
            </a:r>
            <a:endParaRPr lang="en-US" sz="1800" dirty="0">
              <a:solidFill>
                <a:schemeClr val="tx2"/>
              </a:solidFill>
              <a:latin typeface="Times New Roman"/>
              <a:cs typeface="Calibri"/>
            </a:endParaRPr>
          </a:p>
          <a:p>
            <a:pPr marL="457200" indent="-457200" algn="ctr">
              <a:spcBef>
                <a:spcPts val="0"/>
              </a:spcBef>
              <a:spcAft>
                <a:spcPts val="600"/>
              </a:spcAft>
            </a:pPr>
            <a:endParaRPr lang="en-US" sz="1800" b="1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1800" b="1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chemeClr val="tx2"/>
                </a:solidFill>
                <a:latin typeface="Times New Roman"/>
                <a:cs typeface="Times New Roman"/>
              </a:rPr>
              <a:t>Arkansas Tech Innovation Grant, </a:t>
            </a:r>
            <a:endParaRPr lang="en-US" sz="1800" dirty="0">
              <a:solidFill>
                <a:schemeClr val="tx2"/>
              </a:solidFill>
              <a:latin typeface="Times New Roman"/>
              <a:cs typeface="Calibri" panose="020F0502020204030204"/>
            </a:endParaRPr>
          </a:p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chemeClr val="tx2"/>
                </a:solidFill>
                <a:latin typeface="Times New Roman"/>
                <a:cs typeface="Times New Roman"/>
              </a:rPr>
              <a:t>Department of Engineering and Computing Sciences,    </a:t>
            </a:r>
            <a:endParaRPr lang="en-US" sz="1800" dirty="0">
              <a:solidFill>
                <a:schemeClr val="tx2"/>
              </a:solidFill>
              <a:latin typeface="Times New Roman"/>
              <a:cs typeface="Calibri" panose="020F0502020204030204"/>
            </a:endParaRPr>
          </a:p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chemeClr val="tx2"/>
                </a:solidFill>
                <a:latin typeface="Times New Roman"/>
                <a:cs typeface="Times New Roman"/>
              </a:rPr>
              <a:t>Arkansas Tech University, Russellville, Arkansas</a:t>
            </a:r>
            <a:endParaRPr lang="en-US" sz="1800" dirty="0">
              <a:solidFill>
                <a:schemeClr val="tx2"/>
              </a:solidFill>
              <a:latin typeface="Times New Roman"/>
              <a:ea typeface="+mn-lt"/>
              <a:cs typeface="+mn-lt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sz="1800">
              <a:solidFill>
                <a:schemeClr val="tx2"/>
              </a:solidFill>
              <a:latin typeface="Times New Roman"/>
              <a:cs typeface="Calibri"/>
            </a:endParaRPr>
          </a:p>
        </p:txBody>
      </p:sp>
      <p:grpSp>
        <p:nvGrpSpPr>
          <p:cNvPr id="80" name="Group 68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reeform: Shape 71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 descr="HORA 2023 - International Congress on Human-Computer ...">
            <a:extLst>
              <a:ext uri="{FF2B5EF4-FFF2-40B4-BE49-F238E27FC236}">
                <a16:creationId xmlns:a16="http://schemas.microsoft.com/office/drawing/2014/main" id="{74A86BD7-BC29-F4EA-0E76-CF1EF5F64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208029"/>
            <a:ext cx="1717964" cy="54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59273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5E29D0-CA4A-C820-3507-37B35E9A2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03" y="3399769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Any Questions?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5" name="Graphic 40" descr="Question mark">
            <a:extLst>
              <a:ext uri="{FF2B5EF4-FFF2-40B4-BE49-F238E27FC236}">
                <a16:creationId xmlns:a16="http://schemas.microsoft.com/office/drawing/2014/main" id="{D784D49E-3124-9A33-0482-8617923B7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6990" y="320231"/>
            <a:ext cx="2836567" cy="2836567"/>
          </a:xfrm>
          <a:prstGeom prst="rect">
            <a:avLst/>
          </a:prstGeom>
        </p:spPr>
      </p:pic>
      <p:grpSp>
        <p:nvGrpSpPr>
          <p:cNvPr id="90" name="Group 89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177881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D4E68339-1B90-44F9-BCC4-4600A6E24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5E29D0-CA4A-C820-3507-37B35E9A2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5712" y="2400475"/>
            <a:ext cx="9142288" cy="206822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41" name="Graphic 40" descr="Smiling Face with No Fill">
            <a:extLst>
              <a:ext uri="{FF2B5EF4-FFF2-40B4-BE49-F238E27FC236}">
                <a16:creationId xmlns:a16="http://schemas.microsoft.com/office/drawing/2014/main" id="{7DD73DEB-8A24-D90B-7090-84EF4B3AF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8070" y="1133637"/>
            <a:ext cx="1075860" cy="107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290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698</Words>
  <Application>Microsoft Macintosh PowerPoint</Application>
  <PresentationFormat>Widescreen</PresentationFormat>
  <Paragraphs>100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TimesNewRomanPS</vt:lpstr>
      <vt:lpstr>office theme</vt:lpstr>
      <vt:lpstr>Enhancing the Programming Sequence for Undergraduate Computer Science Students: A Program for Improving Learning Outcomes </vt:lpstr>
      <vt:lpstr>Content</vt:lpstr>
      <vt:lpstr>Background</vt:lpstr>
      <vt:lpstr>PowerPoint Presentation</vt:lpstr>
      <vt:lpstr>PowerPoint Presentation</vt:lpstr>
      <vt:lpstr>PowerPoint Presentation</vt:lpstr>
      <vt:lpstr>Purpose/Objective</vt:lpstr>
      <vt:lpstr>Methodology</vt:lpstr>
      <vt:lpstr>Action Plans</vt:lpstr>
      <vt:lpstr>Action Plan 1: Create Comprehensive Programming Tutoring Laboratories </vt:lpstr>
      <vt:lpstr>Action Plan 2: Develop a Social Media PS Reaction System (SMPSRM).</vt:lpstr>
      <vt:lpstr>Action Plan 3: Programming Sequence Curriculum Alignment</vt:lpstr>
      <vt:lpstr>  Action Plan 4: Programming Sequence Curriculum Alignment Faculty Development in New Programming Sequence Pedagogies </vt:lpstr>
      <vt:lpstr>Results</vt:lpstr>
      <vt:lpstr>PowerPoint Presentation</vt:lpstr>
      <vt:lpstr>PowerPoint Presentation</vt:lpstr>
      <vt:lpstr>PowerPoint Presentation</vt:lpstr>
      <vt:lpstr>Survey Results Fall -2022</vt:lpstr>
      <vt:lpstr>PowerPoint Presentation</vt:lpstr>
      <vt:lpstr>PowerPoint Presentation</vt:lpstr>
      <vt:lpstr>PowerPoint Presentation</vt:lpstr>
      <vt:lpstr>Conclusion</vt:lpstr>
      <vt:lpstr>Acknowledgment </vt:lpstr>
      <vt:lpstr>Any Questions?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Musfikur Rahaman</cp:lastModifiedBy>
  <cp:revision>60</cp:revision>
  <dcterms:created xsi:type="dcterms:W3CDTF">2023-03-23T15:45:35Z</dcterms:created>
  <dcterms:modified xsi:type="dcterms:W3CDTF">2023-06-10T14:18:07Z</dcterms:modified>
</cp:coreProperties>
</file>