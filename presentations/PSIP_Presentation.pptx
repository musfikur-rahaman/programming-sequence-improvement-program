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8C49C6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C_A2F28469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04_9CADBC6E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omments/modernComment_107_F521D29D.xml" ContentType="application/vnd.ms-powerpoint.comment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74" r:id="rId5"/>
    <p:sldId id="275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77" r:id="rId14"/>
    <p:sldId id="269" r:id="rId15"/>
    <p:sldId id="271" r:id="rId16"/>
    <p:sldId id="270" r:id="rId17"/>
    <p:sldId id="278" r:id="rId18"/>
    <p:sldId id="266" r:id="rId19"/>
    <p:sldId id="272" r:id="rId20"/>
    <p:sldId id="273" r:id="rId21"/>
    <p:sldId id="280" r:id="rId22"/>
    <p:sldId id="281" r:id="rId23"/>
    <p:sldId id="279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6C5608-5AC0-6FFB-5FDE-F4AC37942DDB}" name="Indira Dutta" initials="ID" userId="S::idutta@atu.edu::169f0f1a-b84a-40ea-b661-85fd7da660e0" providerId="AD"/>
  <p188:author id="{53E50464-C4EE-0B66-EFEF-4EEBE8BE1EB2}" name="Robin Ghosh" initials="RG" userId="S::rghosh@atu.edu::cea01928-5504-4796-84c1-be75077cd5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4257D-3891-92A7-FC64-B6590F04B27A}" v="373" dt="2023-03-25T04:19:29.001"/>
    <p1510:client id="{038E336E-3268-3B6C-68BC-D2DF14080EC1}" v="2" dt="2023-03-27T16:16:51.082"/>
    <p1510:client id="{05BF0597-698C-3080-3C16-4FE7A62507DE}" v="579" dt="2023-03-27T15:05:30.784"/>
    <p1510:client id="{1F1FA530-4A12-04B5-10EB-50DBF39962F0}" v="37" dt="2023-03-29T20:49:10.255"/>
    <p1510:client id="{4B6BEA20-5F7E-58AC-D7B6-4014AA6F4DC0}" v="9" dt="2023-03-28T19:57:19.291"/>
    <p1510:client id="{61E7FEC2-8393-AAB1-05C4-6065CB2271F6}" v="276" dt="2023-03-28T17:09:46.625"/>
    <p1510:client id="{8455770C-8287-7D47-0765-CA647CB7CEEF}" v="25" dt="2023-03-29T20:56:05.153"/>
    <p1510:client id="{8632EB38-1663-4F97-B42C-B3B3D6D4713D}" v="583" dt="2023-03-23T18:55:44.865"/>
    <p1510:client id="{93FAA402-501A-08A7-062B-71F9A445F19A}" v="9" dt="2023-03-29T15:06:47.798"/>
    <p1510:client id="{EF1FEF10-AC58-6EF6-4455-C6C4DD390680}" v="50" dt="2023-03-27T15:12:09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Ghosh" userId="S::rghosh@atu.edu::cea01928-5504-4796-84c1-be75077cd5de" providerId="AD" clId="Web-{4B6BEA20-5F7E-58AC-D7B6-4014AA6F4DC0}"/>
    <pc:docChg chg="modSld">
      <pc:chgData name="Robin Ghosh" userId="S::rghosh@atu.edu::cea01928-5504-4796-84c1-be75077cd5de" providerId="AD" clId="Web-{4B6BEA20-5F7E-58AC-D7B6-4014AA6F4DC0}" dt="2023-03-28T20:07:00.240" v="152" actId="20577"/>
      <pc:docMkLst>
        <pc:docMk/>
      </pc:docMkLst>
      <pc:sldChg chg="modSp">
        <pc:chgData name="Robin Ghosh" userId="S::rghosh@atu.edu::cea01928-5504-4796-84c1-be75077cd5de" providerId="AD" clId="Web-{4B6BEA20-5F7E-58AC-D7B6-4014AA6F4DC0}" dt="2023-03-28T19:52:39.458" v="4" actId="20577"/>
        <pc:sldMkLst>
          <pc:docMk/>
          <pc:sldMk cId="1644882386" sldId="262"/>
        </pc:sldMkLst>
        <pc:spChg chg="mod">
          <ac:chgData name="Robin Ghosh" userId="S::rghosh@atu.edu::cea01928-5504-4796-84c1-be75077cd5de" providerId="AD" clId="Web-{4B6BEA20-5F7E-58AC-D7B6-4014AA6F4DC0}" dt="2023-03-28T19:52:39.458" v="4" actId="20577"/>
          <ac:spMkLst>
            <pc:docMk/>
            <pc:sldMk cId="1644882386" sldId="262"/>
            <ac:spMk id="2" creationId="{5065F0A9-670F-2963-8CDB-96A6F118DA58}"/>
          </ac:spMkLst>
        </pc:spChg>
      </pc:sldChg>
      <pc:sldChg chg="modSp">
        <pc:chgData name="Robin Ghosh" userId="S::rghosh@atu.edu::cea01928-5504-4796-84c1-be75077cd5de" providerId="AD" clId="Web-{4B6BEA20-5F7E-58AC-D7B6-4014AA6F4DC0}" dt="2023-03-28T19:57:02.837" v="129" actId="20577"/>
        <pc:sldMkLst>
          <pc:docMk/>
          <pc:sldMk cId="4112634525" sldId="263"/>
        </pc:sldMkLst>
        <pc:graphicFrameChg chg="modGraphic">
          <ac:chgData name="Robin Ghosh" userId="S::rghosh@atu.edu::cea01928-5504-4796-84c1-be75077cd5de" providerId="AD" clId="Web-{4B6BEA20-5F7E-58AC-D7B6-4014AA6F4DC0}" dt="2023-03-28T19:57:02.837" v="129" actId="20577"/>
          <ac:graphicFrameMkLst>
            <pc:docMk/>
            <pc:sldMk cId="4112634525" sldId="263"/>
            <ac:graphicFrameMk id="22" creationId="{4DFDEB6A-41E0-6AF2-D45B-2019C7D18F27}"/>
          </ac:graphicFrameMkLst>
        </pc:graphicFrameChg>
      </pc:sldChg>
      <pc:sldChg chg="modSp">
        <pc:chgData name="Robin Ghosh" userId="S::rghosh@atu.edu::cea01928-5504-4796-84c1-be75077cd5de" providerId="AD" clId="Web-{4B6BEA20-5F7E-58AC-D7B6-4014AA6F4DC0}" dt="2023-03-28T19:57:16.932" v="131" actId="20577"/>
        <pc:sldMkLst>
          <pc:docMk/>
          <pc:sldMk cId="2549226573" sldId="264"/>
        </pc:sldMkLst>
        <pc:spChg chg="mod">
          <ac:chgData name="Robin Ghosh" userId="S::rghosh@atu.edu::cea01928-5504-4796-84c1-be75077cd5de" providerId="AD" clId="Web-{4B6BEA20-5F7E-58AC-D7B6-4014AA6F4DC0}" dt="2023-03-28T19:57:16.932" v="131" actId="20577"/>
          <ac:spMkLst>
            <pc:docMk/>
            <pc:sldMk cId="2549226573" sldId="264"/>
            <ac:spMk id="2" creationId="{E446D3C7-B07D-A788-BAAE-29CD48F05A2A}"/>
          </ac:spMkLst>
        </pc:spChg>
      </pc:sldChg>
      <pc:sldChg chg="modSp">
        <pc:chgData name="Robin Ghosh" userId="S::rghosh@atu.edu::cea01928-5504-4796-84c1-be75077cd5de" providerId="AD" clId="Web-{4B6BEA20-5F7E-58AC-D7B6-4014AA6F4DC0}" dt="2023-03-28T20:07:00.240" v="152" actId="20577"/>
        <pc:sldMkLst>
          <pc:docMk/>
          <pc:sldMk cId="4050304688" sldId="280"/>
        </pc:sldMkLst>
        <pc:graphicFrameChg chg="modGraphic">
          <ac:chgData name="Robin Ghosh" userId="S::rghosh@atu.edu::cea01928-5504-4796-84c1-be75077cd5de" providerId="AD" clId="Web-{4B6BEA20-5F7E-58AC-D7B6-4014AA6F4DC0}" dt="2023-03-28T20:07:00.240" v="152" actId="20577"/>
          <ac:graphicFrameMkLst>
            <pc:docMk/>
            <pc:sldMk cId="4050304688" sldId="280"/>
            <ac:graphicFrameMk id="5" creationId="{DE354EC6-B6E1-FA6B-12E0-04B0F3C603B7}"/>
          </ac:graphicFrameMkLst>
        </pc:graphicFrameChg>
      </pc:sldChg>
    </pc:docChg>
  </pc:docChgLst>
  <pc:docChgLst>
    <pc:chgData name="Robin Ghosh" userId="S::rghosh@atu.edu::cea01928-5504-4796-84c1-be75077cd5de" providerId="AD" clId="Web-{05BF0597-698C-3080-3C16-4FE7A62507DE}"/>
    <pc:docChg chg="mod addSld modSld">
      <pc:chgData name="Robin Ghosh" userId="S::rghosh@atu.edu::cea01928-5504-4796-84c1-be75077cd5de" providerId="AD" clId="Web-{05BF0597-698C-3080-3C16-4FE7A62507DE}" dt="2023-03-27T15:05:29.956" v="445" actId="20577"/>
      <pc:docMkLst>
        <pc:docMk/>
      </pc:docMkLst>
      <pc:sldChg chg="modSp addCm">
        <pc:chgData name="Robin Ghosh" userId="S::rghosh@atu.edu::cea01928-5504-4796-84c1-be75077cd5de" providerId="AD" clId="Web-{05BF0597-698C-3080-3C16-4FE7A62507DE}" dt="2023-03-27T15:01:13.686" v="432" actId="20577"/>
        <pc:sldMkLst>
          <pc:docMk/>
          <pc:sldMk cId="109857222" sldId="256"/>
        </pc:sldMkLst>
        <pc:spChg chg="mod">
          <ac:chgData name="Robin Ghosh" userId="S::rghosh@atu.edu::cea01928-5504-4796-84c1-be75077cd5de" providerId="AD" clId="Web-{05BF0597-698C-3080-3C16-4FE7A62507DE}" dt="2023-03-27T14:38:09.113" v="52" actId="20577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Robin Ghosh" userId="S::rghosh@atu.edu::cea01928-5504-4796-84c1-be75077cd5de" providerId="AD" clId="Web-{05BF0597-698C-3080-3C16-4FE7A62507DE}" dt="2023-03-27T15:01:13.686" v="432" actId="20577"/>
          <ac:spMkLst>
            <pc:docMk/>
            <pc:sldMk cId="109857222" sldId="256"/>
            <ac:spMk id="4" creationId="{2D19EF6C-676C-B86D-7C39-EC4155F0642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Robin Ghosh" userId="S::rghosh@atu.edu::cea01928-5504-4796-84c1-be75077cd5de" providerId="AD" clId="Web-{05BF0597-698C-3080-3C16-4FE7A62507DE}" dt="2023-03-27T15:01:09.889" v="431"/>
              <pc2:cmMkLst xmlns:pc2="http://schemas.microsoft.com/office/powerpoint/2019/9/main/command">
                <pc:docMk/>
                <pc:sldMk cId="109857222" sldId="256"/>
                <pc2:cmMk id="{BA86FAF8-9970-41D2-8718-D93F6D43D4DB}"/>
              </pc2:cmMkLst>
            </pc226:cmChg>
          </p:ext>
        </pc:extLst>
      </pc:sldChg>
      <pc:sldChg chg="addCm">
        <pc:chgData name="Robin Ghosh" userId="S::rghosh@atu.edu::cea01928-5504-4796-84c1-be75077cd5de" providerId="AD" clId="Web-{05BF0597-698C-3080-3C16-4FE7A62507DE}" dt="2023-03-27T15:02:47.359" v="433"/>
        <pc:sldMkLst>
          <pc:docMk/>
          <pc:sldMk cId="2628631662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Robin Ghosh" userId="S::rghosh@atu.edu::cea01928-5504-4796-84c1-be75077cd5de" providerId="AD" clId="Web-{05BF0597-698C-3080-3C16-4FE7A62507DE}" dt="2023-03-27T15:02:47.359" v="433"/>
              <pc2:cmMkLst xmlns:pc2="http://schemas.microsoft.com/office/powerpoint/2019/9/main/command">
                <pc:docMk/>
                <pc:sldMk cId="2628631662" sldId="260"/>
                <pc2:cmMk id="{249D7D14-08C4-40F5-8D66-13B1EEF02907}"/>
              </pc2:cmMkLst>
            </pc226:cmChg>
          </p:ext>
        </pc:extLst>
      </pc:sldChg>
      <pc:sldChg chg="addCm">
        <pc:chgData name="Robin Ghosh" userId="S::rghosh@atu.edu::cea01928-5504-4796-84c1-be75077cd5de" providerId="AD" clId="Web-{05BF0597-698C-3080-3C16-4FE7A62507DE}" dt="2023-03-27T14:49:01.344" v="273"/>
        <pc:sldMkLst>
          <pc:docMk/>
          <pc:sldMk cId="2733802601" sldId="2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Robin Ghosh" userId="S::rghosh@atu.edu::cea01928-5504-4796-84c1-be75077cd5de" providerId="AD" clId="Web-{05BF0597-698C-3080-3C16-4FE7A62507DE}" dt="2023-03-27T14:49:01.344" v="273"/>
              <pc2:cmMkLst xmlns:pc2="http://schemas.microsoft.com/office/powerpoint/2019/9/main/command">
                <pc:docMk/>
                <pc:sldMk cId="2733802601" sldId="268"/>
                <pc2:cmMk id="{73264343-C205-43E6-A30B-69C415B405F4}"/>
              </pc2:cmMkLst>
            </pc226:cmChg>
          </p:ext>
        </pc:extLst>
      </pc:sldChg>
      <pc:sldChg chg="delSp modSp">
        <pc:chgData name="Robin Ghosh" userId="S::rghosh@atu.edu::cea01928-5504-4796-84c1-be75077cd5de" providerId="AD" clId="Web-{05BF0597-698C-3080-3C16-4FE7A62507DE}" dt="2023-03-27T15:05:29.956" v="445" actId="20577"/>
        <pc:sldMkLst>
          <pc:docMk/>
          <pc:sldMk cId="2917788106" sldId="279"/>
        </pc:sldMkLst>
        <pc:spChg chg="mod">
          <ac:chgData name="Robin Ghosh" userId="S::rghosh@atu.edu::cea01928-5504-4796-84c1-be75077cd5de" providerId="AD" clId="Web-{05BF0597-698C-3080-3C16-4FE7A62507DE}" dt="2023-03-27T15:05:29.956" v="445" actId="20577"/>
          <ac:spMkLst>
            <pc:docMk/>
            <pc:sldMk cId="2917788106" sldId="279"/>
            <ac:spMk id="2" creationId="{255E29D0-CA4A-C820-3507-37B35E9A2B16}"/>
          </ac:spMkLst>
        </pc:spChg>
        <pc:picChg chg="del">
          <ac:chgData name="Robin Ghosh" userId="S::rghosh@atu.edu::cea01928-5504-4796-84c1-be75077cd5de" providerId="AD" clId="Web-{05BF0597-698C-3080-3C16-4FE7A62507DE}" dt="2023-03-27T15:05:13.690" v="436"/>
          <ac:picMkLst>
            <pc:docMk/>
            <pc:sldMk cId="2917788106" sldId="279"/>
            <ac:picMk id="38" creationId="{CD84666C-A52E-AAEE-78C2-9CFE68F82571}"/>
          </ac:picMkLst>
        </pc:picChg>
      </pc:sldChg>
      <pc:sldChg chg="modSp new">
        <pc:chgData name="Robin Ghosh" userId="S::rghosh@atu.edu::cea01928-5504-4796-84c1-be75077cd5de" providerId="AD" clId="Web-{05BF0597-698C-3080-3C16-4FE7A62507DE}" dt="2023-03-27T14:47:56.765" v="271" actId="20577"/>
        <pc:sldMkLst>
          <pc:docMk/>
          <pc:sldMk cId="4050304688" sldId="280"/>
        </pc:sldMkLst>
        <pc:spChg chg="mod">
          <ac:chgData name="Robin Ghosh" userId="S::rghosh@atu.edu::cea01928-5504-4796-84c1-be75077cd5de" providerId="AD" clId="Web-{05BF0597-698C-3080-3C16-4FE7A62507DE}" dt="2023-03-27T14:47:26.764" v="246" actId="20577"/>
          <ac:spMkLst>
            <pc:docMk/>
            <pc:sldMk cId="4050304688" sldId="280"/>
            <ac:spMk id="2" creationId="{75AFE630-C0DC-AD73-5755-C1E0EB456002}"/>
          </ac:spMkLst>
        </pc:spChg>
        <pc:spChg chg="mod">
          <ac:chgData name="Robin Ghosh" userId="S::rghosh@atu.edu::cea01928-5504-4796-84c1-be75077cd5de" providerId="AD" clId="Web-{05BF0597-698C-3080-3C16-4FE7A62507DE}" dt="2023-03-27T14:47:56.765" v="271" actId="20577"/>
          <ac:spMkLst>
            <pc:docMk/>
            <pc:sldMk cId="4050304688" sldId="280"/>
            <ac:spMk id="3" creationId="{73F8A5E8-929E-4AEC-6F6B-DE947072C12E}"/>
          </ac:spMkLst>
        </pc:spChg>
      </pc:sldChg>
      <pc:sldChg chg="modSp new">
        <pc:chgData name="Robin Ghosh" userId="S::rghosh@atu.edu::cea01928-5504-4796-84c1-be75077cd5de" providerId="AD" clId="Web-{05BF0597-698C-3080-3C16-4FE7A62507DE}" dt="2023-03-27T15:04:37.799" v="434" actId="20577"/>
        <pc:sldMkLst>
          <pc:docMk/>
          <pc:sldMk cId="1385927329" sldId="281"/>
        </pc:sldMkLst>
        <pc:spChg chg="mod">
          <ac:chgData name="Robin Ghosh" userId="S::rghosh@atu.edu::cea01928-5504-4796-84c1-be75077cd5de" providerId="AD" clId="Web-{05BF0597-698C-3080-3C16-4FE7A62507DE}" dt="2023-03-27T15:04:37.799" v="434" actId="20577"/>
          <ac:spMkLst>
            <pc:docMk/>
            <pc:sldMk cId="1385927329" sldId="281"/>
            <ac:spMk id="2" creationId="{1C2FBC65-9383-FDA3-DE50-657DCB99FC3A}"/>
          </ac:spMkLst>
        </pc:spChg>
        <pc:spChg chg="mod">
          <ac:chgData name="Robin Ghosh" userId="S::rghosh@atu.edu::cea01928-5504-4796-84c1-be75077cd5de" providerId="AD" clId="Web-{05BF0597-698C-3080-3C16-4FE7A62507DE}" dt="2023-03-27T14:58:02.807" v="417" actId="20577"/>
          <ac:spMkLst>
            <pc:docMk/>
            <pc:sldMk cId="1385927329" sldId="281"/>
            <ac:spMk id="3" creationId="{6029AC78-D54D-71A6-3D07-77F411F334EB}"/>
          </ac:spMkLst>
        </pc:spChg>
      </pc:sldChg>
      <pc:sldChg chg="add replId">
        <pc:chgData name="Robin Ghosh" userId="S::rghosh@atu.edu::cea01928-5504-4796-84c1-be75077cd5de" providerId="AD" clId="Web-{05BF0597-698C-3080-3C16-4FE7A62507DE}" dt="2023-03-27T15:05:11.409" v="435"/>
        <pc:sldMkLst>
          <pc:docMk/>
          <pc:sldMk cId="3059290709" sldId="282"/>
        </pc:sldMkLst>
      </pc:sldChg>
    </pc:docChg>
  </pc:docChgLst>
  <pc:docChgLst>
    <pc:chgData name="Musfikur Rahaman" userId="S::mrahaman@atu.edu::e2f71e0a-9e23-4ee5-8ed6-9379dcf14f3b" providerId="AD" clId="Web-{8632EB38-1663-4F97-B42C-B3B3D6D4713D}"/>
    <pc:docChg chg="addSld delSld modSld">
      <pc:chgData name="Musfikur Rahaman" userId="S::mrahaman@atu.edu::e2f71e0a-9e23-4ee5-8ed6-9379dcf14f3b" providerId="AD" clId="Web-{8632EB38-1663-4F97-B42C-B3B3D6D4713D}" dt="2023-03-23T18:55:44.865" v="500" actId="1076"/>
      <pc:docMkLst>
        <pc:docMk/>
      </pc:docMkLst>
      <pc:sldChg chg="addSp modSp">
        <pc:chgData name="Musfikur Rahaman" userId="S::mrahaman@atu.edu::e2f71e0a-9e23-4ee5-8ed6-9379dcf14f3b" providerId="AD" clId="Web-{8632EB38-1663-4F97-B42C-B3B3D6D4713D}" dt="2023-03-23T16:03:25.955" v="194" actId="20577"/>
        <pc:sldMkLst>
          <pc:docMk/>
          <pc:sldMk cId="109857222" sldId="256"/>
        </pc:sldMkLst>
        <pc:spChg chg="mod">
          <ac:chgData name="Musfikur Rahaman" userId="S::mrahaman@atu.edu::e2f71e0a-9e23-4ee5-8ed6-9379dcf14f3b" providerId="AD" clId="Web-{8632EB38-1663-4F97-B42C-B3B3D6D4713D}" dt="2023-03-23T16:03:11.127" v="19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sfikur Rahaman" userId="S::mrahaman@atu.edu::e2f71e0a-9e23-4ee5-8ed6-9379dcf14f3b" providerId="AD" clId="Web-{8632EB38-1663-4F97-B42C-B3B3D6D4713D}" dt="2023-03-23T16:03:11.142" v="191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usfikur Rahaman" userId="S::mrahaman@atu.edu::e2f71e0a-9e23-4ee5-8ed6-9379dcf14f3b" providerId="AD" clId="Web-{8632EB38-1663-4F97-B42C-B3B3D6D4713D}" dt="2023-03-23T16:03:25.955" v="194" actId="20577"/>
          <ac:spMkLst>
            <pc:docMk/>
            <pc:sldMk cId="109857222" sldId="256"/>
            <ac:spMk id="4" creationId="{2D19EF6C-676C-B86D-7C39-EC4155F06424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0:07.560" v="355" actId="20577"/>
        <pc:sldMkLst>
          <pc:docMk/>
          <pc:sldMk cId="1185878961" sldId="257"/>
        </pc:sldMkLst>
        <pc:spChg chg="mod">
          <ac:chgData name="Musfikur Rahaman" userId="S::mrahaman@atu.edu::e2f71e0a-9e23-4ee5-8ed6-9379dcf14f3b" providerId="AD" clId="Web-{8632EB38-1663-4F97-B42C-B3B3D6D4713D}" dt="2023-03-23T16:05:54.242" v="218" actId="20577"/>
          <ac:spMkLst>
            <pc:docMk/>
            <pc:sldMk cId="1185878961" sldId="257"/>
            <ac:spMk id="2" creationId="{5F2EA026-756C-D76C-EB8C-FE810E97B42D}"/>
          </ac:spMkLst>
        </pc:spChg>
        <pc:spChg chg="mod">
          <ac:chgData name="Musfikur Rahaman" userId="S::mrahaman@atu.edu::e2f71e0a-9e23-4ee5-8ed6-9379dcf14f3b" providerId="AD" clId="Web-{8632EB38-1663-4F97-B42C-B3B3D6D4713D}" dt="2023-03-23T18:40:07.560" v="355" actId="20577"/>
          <ac:spMkLst>
            <pc:docMk/>
            <pc:sldMk cId="1185878961" sldId="257"/>
            <ac:spMk id="3" creationId="{F3B8DA5E-7AD3-CDB7-ECDF-670A4E5C5D47}"/>
          </ac:spMkLst>
        </pc:spChg>
      </pc:sldChg>
      <pc:sldChg chg="modSp new del">
        <pc:chgData name="Musfikur Rahaman" userId="S::mrahaman@atu.edu::e2f71e0a-9e23-4ee5-8ed6-9379dcf14f3b" providerId="AD" clId="Web-{8632EB38-1663-4F97-B42C-B3B3D6D4713D}" dt="2023-03-23T18:40:25.998" v="356"/>
        <pc:sldMkLst>
          <pc:docMk/>
          <pc:sldMk cId="4138010552" sldId="258"/>
        </pc:sldMkLst>
        <pc:spChg chg="mod">
          <ac:chgData name="Musfikur Rahaman" userId="S::mrahaman@atu.edu::e2f71e0a-9e23-4ee5-8ed6-9379dcf14f3b" providerId="AD" clId="Web-{8632EB38-1663-4F97-B42C-B3B3D6D4713D}" dt="2023-03-23T16:04:14.285" v="202" actId="20577"/>
          <ac:spMkLst>
            <pc:docMk/>
            <pc:sldMk cId="4138010552" sldId="258"/>
            <ac:spMk id="2" creationId="{6D1DBCF2-6283-F33F-8135-5C505A51E140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4:28.321" v="389" actId="20577"/>
        <pc:sldMkLst>
          <pc:docMk/>
          <pc:sldMk cId="1773589725" sldId="259"/>
        </pc:sldMkLst>
        <pc:spChg chg="mod">
          <ac:chgData name="Musfikur Rahaman" userId="S::mrahaman@atu.edu::e2f71e0a-9e23-4ee5-8ed6-9379dcf14f3b" providerId="AD" clId="Web-{8632EB38-1663-4F97-B42C-B3B3D6D4713D}" dt="2023-03-23T16:04:33.598" v="206" actId="20577"/>
          <ac:spMkLst>
            <pc:docMk/>
            <pc:sldMk cId="1773589725" sldId="259"/>
            <ac:spMk id="2" creationId="{DA7F1663-F2FE-136C-F2C6-110A66D3D1B2}"/>
          </ac:spMkLst>
        </pc:spChg>
        <pc:spChg chg="mod">
          <ac:chgData name="Musfikur Rahaman" userId="S::mrahaman@atu.edu::e2f71e0a-9e23-4ee5-8ed6-9379dcf14f3b" providerId="AD" clId="Web-{8632EB38-1663-4F97-B42C-B3B3D6D4713D}" dt="2023-03-23T18:44:28.321" v="389" actId="20577"/>
          <ac:spMkLst>
            <pc:docMk/>
            <pc:sldMk cId="1773589725" sldId="259"/>
            <ac:spMk id="3" creationId="{BE5C5DD5-4853-12C9-B08D-45F35EE625D7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6:17.247" v="404" actId="20577"/>
        <pc:sldMkLst>
          <pc:docMk/>
          <pc:sldMk cId="2628631662" sldId="260"/>
        </pc:sldMkLst>
        <pc:spChg chg="mod">
          <ac:chgData name="Musfikur Rahaman" userId="S::mrahaman@atu.edu::e2f71e0a-9e23-4ee5-8ed6-9379dcf14f3b" providerId="AD" clId="Web-{8632EB38-1663-4F97-B42C-B3B3D6D4713D}" dt="2023-03-23T16:05:36.257" v="212" actId="20577"/>
          <ac:spMkLst>
            <pc:docMk/>
            <pc:sldMk cId="2628631662" sldId="260"/>
            <ac:spMk id="2" creationId="{806A82EF-C458-689E-8405-F34D1F7DF74D}"/>
          </ac:spMkLst>
        </pc:spChg>
        <pc:spChg chg="mod">
          <ac:chgData name="Musfikur Rahaman" userId="S::mrahaman@atu.edu::e2f71e0a-9e23-4ee5-8ed6-9379dcf14f3b" providerId="AD" clId="Web-{8632EB38-1663-4F97-B42C-B3B3D6D4713D}" dt="2023-03-23T18:46:17.247" v="404" actId="20577"/>
          <ac:spMkLst>
            <pc:docMk/>
            <pc:sldMk cId="2628631662" sldId="260"/>
            <ac:spMk id="3" creationId="{A3AAC36B-5D4D-D883-FA12-05C5A63B3887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7:19.188" v="407" actId="20577"/>
        <pc:sldMkLst>
          <pc:docMk/>
          <pc:sldMk cId="2644274556" sldId="261"/>
        </pc:sldMkLst>
        <pc:spChg chg="mod">
          <ac:chgData name="Musfikur Rahaman" userId="S::mrahaman@atu.edu::e2f71e0a-9e23-4ee5-8ed6-9379dcf14f3b" providerId="AD" clId="Web-{8632EB38-1663-4F97-B42C-B3B3D6D4713D}" dt="2023-03-23T16:06:26.165" v="224" actId="20577"/>
          <ac:spMkLst>
            <pc:docMk/>
            <pc:sldMk cId="2644274556" sldId="261"/>
            <ac:spMk id="2" creationId="{C3C7055D-7EB4-17E4-A39A-4257C5915080}"/>
          </ac:spMkLst>
        </pc:spChg>
        <pc:spChg chg="mod">
          <ac:chgData name="Musfikur Rahaman" userId="S::mrahaman@atu.edu::e2f71e0a-9e23-4ee5-8ed6-9379dcf14f3b" providerId="AD" clId="Web-{8632EB38-1663-4F97-B42C-B3B3D6D4713D}" dt="2023-03-23T18:47:19.188" v="407" actId="20577"/>
          <ac:spMkLst>
            <pc:docMk/>
            <pc:sldMk cId="2644274556" sldId="261"/>
            <ac:spMk id="3" creationId="{4E18C6F0-FC1F-D8C4-84AD-50BC24D9B437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7:35.298" v="409" actId="20577"/>
        <pc:sldMkLst>
          <pc:docMk/>
          <pc:sldMk cId="1644882386" sldId="262"/>
        </pc:sldMkLst>
        <pc:spChg chg="mod">
          <ac:chgData name="Musfikur Rahaman" userId="S::mrahaman@atu.edu::e2f71e0a-9e23-4ee5-8ed6-9379dcf14f3b" providerId="AD" clId="Web-{8632EB38-1663-4F97-B42C-B3B3D6D4713D}" dt="2023-03-23T16:06:36.181" v="230" actId="20577"/>
          <ac:spMkLst>
            <pc:docMk/>
            <pc:sldMk cId="1644882386" sldId="262"/>
            <ac:spMk id="2" creationId="{5065F0A9-670F-2963-8CDB-96A6F118DA58}"/>
          </ac:spMkLst>
        </pc:spChg>
        <pc:spChg chg="mod">
          <ac:chgData name="Musfikur Rahaman" userId="S::mrahaman@atu.edu::e2f71e0a-9e23-4ee5-8ed6-9379dcf14f3b" providerId="AD" clId="Web-{8632EB38-1663-4F97-B42C-B3B3D6D4713D}" dt="2023-03-23T18:47:35.298" v="409" actId="20577"/>
          <ac:spMkLst>
            <pc:docMk/>
            <pc:sldMk cId="1644882386" sldId="262"/>
            <ac:spMk id="3" creationId="{32C6908D-2924-EA3A-1F7C-3E86EBD4D5EC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7:54.111" v="411" actId="20577"/>
        <pc:sldMkLst>
          <pc:docMk/>
          <pc:sldMk cId="4112634525" sldId="263"/>
        </pc:sldMkLst>
        <pc:spChg chg="mod">
          <ac:chgData name="Musfikur Rahaman" userId="S::mrahaman@atu.edu::e2f71e0a-9e23-4ee5-8ed6-9379dcf14f3b" providerId="AD" clId="Web-{8632EB38-1663-4F97-B42C-B3B3D6D4713D}" dt="2023-03-23T16:07:11.479" v="236" actId="20577"/>
          <ac:spMkLst>
            <pc:docMk/>
            <pc:sldMk cId="4112634525" sldId="263"/>
            <ac:spMk id="2" creationId="{FA66516C-0C89-8D63-5A37-270CA9297583}"/>
          </ac:spMkLst>
        </pc:spChg>
        <pc:spChg chg="mod">
          <ac:chgData name="Musfikur Rahaman" userId="S::mrahaman@atu.edu::e2f71e0a-9e23-4ee5-8ed6-9379dcf14f3b" providerId="AD" clId="Web-{8632EB38-1663-4F97-B42C-B3B3D6D4713D}" dt="2023-03-23T18:47:54.111" v="411" actId="20577"/>
          <ac:spMkLst>
            <pc:docMk/>
            <pc:sldMk cId="4112634525" sldId="263"/>
            <ac:spMk id="3" creationId="{0BA57127-46EF-032E-1909-3D4F45279F3A}"/>
          </ac:spMkLst>
        </pc:spChg>
      </pc:sldChg>
      <pc:sldChg chg="modSp new">
        <pc:chgData name="Musfikur Rahaman" userId="S::mrahaman@atu.edu::e2f71e0a-9e23-4ee5-8ed6-9379dcf14f3b" providerId="AD" clId="Web-{8632EB38-1663-4F97-B42C-B3B3D6D4713D}" dt="2023-03-23T18:48:06.049" v="413" actId="20577"/>
        <pc:sldMkLst>
          <pc:docMk/>
          <pc:sldMk cId="2549226573" sldId="264"/>
        </pc:sldMkLst>
        <pc:spChg chg="mod">
          <ac:chgData name="Musfikur Rahaman" userId="S::mrahaman@atu.edu::e2f71e0a-9e23-4ee5-8ed6-9379dcf14f3b" providerId="AD" clId="Web-{8632EB38-1663-4F97-B42C-B3B3D6D4713D}" dt="2023-03-23T16:07:20.026" v="241" actId="20577"/>
          <ac:spMkLst>
            <pc:docMk/>
            <pc:sldMk cId="2549226573" sldId="264"/>
            <ac:spMk id="2" creationId="{E446D3C7-B07D-A788-BAAE-29CD48F05A2A}"/>
          </ac:spMkLst>
        </pc:spChg>
        <pc:spChg chg="mod">
          <ac:chgData name="Musfikur Rahaman" userId="S::mrahaman@atu.edu::e2f71e0a-9e23-4ee5-8ed6-9379dcf14f3b" providerId="AD" clId="Web-{8632EB38-1663-4F97-B42C-B3B3D6D4713D}" dt="2023-03-23T18:48:06.049" v="413" actId="20577"/>
          <ac:spMkLst>
            <pc:docMk/>
            <pc:sldMk cId="2549226573" sldId="264"/>
            <ac:spMk id="3" creationId="{B111B09B-2200-3FF4-C763-83E32CD10536}"/>
          </ac:spMkLst>
        </pc:spChg>
      </pc:sldChg>
      <pc:sldChg chg="addSp modSp new del">
        <pc:chgData name="Musfikur Rahaman" userId="S::mrahaman@atu.edu::e2f71e0a-9e23-4ee5-8ed6-9379dcf14f3b" providerId="AD" clId="Web-{8632EB38-1663-4F97-B42C-B3B3D6D4713D}" dt="2023-03-23T18:48:59.442" v="418"/>
        <pc:sldMkLst>
          <pc:docMk/>
          <pc:sldMk cId="541523563" sldId="265"/>
        </pc:sldMkLst>
        <pc:spChg chg="mod">
          <ac:chgData name="Musfikur Rahaman" userId="S::mrahaman@atu.edu::e2f71e0a-9e23-4ee5-8ed6-9379dcf14f3b" providerId="AD" clId="Web-{8632EB38-1663-4F97-B42C-B3B3D6D4713D}" dt="2023-03-23T16:08:12.153" v="245" actId="20577"/>
          <ac:spMkLst>
            <pc:docMk/>
            <pc:sldMk cId="541523563" sldId="265"/>
            <ac:spMk id="2" creationId="{D0E4E1C5-FEED-3D39-1F08-12D150D69871}"/>
          </ac:spMkLst>
        </pc:spChg>
        <pc:graphicFrameChg chg="add">
          <ac:chgData name="Musfikur Rahaman" userId="S::mrahaman@atu.edu::e2f71e0a-9e23-4ee5-8ed6-9379dcf14f3b" providerId="AD" clId="Web-{8632EB38-1663-4F97-B42C-B3B3D6D4713D}" dt="2023-03-23T18:48:07.330" v="414"/>
          <ac:graphicFrameMkLst>
            <pc:docMk/>
            <pc:sldMk cId="541523563" sldId="265"/>
            <ac:graphicFrameMk id="4" creationId="{F193B6B9-97F5-6B2E-F785-A7412C51291D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07.330" v="414"/>
          <ac:graphicFrameMkLst>
            <pc:docMk/>
            <pc:sldMk cId="541523563" sldId="265"/>
            <ac:graphicFrameMk id="5" creationId="{D027B237-2834-6602-E2CA-EA93E8C8C835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07.330" v="414"/>
          <ac:graphicFrameMkLst>
            <pc:docMk/>
            <pc:sldMk cId="541523563" sldId="265"/>
            <ac:graphicFrameMk id="6" creationId="{CF6C7C6E-AD2B-97C3-579C-2197872BC95D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11.143" v="415"/>
          <ac:graphicFrameMkLst>
            <pc:docMk/>
            <pc:sldMk cId="541523563" sldId="265"/>
            <ac:graphicFrameMk id="7" creationId="{F193B6B9-97F5-6B2E-F785-A7412C51291D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11.143" v="415"/>
          <ac:graphicFrameMkLst>
            <pc:docMk/>
            <pc:sldMk cId="541523563" sldId="265"/>
            <ac:graphicFrameMk id="8" creationId="{D027B237-2834-6602-E2CA-EA93E8C8C835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11.143" v="415"/>
          <ac:graphicFrameMkLst>
            <pc:docMk/>
            <pc:sldMk cId="541523563" sldId="265"/>
            <ac:graphicFrameMk id="9" creationId="{CF6C7C6E-AD2B-97C3-579C-2197872BC95D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20.800" v="416"/>
          <ac:graphicFrameMkLst>
            <pc:docMk/>
            <pc:sldMk cId="541523563" sldId="265"/>
            <ac:graphicFrameMk id="10" creationId="{2D190991-07C5-1934-2D5B-E5FE1EF9EC15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20.800" v="416"/>
          <ac:graphicFrameMkLst>
            <pc:docMk/>
            <pc:sldMk cId="541523563" sldId="265"/>
            <ac:graphicFrameMk id="11" creationId="{2E02973D-36D1-14DF-0002-B4A8607067FA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20.800" v="416"/>
          <ac:graphicFrameMkLst>
            <pc:docMk/>
            <pc:sldMk cId="541523563" sldId="265"/>
            <ac:graphicFrameMk id="12" creationId="{E3AA05D1-BFE5-2EFF-DDB1-BA2D8322AFA9}"/>
          </ac:graphicFrameMkLst>
        </pc:graphicFrameChg>
        <pc:graphicFrameChg chg="add">
          <ac:chgData name="Musfikur Rahaman" userId="S::mrahaman@atu.edu::e2f71e0a-9e23-4ee5-8ed6-9379dcf14f3b" providerId="AD" clId="Web-{8632EB38-1663-4F97-B42C-B3B3D6D4713D}" dt="2023-03-23T18:48:51.660" v="417"/>
          <ac:graphicFrameMkLst>
            <pc:docMk/>
            <pc:sldMk cId="541523563" sldId="265"/>
            <ac:graphicFrameMk id="13" creationId="{0856A1A1-9657-D141-B608-AE68084EDA88}"/>
          </ac:graphicFrameMkLst>
        </pc:graphicFrameChg>
      </pc:sldChg>
      <pc:sldChg chg="addSp delSp modSp new">
        <pc:chgData name="Musfikur Rahaman" userId="S::mrahaman@atu.edu::e2f71e0a-9e23-4ee5-8ed6-9379dcf14f3b" providerId="AD" clId="Web-{8632EB38-1663-4F97-B42C-B3B3D6D4713D}" dt="2023-03-23T18:55:08.598" v="488" actId="1076"/>
        <pc:sldMkLst>
          <pc:docMk/>
          <pc:sldMk cId="602807689" sldId="266"/>
        </pc:sldMkLst>
        <pc:spChg chg="mod">
          <ac:chgData name="Musfikur Rahaman" userId="S::mrahaman@atu.edu::e2f71e0a-9e23-4ee5-8ed6-9379dcf14f3b" providerId="AD" clId="Web-{8632EB38-1663-4F97-B42C-B3B3D6D4713D}" dt="2023-03-23T16:08:20.107" v="253" actId="20577"/>
          <ac:spMkLst>
            <pc:docMk/>
            <pc:sldMk cId="602807689" sldId="266"/>
            <ac:spMk id="2" creationId="{E783A42E-B9BA-CE46-956C-D0589173175C}"/>
          </ac:spMkLst>
        </pc:spChg>
        <pc:spChg chg="del">
          <ac:chgData name="Musfikur Rahaman" userId="S::mrahaman@atu.edu::e2f71e0a-9e23-4ee5-8ed6-9379dcf14f3b" providerId="AD" clId="Web-{8632EB38-1663-4F97-B42C-B3B3D6D4713D}" dt="2023-03-23T18:54:59.442" v="480"/>
          <ac:spMkLst>
            <pc:docMk/>
            <pc:sldMk cId="602807689" sldId="266"/>
            <ac:spMk id="3" creationId="{25982C59-E6AA-B42E-6C7F-E5FEF9CF06AA}"/>
          </ac:spMkLst>
        </pc:spChg>
        <pc:picChg chg="add mod ord">
          <ac:chgData name="Musfikur Rahaman" userId="S::mrahaman@atu.edu::e2f71e0a-9e23-4ee5-8ed6-9379dcf14f3b" providerId="AD" clId="Web-{8632EB38-1663-4F97-B42C-B3B3D6D4713D}" dt="2023-03-23T18:55:08.598" v="488" actId="1076"/>
          <ac:picMkLst>
            <pc:docMk/>
            <pc:sldMk cId="602807689" sldId="266"/>
            <ac:picMk id="4" creationId="{9DA6BF46-2587-FFAB-31FB-D3AF0A07F4AB}"/>
          </ac:picMkLst>
        </pc:picChg>
        <pc:picChg chg="add mod">
          <ac:chgData name="Musfikur Rahaman" userId="S::mrahaman@atu.edu::e2f71e0a-9e23-4ee5-8ed6-9379dcf14f3b" providerId="AD" clId="Web-{8632EB38-1663-4F97-B42C-B3B3D6D4713D}" dt="2023-03-23T18:55:07.004" v="487" actId="1076"/>
          <ac:picMkLst>
            <pc:docMk/>
            <pc:sldMk cId="602807689" sldId="266"/>
            <ac:picMk id="5" creationId="{AF4A74AA-4FB2-D1A2-0334-516BF83B0940}"/>
          </ac:picMkLst>
        </pc:picChg>
      </pc:sldChg>
      <pc:sldChg chg="modSp new">
        <pc:chgData name="Musfikur Rahaman" userId="S::mrahaman@atu.edu::e2f71e0a-9e23-4ee5-8ed6-9379dcf14f3b" providerId="AD" clId="Web-{8632EB38-1663-4F97-B42C-B3B3D6D4713D}" dt="2023-03-23T18:39:31.839" v="349" actId="20577"/>
        <pc:sldMkLst>
          <pc:docMk/>
          <pc:sldMk cId="3774895410" sldId="267"/>
        </pc:sldMkLst>
        <pc:spChg chg="mod">
          <ac:chgData name="Musfikur Rahaman" userId="S::mrahaman@atu.edu::e2f71e0a-9e23-4ee5-8ed6-9379dcf14f3b" providerId="AD" clId="Web-{8632EB38-1663-4F97-B42C-B3B3D6D4713D}" dt="2023-03-23T18:35:28.423" v="259" actId="20577"/>
          <ac:spMkLst>
            <pc:docMk/>
            <pc:sldMk cId="3774895410" sldId="267"/>
            <ac:spMk id="2" creationId="{4D22D620-473C-FD3F-09B6-180DAB9F5873}"/>
          </ac:spMkLst>
        </pc:spChg>
        <pc:spChg chg="mod">
          <ac:chgData name="Musfikur Rahaman" userId="S::mrahaman@atu.edu::e2f71e0a-9e23-4ee5-8ed6-9379dcf14f3b" providerId="AD" clId="Web-{8632EB38-1663-4F97-B42C-B3B3D6D4713D}" dt="2023-03-23T18:39:31.839" v="349" actId="20577"/>
          <ac:spMkLst>
            <pc:docMk/>
            <pc:sldMk cId="3774895410" sldId="267"/>
            <ac:spMk id="3" creationId="{6D1089AF-56B3-CACE-E35D-B7446227974A}"/>
          </ac:spMkLst>
        </pc:spChg>
      </pc:sldChg>
      <pc:sldChg chg="addSp delSp modSp new">
        <pc:chgData name="Musfikur Rahaman" userId="S::mrahaman@atu.edu::e2f71e0a-9e23-4ee5-8ed6-9379dcf14f3b" providerId="AD" clId="Web-{8632EB38-1663-4F97-B42C-B3B3D6D4713D}" dt="2023-03-23T18:43:54.663" v="387" actId="1076"/>
        <pc:sldMkLst>
          <pc:docMk/>
          <pc:sldMk cId="2733802601" sldId="268"/>
        </pc:sldMkLst>
        <pc:spChg chg="del">
          <ac:chgData name="Musfikur Rahaman" userId="S::mrahaman@atu.edu::e2f71e0a-9e23-4ee5-8ed6-9379dcf14f3b" providerId="AD" clId="Web-{8632EB38-1663-4F97-B42C-B3B3D6D4713D}" dt="2023-03-23T18:40:56.968" v="358"/>
          <ac:spMkLst>
            <pc:docMk/>
            <pc:sldMk cId="2733802601" sldId="268"/>
            <ac:spMk id="3" creationId="{3DB2F1C5-1B51-B589-227A-C321C2BC1407}"/>
          </ac:spMkLst>
        </pc:spChg>
        <pc:spChg chg="add del mod">
          <ac:chgData name="Musfikur Rahaman" userId="S::mrahaman@atu.edu::e2f71e0a-9e23-4ee5-8ed6-9379dcf14f3b" providerId="AD" clId="Web-{8632EB38-1663-4F97-B42C-B3B3D6D4713D}" dt="2023-03-23T18:42:37.316" v="376"/>
          <ac:spMkLst>
            <pc:docMk/>
            <pc:sldMk cId="2733802601" sldId="268"/>
            <ac:spMk id="8" creationId="{4047903C-7BBA-D2EF-783E-1CF2290E1FA4}"/>
          </ac:spMkLst>
        </pc:spChg>
        <pc:picChg chg="add del mod ord">
          <ac:chgData name="Musfikur Rahaman" userId="S::mrahaman@atu.edu::e2f71e0a-9e23-4ee5-8ed6-9379dcf14f3b" providerId="AD" clId="Web-{8632EB38-1663-4F97-B42C-B3B3D6D4713D}" dt="2023-03-23T18:42:02.783" v="375"/>
          <ac:picMkLst>
            <pc:docMk/>
            <pc:sldMk cId="2733802601" sldId="268"/>
            <ac:picMk id="4" creationId="{C8DFA74C-E7AE-08B5-6BC1-A10FCD9084CE}"/>
          </ac:picMkLst>
        </pc:picChg>
        <pc:picChg chg="add del mod">
          <ac:chgData name="Musfikur Rahaman" userId="S::mrahaman@atu.edu::e2f71e0a-9e23-4ee5-8ed6-9379dcf14f3b" providerId="AD" clId="Web-{8632EB38-1663-4F97-B42C-B3B3D6D4713D}" dt="2023-03-23T18:42:00.908" v="373"/>
          <ac:picMkLst>
            <pc:docMk/>
            <pc:sldMk cId="2733802601" sldId="268"/>
            <ac:picMk id="5" creationId="{6B3C3719-B8D1-CA8B-43EB-B0FF41748573}"/>
          </ac:picMkLst>
        </pc:picChg>
        <pc:picChg chg="add del mod">
          <ac:chgData name="Musfikur Rahaman" userId="S::mrahaman@atu.edu::e2f71e0a-9e23-4ee5-8ed6-9379dcf14f3b" providerId="AD" clId="Web-{8632EB38-1663-4F97-B42C-B3B3D6D4713D}" dt="2023-03-23T18:42:01.862" v="374"/>
          <ac:picMkLst>
            <pc:docMk/>
            <pc:sldMk cId="2733802601" sldId="268"/>
            <ac:picMk id="6" creationId="{E61071A7-F8BC-1F72-B4AE-D3CEC1210C8C}"/>
          </ac:picMkLst>
        </pc:picChg>
        <pc:picChg chg="add mod ord">
          <ac:chgData name="Musfikur Rahaman" userId="S::mrahaman@atu.edu::e2f71e0a-9e23-4ee5-8ed6-9379dcf14f3b" providerId="AD" clId="Web-{8632EB38-1663-4F97-B42C-B3B3D6D4713D}" dt="2023-03-23T18:43:52.085" v="386" actId="1076"/>
          <ac:picMkLst>
            <pc:docMk/>
            <pc:sldMk cId="2733802601" sldId="268"/>
            <ac:picMk id="9" creationId="{F2A044BF-932A-9E11-80D1-28841E1E6E0D}"/>
          </ac:picMkLst>
        </pc:picChg>
        <pc:picChg chg="add mod">
          <ac:chgData name="Musfikur Rahaman" userId="S::mrahaman@atu.edu::e2f71e0a-9e23-4ee5-8ed6-9379dcf14f3b" providerId="AD" clId="Web-{8632EB38-1663-4F97-B42C-B3B3D6D4713D}" dt="2023-03-23T18:43:54.663" v="387" actId="1076"/>
          <ac:picMkLst>
            <pc:docMk/>
            <pc:sldMk cId="2733802601" sldId="268"/>
            <ac:picMk id="10" creationId="{4E0B2078-E3B4-8FDA-F1EA-0FBD70CA9705}"/>
          </ac:picMkLst>
        </pc:picChg>
        <pc:picChg chg="add mod">
          <ac:chgData name="Musfikur Rahaman" userId="S::mrahaman@atu.edu::e2f71e0a-9e23-4ee5-8ed6-9379dcf14f3b" providerId="AD" clId="Web-{8632EB38-1663-4F97-B42C-B3B3D6D4713D}" dt="2023-03-23T18:43:47.632" v="384" actId="1076"/>
          <ac:picMkLst>
            <pc:docMk/>
            <pc:sldMk cId="2733802601" sldId="268"/>
            <ac:picMk id="11" creationId="{22267326-C4A3-029B-0B76-4750E855446A}"/>
          </ac:picMkLst>
        </pc:picChg>
      </pc:sldChg>
      <pc:sldChg chg="new del">
        <pc:chgData name="Musfikur Rahaman" userId="S::mrahaman@atu.edu::e2f71e0a-9e23-4ee5-8ed6-9379dcf14f3b" providerId="AD" clId="Web-{8632EB38-1663-4F97-B42C-B3B3D6D4713D}" dt="2023-03-23T18:46:17.966" v="405"/>
        <pc:sldMkLst>
          <pc:docMk/>
          <pc:sldMk cId="796917427" sldId="269"/>
        </pc:sldMkLst>
      </pc:sldChg>
      <pc:sldChg chg="new del">
        <pc:chgData name="Musfikur Rahaman" userId="S::mrahaman@atu.edu::e2f71e0a-9e23-4ee5-8ed6-9379dcf14f3b" providerId="AD" clId="Web-{8632EB38-1663-4F97-B42C-B3B3D6D4713D}" dt="2023-03-23T18:41:30.126" v="371"/>
        <pc:sldMkLst>
          <pc:docMk/>
          <pc:sldMk cId="1614116312" sldId="269"/>
        </pc:sldMkLst>
      </pc:sldChg>
      <pc:sldChg chg="addSp modSp new del mod setBg">
        <pc:chgData name="Musfikur Rahaman" userId="S::mrahaman@atu.edu::e2f71e0a-9e23-4ee5-8ed6-9379dcf14f3b" providerId="AD" clId="Web-{8632EB38-1663-4F97-B42C-B3B3D6D4713D}" dt="2023-03-23T18:50:07.413" v="422"/>
        <pc:sldMkLst>
          <pc:docMk/>
          <pc:sldMk cId="2779043229" sldId="269"/>
        </pc:sldMkLst>
        <pc:spChg chg="mod">
          <ac:chgData name="Musfikur Rahaman" userId="S::mrahaman@atu.edu::e2f71e0a-9e23-4ee5-8ed6-9379dcf14f3b" providerId="AD" clId="Web-{8632EB38-1663-4F97-B42C-B3B3D6D4713D}" dt="2023-03-23T18:49:58.616" v="421"/>
          <ac:spMkLst>
            <pc:docMk/>
            <pc:sldMk cId="2779043229" sldId="269"/>
            <ac:spMk id="2" creationId="{6618597D-FDFD-35DC-047B-817F2FF278D3}"/>
          </ac:spMkLst>
        </pc:spChg>
        <pc:spChg chg="mod">
          <ac:chgData name="Musfikur Rahaman" userId="S::mrahaman@atu.edu::e2f71e0a-9e23-4ee5-8ed6-9379dcf14f3b" providerId="AD" clId="Web-{8632EB38-1663-4F97-B42C-B3B3D6D4713D}" dt="2023-03-23T18:49:58.616" v="421"/>
          <ac:spMkLst>
            <pc:docMk/>
            <pc:sldMk cId="2779043229" sldId="269"/>
            <ac:spMk id="3" creationId="{29C411EB-EAD8-58BC-B724-82FCB83C391E}"/>
          </ac:spMkLst>
        </pc:spChg>
        <pc:spChg chg="add">
          <ac:chgData name="Musfikur Rahaman" userId="S::mrahaman@atu.edu::e2f71e0a-9e23-4ee5-8ed6-9379dcf14f3b" providerId="AD" clId="Web-{8632EB38-1663-4F97-B42C-B3B3D6D4713D}" dt="2023-03-23T18:49:58.616" v="421"/>
          <ac:spMkLst>
            <pc:docMk/>
            <pc:sldMk cId="2779043229" sldId="269"/>
            <ac:spMk id="9" creationId="{907EF6B7-1338-4443-8C46-6A318D952DFD}"/>
          </ac:spMkLst>
        </pc:spChg>
        <pc:spChg chg="add">
          <ac:chgData name="Musfikur Rahaman" userId="S::mrahaman@atu.edu::e2f71e0a-9e23-4ee5-8ed6-9379dcf14f3b" providerId="AD" clId="Web-{8632EB38-1663-4F97-B42C-B3B3D6D4713D}" dt="2023-03-23T18:49:58.616" v="421"/>
          <ac:spMkLst>
            <pc:docMk/>
            <pc:sldMk cId="2779043229" sldId="269"/>
            <ac:spMk id="11" creationId="{DAAE4CDD-124C-4DCF-9584-B6033B545DD5}"/>
          </ac:spMkLst>
        </pc:spChg>
        <pc:spChg chg="add">
          <ac:chgData name="Musfikur Rahaman" userId="S::mrahaman@atu.edu::e2f71e0a-9e23-4ee5-8ed6-9379dcf14f3b" providerId="AD" clId="Web-{8632EB38-1663-4F97-B42C-B3B3D6D4713D}" dt="2023-03-23T18:49:58.616" v="421"/>
          <ac:spMkLst>
            <pc:docMk/>
            <pc:sldMk cId="2779043229" sldId="269"/>
            <ac:spMk id="13" creationId="{081E4A58-353D-44AE-B2FC-2A74E2E400F7}"/>
          </ac:spMkLst>
        </pc:spChg>
        <pc:graphicFrameChg chg="add">
          <ac:chgData name="Musfikur Rahaman" userId="S::mrahaman@atu.edu::e2f71e0a-9e23-4ee5-8ed6-9379dcf14f3b" providerId="AD" clId="Web-{8632EB38-1663-4F97-B42C-B3B3D6D4713D}" dt="2023-03-23T18:49:55.804" v="420"/>
          <ac:graphicFrameMkLst>
            <pc:docMk/>
            <pc:sldMk cId="2779043229" sldId="269"/>
            <ac:graphicFrameMk id="4" creationId="{22AB7981-ACAE-E577-24CD-E5762DDB0A2D}"/>
          </ac:graphicFrameMkLst>
        </pc:graphicFrameChg>
      </pc:sldChg>
      <pc:sldChg chg="addSp modSp new del">
        <pc:chgData name="Musfikur Rahaman" userId="S::mrahaman@atu.edu::e2f71e0a-9e23-4ee5-8ed6-9379dcf14f3b" providerId="AD" clId="Web-{8632EB38-1663-4F97-B42C-B3B3D6D4713D}" dt="2023-03-23T18:51:39.230" v="445"/>
        <pc:sldMkLst>
          <pc:docMk/>
          <pc:sldMk cId="3532912928" sldId="269"/>
        </pc:sldMkLst>
        <pc:spChg chg="mod">
          <ac:chgData name="Musfikur Rahaman" userId="S::mrahaman@atu.edu::e2f71e0a-9e23-4ee5-8ed6-9379dcf14f3b" providerId="AD" clId="Web-{8632EB38-1663-4F97-B42C-B3B3D6D4713D}" dt="2023-03-23T18:51:29.729" v="443" actId="1076"/>
          <ac:spMkLst>
            <pc:docMk/>
            <pc:sldMk cId="3532912928" sldId="269"/>
            <ac:spMk id="2" creationId="{EB731AF8-DC31-0B29-C292-57123A6CB27D}"/>
          </ac:spMkLst>
        </pc:spChg>
        <pc:spChg chg="mod">
          <ac:chgData name="Musfikur Rahaman" userId="S::mrahaman@atu.edu::e2f71e0a-9e23-4ee5-8ed6-9379dcf14f3b" providerId="AD" clId="Web-{8632EB38-1663-4F97-B42C-B3B3D6D4713D}" dt="2023-03-23T18:51:29.745" v="444" actId="1076"/>
          <ac:spMkLst>
            <pc:docMk/>
            <pc:sldMk cId="3532912928" sldId="269"/>
            <ac:spMk id="3" creationId="{C39362AD-23B9-C65F-B3F1-3B897CCB1CFF}"/>
          </ac:spMkLst>
        </pc:spChg>
        <pc:graphicFrameChg chg="add mod">
          <ac:chgData name="Musfikur Rahaman" userId="S::mrahaman@atu.edu::e2f71e0a-9e23-4ee5-8ed6-9379dcf14f3b" providerId="AD" clId="Web-{8632EB38-1663-4F97-B42C-B3B3D6D4713D}" dt="2023-03-23T18:51:29.714" v="442" actId="1076"/>
          <ac:graphicFrameMkLst>
            <pc:docMk/>
            <pc:sldMk cId="3532912928" sldId="269"/>
            <ac:graphicFrameMk id="4" creationId="{4C6CE08C-CAF6-65EC-C2D8-E72821ED1A70}"/>
          </ac:graphicFrameMkLst>
        </pc:graphicFrameChg>
      </pc:sldChg>
      <pc:sldChg chg="addSp delSp modSp new">
        <pc:chgData name="Musfikur Rahaman" userId="S::mrahaman@atu.edu::e2f71e0a-9e23-4ee5-8ed6-9379dcf14f3b" providerId="AD" clId="Web-{8632EB38-1663-4F97-B42C-B3B3D6D4713D}" dt="2023-03-23T18:54:12.924" v="473" actId="1076"/>
        <pc:sldMkLst>
          <pc:docMk/>
          <pc:sldMk cId="3659525208" sldId="269"/>
        </pc:sldMkLst>
        <pc:graphicFrameChg chg="add mod">
          <ac:chgData name="Musfikur Rahaman" userId="S::mrahaman@atu.edu::e2f71e0a-9e23-4ee5-8ed6-9379dcf14f3b" providerId="AD" clId="Web-{8632EB38-1663-4F97-B42C-B3B3D6D4713D}" dt="2023-03-23T18:54:12.924" v="473" actId="1076"/>
          <ac:graphicFrameMkLst>
            <pc:docMk/>
            <pc:sldMk cId="3659525208" sldId="269"/>
            <ac:graphicFrameMk id="4" creationId="{71A498AB-6261-B46A-E697-6ADBDCA65FEB}"/>
          </ac:graphicFrameMkLst>
        </pc:graphicFrameChg>
        <pc:graphicFrameChg chg="add del mod">
          <ac:chgData name="Musfikur Rahaman" userId="S::mrahaman@atu.edu::e2f71e0a-9e23-4ee5-8ed6-9379dcf14f3b" providerId="AD" clId="Web-{8632EB38-1663-4F97-B42C-B3B3D6D4713D}" dt="2023-03-23T18:53:53.454" v="467"/>
          <ac:graphicFrameMkLst>
            <pc:docMk/>
            <pc:sldMk cId="3659525208" sldId="269"/>
            <ac:graphicFrameMk id="5" creationId="{C10476A6-D99A-419A-7407-8C61B37A747A}"/>
          </ac:graphicFrameMkLst>
        </pc:graphicFrameChg>
        <pc:graphicFrameChg chg="add del mod">
          <ac:chgData name="Musfikur Rahaman" userId="S::mrahaman@atu.edu::e2f71e0a-9e23-4ee5-8ed6-9379dcf14f3b" providerId="AD" clId="Web-{8632EB38-1663-4F97-B42C-B3B3D6D4713D}" dt="2023-03-23T18:54:01.158" v="469"/>
          <ac:graphicFrameMkLst>
            <pc:docMk/>
            <pc:sldMk cId="3659525208" sldId="269"/>
            <ac:graphicFrameMk id="6" creationId="{8AEACD5C-B0FA-618B-41C8-7CD4B5D7E985}"/>
          </ac:graphicFrameMkLst>
        </pc:graphicFrameChg>
      </pc:sldChg>
      <pc:sldChg chg="new del">
        <pc:chgData name="Musfikur Rahaman" userId="S::mrahaman@atu.edu::e2f71e0a-9e23-4ee5-8ed6-9379dcf14f3b" providerId="AD" clId="Web-{8632EB38-1663-4F97-B42C-B3B3D6D4713D}" dt="2023-03-23T18:41:32.110" v="372"/>
        <pc:sldMkLst>
          <pc:docMk/>
          <pc:sldMk cId="198815135" sldId="270"/>
        </pc:sldMkLst>
      </pc:sldChg>
      <pc:sldChg chg="addSp modSp new">
        <pc:chgData name="Musfikur Rahaman" userId="S::mrahaman@atu.edu::e2f71e0a-9e23-4ee5-8ed6-9379dcf14f3b" providerId="AD" clId="Web-{8632EB38-1663-4F97-B42C-B3B3D6D4713D}" dt="2023-03-23T18:54:31.065" v="479" actId="1076"/>
        <pc:sldMkLst>
          <pc:docMk/>
          <pc:sldMk cId="4287672634" sldId="270"/>
        </pc:sldMkLst>
        <pc:graphicFrameChg chg="add mod">
          <ac:chgData name="Musfikur Rahaman" userId="S::mrahaman@atu.edu::e2f71e0a-9e23-4ee5-8ed6-9379dcf14f3b" providerId="AD" clId="Web-{8632EB38-1663-4F97-B42C-B3B3D6D4713D}" dt="2023-03-23T18:54:31.065" v="479" actId="1076"/>
          <ac:graphicFrameMkLst>
            <pc:docMk/>
            <pc:sldMk cId="4287672634" sldId="270"/>
            <ac:graphicFrameMk id="4" creationId="{16995C1A-3A70-66DF-4526-AE28BC192DD8}"/>
          </ac:graphicFrameMkLst>
        </pc:graphicFrameChg>
      </pc:sldChg>
      <pc:sldChg chg="addSp modSp new">
        <pc:chgData name="Musfikur Rahaman" userId="S::mrahaman@atu.edu::e2f71e0a-9e23-4ee5-8ed6-9379dcf14f3b" providerId="AD" clId="Web-{8632EB38-1663-4F97-B42C-B3B3D6D4713D}" dt="2023-03-23T18:54:21.456" v="476" actId="1076"/>
        <pc:sldMkLst>
          <pc:docMk/>
          <pc:sldMk cId="1085691416" sldId="271"/>
        </pc:sldMkLst>
        <pc:graphicFrameChg chg="add mod">
          <ac:chgData name="Musfikur Rahaman" userId="S::mrahaman@atu.edu::e2f71e0a-9e23-4ee5-8ed6-9379dcf14f3b" providerId="AD" clId="Web-{8632EB38-1663-4F97-B42C-B3B3D6D4713D}" dt="2023-03-23T18:54:21.456" v="476" actId="1076"/>
          <ac:graphicFrameMkLst>
            <pc:docMk/>
            <pc:sldMk cId="1085691416" sldId="271"/>
            <ac:graphicFrameMk id="4" creationId="{5FACEBB4-547E-7F1B-2CA9-9126730FEF6E}"/>
          </ac:graphicFrameMkLst>
        </pc:graphicFrameChg>
      </pc:sldChg>
      <pc:sldChg chg="addSp delSp modSp new">
        <pc:chgData name="Musfikur Rahaman" userId="S::mrahaman@atu.edu::e2f71e0a-9e23-4ee5-8ed6-9379dcf14f3b" providerId="AD" clId="Web-{8632EB38-1663-4F97-B42C-B3B3D6D4713D}" dt="2023-03-23T18:55:30.240" v="496" actId="1076"/>
        <pc:sldMkLst>
          <pc:docMk/>
          <pc:sldMk cId="2771914409" sldId="272"/>
        </pc:sldMkLst>
        <pc:spChg chg="del">
          <ac:chgData name="Musfikur Rahaman" userId="S::mrahaman@atu.edu::e2f71e0a-9e23-4ee5-8ed6-9379dcf14f3b" providerId="AD" clId="Web-{8632EB38-1663-4F97-B42C-B3B3D6D4713D}" dt="2023-03-23T18:55:25.068" v="491"/>
          <ac:spMkLst>
            <pc:docMk/>
            <pc:sldMk cId="2771914409" sldId="272"/>
            <ac:spMk id="3" creationId="{D0F52DBB-266C-63DF-39C5-E2A9DCA21BA1}"/>
          </ac:spMkLst>
        </pc:spChg>
        <pc:picChg chg="add mod ord">
          <ac:chgData name="Musfikur Rahaman" userId="S::mrahaman@atu.edu::e2f71e0a-9e23-4ee5-8ed6-9379dcf14f3b" providerId="AD" clId="Web-{8632EB38-1663-4F97-B42C-B3B3D6D4713D}" dt="2023-03-23T18:55:30.240" v="496" actId="1076"/>
          <ac:picMkLst>
            <pc:docMk/>
            <pc:sldMk cId="2771914409" sldId="272"/>
            <ac:picMk id="4" creationId="{CD494888-91AB-1117-0901-6AA2003EC475}"/>
          </ac:picMkLst>
        </pc:picChg>
        <pc:picChg chg="add mod">
          <ac:chgData name="Musfikur Rahaman" userId="S::mrahaman@atu.edu::e2f71e0a-9e23-4ee5-8ed6-9379dcf14f3b" providerId="AD" clId="Web-{8632EB38-1663-4F97-B42C-B3B3D6D4713D}" dt="2023-03-23T18:55:29.412" v="495" actId="1076"/>
          <ac:picMkLst>
            <pc:docMk/>
            <pc:sldMk cId="2771914409" sldId="272"/>
            <ac:picMk id="5" creationId="{7A7B817F-2632-7140-7B12-0054306F4A9B}"/>
          </ac:picMkLst>
        </pc:picChg>
      </pc:sldChg>
      <pc:sldChg chg="addSp delSp modSp new">
        <pc:chgData name="Musfikur Rahaman" userId="S::mrahaman@atu.edu::e2f71e0a-9e23-4ee5-8ed6-9379dcf14f3b" providerId="AD" clId="Web-{8632EB38-1663-4F97-B42C-B3B3D6D4713D}" dt="2023-03-23T18:55:44.865" v="500" actId="1076"/>
        <pc:sldMkLst>
          <pc:docMk/>
          <pc:sldMk cId="2717047083" sldId="273"/>
        </pc:sldMkLst>
        <pc:spChg chg="del">
          <ac:chgData name="Musfikur Rahaman" userId="S::mrahaman@atu.edu::e2f71e0a-9e23-4ee5-8ed6-9379dcf14f3b" providerId="AD" clId="Web-{8632EB38-1663-4F97-B42C-B3B3D6D4713D}" dt="2023-03-23T18:55:40.678" v="497"/>
          <ac:spMkLst>
            <pc:docMk/>
            <pc:sldMk cId="2717047083" sldId="273"/>
            <ac:spMk id="3" creationId="{F7BB3D46-50D2-4CCD-6866-82145D34EADC}"/>
          </ac:spMkLst>
        </pc:spChg>
        <pc:picChg chg="add mod ord">
          <ac:chgData name="Musfikur Rahaman" userId="S::mrahaman@atu.edu::e2f71e0a-9e23-4ee5-8ed6-9379dcf14f3b" providerId="AD" clId="Web-{8632EB38-1663-4F97-B42C-B3B3D6D4713D}" dt="2023-03-23T18:55:43.584" v="499" actId="1076"/>
          <ac:picMkLst>
            <pc:docMk/>
            <pc:sldMk cId="2717047083" sldId="273"/>
            <ac:picMk id="4" creationId="{29659C1E-313E-B5A6-4E67-593DC1F3575D}"/>
          </ac:picMkLst>
        </pc:picChg>
        <pc:picChg chg="add mod">
          <ac:chgData name="Musfikur Rahaman" userId="S::mrahaman@atu.edu::e2f71e0a-9e23-4ee5-8ed6-9379dcf14f3b" providerId="AD" clId="Web-{8632EB38-1663-4F97-B42C-B3B3D6D4713D}" dt="2023-03-23T18:55:44.865" v="500" actId="1076"/>
          <ac:picMkLst>
            <pc:docMk/>
            <pc:sldMk cId="2717047083" sldId="273"/>
            <ac:picMk id="5" creationId="{B6A8BFAC-788F-B3D9-6CFC-C799E62C6A92}"/>
          </ac:picMkLst>
        </pc:picChg>
      </pc:sldChg>
    </pc:docChg>
  </pc:docChgLst>
  <pc:docChgLst>
    <pc:chgData name="Musfikur Rahaman" userId="S::mrahaman@atu.edu::e2f71e0a-9e23-4ee5-8ed6-9379dcf14f3b" providerId="AD" clId="Web-{1F1FA530-4A12-04B5-10EB-50DBF39962F0}"/>
    <pc:docChg chg="modSld">
      <pc:chgData name="Musfikur Rahaman" userId="S::mrahaman@atu.edu::e2f71e0a-9e23-4ee5-8ed6-9379dcf14f3b" providerId="AD" clId="Web-{1F1FA530-4A12-04B5-10EB-50DBF39962F0}" dt="2023-03-29T20:49:10.255" v="53" actId="20577"/>
      <pc:docMkLst>
        <pc:docMk/>
      </pc:docMkLst>
      <pc:sldChg chg="modCm">
        <pc:chgData name="Musfikur Rahaman" userId="S::mrahaman@atu.edu::e2f71e0a-9e23-4ee5-8ed6-9379dcf14f3b" providerId="AD" clId="Web-{1F1FA530-4A12-04B5-10EB-50DBF39962F0}" dt="2023-03-29T20:45:52.659" v="35"/>
        <pc:sldMkLst>
          <pc:docMk/>
          <pc:sldMk cId="109857222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usfikur Rahaman" userId="S::mrahaman@atu.edu::e2f71e0a-9e23-4ee5-8ed6-9379dcf14f3b" providerId="AD" clId="Web-{1F1FA530-4A12-04B5-10EB-50DBF39962F0}" dt="2023-03-29T20:45:52.659" v="35"/>
              <pc2:cmMkLst xmlns:pc2="http://schemas.microsoft.com/office/powerpoint/2019/9/main/command">
                <pc:docMk/>
                <pc:sldMk cId="109857222" sldId="256"/>
                <pc2:cmMk id="{BA86FAF8-9970-41D2-8718-D93F6D43D4DB}"/>
              </pc2:cmMkLst>
            </pc226:cmChg>
          </p:ext>
        </pc:extLst>
      </pc:sldChg>
      <pc:sldChg chg="modCm">
        <pc:chgData name="Musfikur Rahaman" userId="S::mrahaman@atu.edu::e2f71e0a-9e23-4ee5-8ed6-9379dcf14f3b" providerId="AD" clId="Web-{1F1FA530-4A12-04B5-10EB-50DBF39962F0}" dt="2023-03-29T20:46:06.784" v="37"/>
        <pc:sldMkLst>
          <pc:docMk/>
          <pc:sldMk cId="2628631662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usfikur Rahaman" userId="S::mrahaman@atu.edu::e2f71e0a-9e23-4ee5-8ed6-9379dcf14f3b" providerId="AD" clId="Web-{1F1FA530-4A12-04B5-10EB-50DBF39962F0}" dt="2023-03-29T20:46:06.784" v="37"/>
              <pc2:cmMkLst xmlns:pc2="http://schemas.microsoft.com/office/powerpoint/2019/9/main/command">
                <pc:docMk/>
                <pc:sldMk cId="2628631662" sldId="260"/>
                <pc2:cmMk id="{249D7D14-08C4-40F5-8D66-13B1EEF02907}"/>
              </pc2:cmMkLst>
            </pc226:cmChg>
          </p:ext>
        </pc:extLst>
      </pc:sldChg>
      <pc:sldChg chg="modSp modCm">
        <pc:chgData name="Musfikur Rahaman" userId="S::mrahaman@atu.edu::e2f71e0a-9e23-4ee5-8ed6-9379dcf14f3b" providerId="AD" clId="Web-{1F1FA530-4A12-04B5-10EB-50DBF39962F0}" dt="2023-03-29T20:46:13.300" v="38"/>
        <pc:sldMkLst>
          <pc:docMk/>
          <pc:sldMk cId="4112634525" sldId="263"/>
        </pc:sldMkLst>
        <pc:graphicFrameChg chg="mod">
          <ac:chgData name="Musfikur Rahaman" userId="S::mrahaman@atu.edu::e2f71e0a-9e23-4ee5-8ed6-9379dcf14f3b" providerId="AD" clId="Web-{1F1FA530-4A12-04B5-10EB-50DBF39962F0}" dt="2023-03-29T20:40:07.811" v="0" actId="14100"/>
          <ac:graphicFrameMkLst>
            <pc:docMk/>
            <pc:sldMk cId="4112634525" sldId="263"/>
            <ac:graphicFrameMk id="22" creationId="{4DFDEB6A-41E0-6AF2-D45B-2019C7D18F2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usfikur Rahaman" userId="S::mrahaman@atu.edu::e2f71e0a-9e23-4ee5-8ed6-9379dcf14f3b" providerId="AD" clId="Web-{1F1FA530-4A12-04B5-10EB-50DBF39962F0}" dt="2023-03-29T20:46:13.300" v="38"/>
              <pc2:cmMkLst xmlns:pc2="http://schemas.microsoft.com/office/powerpoint/2019/9/main/command">
                <pc:docMk/>
                <pc:sldMk cId="4112634525" sldId="263"/>
                <pc2:cmMk id="{212EBCC9-D3CF-454D-A180-5AFB92D71D11}"/>
              </pc2:cmMkLst>
            </pc226:cmChg>
          </p:ext>
        </pc:extLst>
      </pc:sldChg>
      <pc:sldChg chg="modCm">
        <pc:chgData name="Musfikur Rahaman" userId="S::mrahaman@atu.edu::e2f71e0a-9e23-4ee5-8ed6-9379dcf14f3b" providerId="AD" clId="Web-{1F1FA530-4A12-04B5-10EB-50DBF39962F0}" dt="2023-03-29T20:45:59.737" v="36"/>
        <pc:sldMkLst>
          <pc:docMk/>
          <pc:sldMk cId="2733802601" sldId="2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usfikur Rahaman" userId="S::mrahaman@atu.edu::e2f71e0a-9e23-4ee5-8ed6-9379dcf14f3b" providerId="AD" clId="Web-{1F1FA530-4A12-04B5-10EB-50DBF39962F0}" dt="2023-03-29T20:45:59.737" v="36"/>
              <pc2:cmMkLst xmlns:pc2="http://schemas.microsoft.com/office/powerpoint/2019/9/main/command">
                <pc:docMk/>
                <pc:sldMk cId="2733802601" sldId="268"/>
                <pc2:cmMk id="{73264343-C205-43E6-A30B-69C415B405F4}"/>
              </pc2:cmMkLst>
            </pc226:cmChg>
          </p:ext>
        </pc:extLst>
      </pc:sldChg>
      <pc:sldChg chg="addSp delSp modSp">
        <pc:chgData name="Musfikur Rahaman" userId="S::mrahaman@atu.edu::e2f71e0a-9e23-4ee5-8ed6-9379dcf14f3b" providerId="AD" clId="Web-{1F1FA530-4A12-04B5-10EB-50DBF39962F0}" dt="2023-03-29T20:44:53.221" v="34"/>
        <pc:sldMkLst>
          <pc:docMk/>
          <pc:sldMk cId="2917788106" sldId="279"/>
        </pc:sldMkLst>
        <pc:spChg chg="mod ord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2" creationId="{255E29D0-CA4A-C820-3507-37B35E9A2B16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3:57.252" v="30"/>
          <ac:spMkLst>
            <pc:docMk/>
            <pc:sldMk cId="2917788106" sldId="279"/>
            <ac:spMk id="36" creationId="{C59AB4C8-9178-4F7A-8404-6890510B5917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3:57.252" v="30"/>
          <ac:spMkLst>
            <pc:docMk/>
            <pc:sldMk cId="2917788106" sldId="279"/>
            <ac:spMk id="37" creationId="{4CFDFB37-4BC7-42C6-915D-A6609139BFE7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3:57.236" v="29"/>
          <ac:spMkLst>
            <pc:docMk/>
            <pc:sldMk cId="2917788106" sldId="279"/>
            <ac:spMk id="44" creationId="{A3363022-C969-41E9-8EB2-E4C94908C1FA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3:57.236" v="29"/>
          <ac:spMkLst>
            <pc:docMk/>
            <pc:sldMk cId="2917788106" sldId="279"/>
            <ac:spMk id="46" creationId="{8D1AD6B3-BE88-4CEB-BA17-790657CC4729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53" creationId="{A3363022-C969-41E9-8EB2-E4C94908C1FA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54" creationId="{8D1AD6B3-BE88-4CEB-BA17-790657CC4729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3"/>
          <ac:spMkLst>
            <pc:docMk/>
            <pc:sldMk cId="2917788106" sldId="279"/>
            <ac:spMk id="61" creationId="{5AE9FC70-8A26-4CF2-8E04-EBDADB8B81C4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3"/>
          <ac:spMkLst>
            <pc:docMk/>
            <pc:sldMk cId="2917788106" sldId="279"/>
            <ac:spMk id="63" creationId="{609CB703-C563-4F1F-BF28-83C06E978C4F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3"/>
          <ac:spMkLst>
            <pc:docMk/>
            <pc:sldMk cId="2917788106" sldId="279"/>
            <ac:spMk id="65" creationId="{C5CB530E-515E-412C-9DF1-5F8FFBD6F383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3"/>
          <ac:spMkLst>
            <pc:docMk/>
            <pc:sldMk cId="2917788106" sldId="279"/>
            <ac:spMk id="69" creationId="{712D4376-A578-4FF1-94FC-245E7A6A489F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4:53.221" v="33"/>
          <ac:spMkLst>
            <pc:docMk/>
            <pc:sldMk cId="2917788106" sldId="279"/>
            <ac:spMk id="71" creationId="{AEA7509D-F04F-40CB-A0B3-EEF16499CC9F}"/>
          </ac:spMkLst>
        </pc:spChg>
        <pc:spChg chg="add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73" creationId="{F12E7CC5-C78B-4EBD-9565-3FA00FAA6CF2}"/>
          </ac:spMkLst>
        </pc:spChg>
        <pc:spChg chg="add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74" creationId="{3A4529A5-F675-429F-8044-01372BB13422}"/>
          </ac:spMkLst>
        </pc:spChg>
        <pc:spChg chg="add">
          <ac:chgData name="Musfikur Rahaman" userId="S::mrahaman@atu.edu::e2f71e0a-9e23-4ee5-8ed6-9379dcf14f3b" providerId="AD" clId="Web-{1F1FA530-4A12-04B5-10EB-50DBF39962F0}" dt="2023-03-29T20:44:53.221" v="34"/>
          <ac:spMkLst>
            <pc:docMk/>
            <pc:sldMk cId="2917788106" sldId="279"/>
            <ac:spMk id="75" creationId="{63DAB858-5A0C-4AFF-AAC6-705EDF8DB733}"/>
          </ac:spMkLst>
        </pc:spChg>
        <pc:grpChg chg="add del">
          <ac:chgData name="Musfikur Rahaman" userId="S::mrahaman@atu.edu::e2f71e0a-9e23-4ee5-8ed6-9379dcf14f3b" providerId="AD" clId="Web-{1F1FA530-4A12-04B5-10EB-50DBF39962F0}" dt="2023-03-29T20:43:57.236" v="29"/>
          <ac:grpSpMkLst>
            <pc:docMk/>
            <pc:sldMk cId="2917788106" sldId="279"/>
            <ac:grpSpMk id="48" creationId="{89D1390B-7E13-4B4F-9CB2-391063412E54}"/>
          </ac:grpSpMkLst>
        </pc:grpChg>
        <pc:grpChg chg="add del">
          <ac:chgData name="Musfikur Rahaman" userId="S::mrahaman@atu.edu::e2f71e0a-9e23-4ee5-8ed6-9379dcf14f3b" providerId="AD" clId="Web-{1F1FA530-4A12-04B5-10EB-50DBF39962F0}" dt="2023-03-29T20:44:53.221" v="34"/>
          <ac:grpSpMkLst>
            <pc:docMk/>
            <pc:sldMk cId="2917788106" sldId="279"/>
            <ac:grpSpMk id="56" creationId="{89D1390B-7E13-4B4F-9CB2-391063412E54}"/>
          </ac:grpSpMkLst>
        </pc:grpChg>
        <pc:picChg chg="add del">
          <ac:chgData name="Musfikur Rahaman" userId="S::mrahaman@atu.edu::e2f71e0a-9e23-4ee5-8ed6-9379dcf14f3b" providerId="AD" clId="Web-{1F1FA530-4A12-04B5-10EB-50DBF39962F0}" dt="2023-03-29T20:43:57.236" v="29"/>
          <ac:picMkLst>
            <pc:docMk/>
            <pc:sldMk cId="2917788106" sldId="279"/>
            <ac:picMk id="41" creationId="{42A7C64B-7960-C961-190F-B78C9F53AA3A}"/>
          </ac:picMkLst>
        </pc:picChg>
        <pc:picChg chg="add mod">
          <ac:chgData name="Musfikur Rahaman" userId="S::mrahaman@atu.edu::e2f71e0a-9e23-4ee5-8ed6-9379dcf14f3b" providerId="AD" clId="Web-{1F1FA530-4A12-04B5-10EB-50DBF39962F0}" dt="2023-03-29T20:44:53.221" v="34"/>
          <ac:picMkLst>
            <pc:docMk/>
            <pc:sldMk cId="2917788106" sldId="279"/>
            <ac:picMk id="55" creationId="{D784D49E-3124-9A33-0482-8617923B7FE2}"/>
          </ac:picMkLst>
        </pc:picChg>
        <pc:cxnChg chg="add del">
          <ac:chgData name="Musfikur Rahaman" userId="S::mrahaman@atu.edu::e2f71e0a-9e23-4ee5-8ed6-9379dcf14f3b" providerId="AD" clId="Web-{1F1FA530-4A12-04B5-10EB-50DBF39962F0}" dt="2023-03-29T20:44:53.221" v="33"/>
          <ac:cxnSpMkLst>
            <pc:docMk/>
            <pc:sldMk cId="2917788106" sldId="279"/>
            <ac:cxnSpMk id="67" creationId="{56020367-4FD5-4596-8E10-C5F095CD8DBF}"/>
          </ac:cxnSpMkLst>
        </pc:cxnChg>
      </pc:sldChg>
      <pc:sldChg chg="addSp delSp modSp mod setBg">
        <pc:chgData name="Musfikur Rahaman" userId="S::mrahaman@atu.edu::e2f71e0a-9e23-4ee5-8ed6-9379dcf14f3b" providerId="AD" clId="Web-{1F1FA530-4A12-04B5-10EB-50DBF39962F0}" dt="2023-03-29T20:49:10.255" v="53" actId="20577"/>
        <pc:sldMkLst>
          <pc:docMk/>
          <pc:sldMk cId="1385927329" sldId="281"/>
        </pc:sldMkLst>
        <pc:spChg chg="mod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2" creationId="{1C2FBC65-9383-FDA3-DE50-657DCB99FC3A}"/>
          </ac:spMkLst>
        </pc:spChg>
        <pc:spChg chg="mod ord">
          <ac:chgData name="Musfikur Rahaman" userId="S::mrahaman@atu.edu::e2f71e0a-9e23-4ee5-8ed6-9379dcf14f3b" providerId="AD" clId="Web-{1F1FA530-4A12-04B5-10EB-50DBF39962F0}" dt="2023-03-29T20:49:10.255" v="53" actId="20577"/>
          <ac:spMkLst>
            <pc:docMk/>
            <pc:sldMk cId="1385927329" sldId="281"/>
            <ac:spMk id="3" creationId="{6029AC78-D54D-71A6-3D07-77F411F334EB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1:03.046" v="2"/>
          <ac:spMkLst>
            <pc:docMk/>
            <pc:sldMk cId="1385927329" sldId="281"/>
            <ac:spMk id="8" creationId="{4BC99CB9-DDAD-44A2-8A1C-E3AF4E72DF5C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1:11.906" v="4"/>
          <ac:spMkLst>
            <pc:docMk/>
            <pc:sldMk cId="1385927329" sldId="281"/>
            <ac:spMk id="18" creationId="{87BF42CA-AD55-48B4-8949-C4DCA60A6AEE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1:11.906" v="4"/>
          <ac:spMkLst>
            <pc:docMk/>
            <pc:sldMk cId="1385927329" sldId="281"/>
            <ac:spMk id="19" creationId="{66AE1D3D-3106-4CB2-AA7C-0C1642AC0F2E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1:24.718" v="8"/>
          <ac:spMkLst>
            <pc:docMk/>
            <pc:sldMk cId="1385927329" sldId="281"/>
            <ac:spMk id="21" creationId="{FA3C7DEA-BCC2-4295-8850-147993296189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1:24.718" v="8"/>
          <ac:spMkLst>
            <pc:docMk/>
            <pc:sldMk cId="1385927329" sldId="281"/>
            <ac:spMk id="22" creationId="{C289949D-B9F6-468A-86FE-2694DC5AE773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28" creationId="{E92FEB64-6EEA-4759-B4A4-BD2C1E660BA8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30" creationId="{B10BB131-AC8E-4A8E-A5D1-36260F720C3B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32" creationId="{14847E93-7DC1-4D4B-8829-B19AA7137C50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34" creationId="{5566D6E1-03A1-4D73-A4E0-35D74D568A04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36" creationId="{9F835A99-04AC-494A-A572-AFE8413CC938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38" creationId="{7B786209-1B0B-4CA9-9BDD-F7327066A84D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40" creationId="{2D2964BB-484D-45AE-AD66-D407D0629652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40.740" v="41"/>
          <ac:spMkLst>
            <pc:docMk/>
            <pc:sldMk cId="1385927329" sldId="281"/>
            <ac:spMk id="42" creationId="{6691AC69-A76E-4DAB-B565-468B6B87ACF3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47" creationId="{9D25F302-27C5-414F-97F8-6EA0A6C028BA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49" creationId="{830A36F8-48C2-4842-A87B-8CE8DF4E7FD2}"/>
          </ac:spMkLst>
        </pc:spChg>
        <pc:spChg chg="add del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51" creationId="{8F451A30-466B-4996-9BA5-CD6ABCC6D558}"/>
          </ac:spMkLst>
        </pc:spChg>
        <pc:spChg chg="add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56" creationId="{32AEEBC8-9D30-42EF-95F2-386C2653FBF0}"/>
          </ac:spMkLst>
        </pc:spChg>
        <pc:spChg chg="add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58" creationId="{3529E97A-97C3-40EA-8A04-5C02398D568F}"/>
          </ac:spMkLst>
        </pc:spChg>
        <pc:spChg chg="add">
          <ac:chgData name="Musfikur Rahaman" userId="S::mrahaman@atu.edu::e2f71e0a-9e23-4ee5-8ed6-9379dcf14f3b" providerId="AD" clId="Web-{1F1FA530-4A12-04B5-10EB-50DBF39962F0}" dt="2023-03-29T20:48:56.990" v="44"/>
          <ac:spMkLst>
            <pc:docMk/>
            <pc:sldMk cId="1385927329" sldId="281"/>
            <ac:spMk id="60" creationId="{59FA8C2E-A5A7-4490-927A-7CD58343EDBB}"/>
          </ac:spMkLst>
        </pc:spChg>
        <pc:grpChg chg="add del">
          <ac:chgData name="Musfikur Rahaman" userId="S::mrahaman@atu.edu::e2f71e0a-9e23-4ee5-8ed6-9379dcf14f3b" providerId="AD" clId="Web-{1F1FA530-4A12-04B5-10EB-50DBF39962F0}" dt="2023-03-29T20:41:03.046" v="2"/>
          <ac:grpSpMkLst>
            <pc:docMk/>
            <pc:sldMk cId="1385927329" sldId="281"/>
            <ac:grpSpMk id="10" creationId="{5C3921CD-DDE5-4B57-8FDF-B37ADE4EDAC7}"/>
          </ac:grpSpMkLst>
        </pc:grpChg>
        <pc:grpChg chg="add del">
          <ac:chgData name="Musfikur Rahaman" userId="S::mrahaman@atu.edu::e2f71e0a-9e23-4ee5-8ed6-9379dcf14f3b" providerId="AD" clId="Web-{1F1FA530-4A12-04B5-10EB-50DBF39962F0}" dt="2023-03-29T20:41:11.906" v="4"/>
          <ac:grpSpMkLst>
            <pc:docMk/>
            <pc:sldMk cId="1385927329" sldId="281"/>
            <ac:grpSpMk id="12" creationId="{0A31B6AF-B711-4CDB-8C2B-16E963DDC4C5}"/>
          </ac:grpSpMkLst>
        </pc:grpChg>
        <pc:grpChg chg="add del">
          <ac:chgData name="Musfikur Rahaman" userId="S::mrahaman@atu.edu::e2f71e0a-9e23-4ee5-8ed6-9379dcf14f3b" providerId="AD" clId="Web-{1F1FA530-4A12-04B5-10EB-50DBF39962F0}" dt="2023-03-29T20:41:24.718" v="8"/>
          <ac:grpSpMkLst>
            <pc:docMk/>
            <pc:sldMk cId="1385927329" sldId="281"/>
            <ac:grpSpMk id="23" creationId="{E4DF0958-0C87-4C28-9554-2FADC788C2B1}"/>
          </ac:grpSpMkLst>
        </pc:grpChg>
        <pc:picChg chg="add mod ord">
          <ac:chgData name="Musfikur Rahaman" userId="S::mrahaman@atu.edu::e2f71e0a-9e23-4ee5-8ed6-9379dcf14f3b" providerId="AD" clId="Web-{1F1FA530-4A12-04B5-10EB-50DBF39962F0}" dt="2023-03-29T20:48:56.990" v="44"/>
          <ac:picMkLst>
            <pc:docMk/>
            <pc:sldMk cId="1385927329" sldId="281"/>
            <ac:picMk id="4" creationId="{83CC719A-EDF1-098F-9392-815B0CFAB461}"/>
          </ac:picMkLst>
        </pc:picChg>
      </pc:sldChg>
      <pc:sldChg chg="addSp delSp modSp">
        <pc:chgData name="Musfikur Rahaman" userId="S::mrahaman@atu.edu::e2f71e0a-9e23-4ee5-8ed6-9379dcf14f3b" providerId="AD" clId="Web-{1F1FA530-4A12-04B5-10EB-50DBF39962F0}" dt="2023-03-29T20:44:24.752" v="31"/>
        <pc:sldMkLst>
          <pc:docMk/>
          <pc:sldMk cId="3059290709" sldId="282"/>
        </pc:sldMkLst>
        <pc:spChg chg="mod">
          <ac:chgData name="Musfikur Rahaman" userId="S::mrahaman@atu.edu::e2f71e0a-9e23-4ee5-8ed6-9379dcf14f3b" providerId="AD" clId="Web-{1F1FA530-4A12-04B5-10EB-50DBF39962F0}" dt="2023-03-29T20:44:24.752" v="31"/>
          <ac:spMkLst>
            <pc:docMk/>
            <pc:sldMk cId="3059290709" sldId="282"/>
            <ac:spMk id="2" creationId="{255E29D0-CA4A-C820-3507-37B35E9A2B16}"/>
          </ac:spMkLst>
        </pc:spChg>
        <pc:spChg chg="del">
          <ac:chgData name="Musfikur Rahaman" userId="S::mrahaman@atu.edu::e2f71e0a-9e23-4ee5-8ed6-9379dcf14f3b" providerId="AD" clId="Web-{1F1FA530-4A12-04B5-10EB-50DBF39962F0}" dt="2023-03-29T20:44:24.752" v="31"/>
          <ac:spMkLst>
            <pc:docMk/>
            <pc:sldMk cId="3059290709" sldId="282"/>
            <ac:spMk id="36" creationId="{C59AB4C8-9178-4F7A-8404-6890510B5917}"/>
          </ac:spMkLst>
        </pc:spChg>
        <pc:spChg chg="del">
          <ac:chgData name="Musfikur Rahaman" userId="S::mrahaman@atu.edu::e2f71e0a-9e23-4ee5-8ed6-9379dcf14f3b" providerId="AD" clId="Web-{1F1FA530-4A12-04B5-10EB-50DBF39962F0}" dt="2023-03-29T20:44:24.752" v="31"/>
          <ac:spMkLst>
            <pc:docMk/>
            <pc:sldMk cId="3059290709" sldId="282"/>
            <ac:spMk id="37" creationId="{4CFDFB37-4BC7-42C6-915D-A6609139BFE7}"/>
          </ac:spMkLst>
        </pc:spChg>
        <pc:spChg chg="add">
          <ac:chgData name="Musfikur Rahaman" userId="S::mrahaman@atu.edu::e2f71e0a-9e23-4ee5-8ed6-9379dcf14f3b" providerId="AD" clId="Web-{1F1FA530-4A12-04B5-10EB-50DBF39962F0}" dt="2023-03-29T20:44:24.752" v="31"/>
          <ac:spMkLst>
            <pc:docMk/>
            <pc:sldMk cId="3059290709" sldId="282"/>
            <ac:spMk id="44" creationId="{D4E68339-1B90-44F9-BCC4-4600A6E240A2}"/>
          </ac:spMkLst>
        </pc:spChg>
        <pc:picChg chg="add">
          <ac:chgData name="Musfikur Rahaman" userId="S::mrahaman@atu.edu::e2f71e0a-9e23-4ee5-8ed6-9379dcf14f3b" providerId="AD" clId="Web-{1F1FA530-4A12-04B5-10EB-50DBF39962F0}" dt="2023-03-29T20:44:24.752" v="31"/>
          <ac:picMkLst>
            <pc:docMk/>
            <pc:sldMk cId="3059290709" sldId="282"/>
            <ac:picMk id="41" creationId="{7DD73DEB-8A24-D90B-7090-84EF4B3AFDF8}"/>
          </ac:picMkLst>
        </pc:picChg>
      </pc:sldChg>
    </pc:docChg>
  </pc:docChgLst>
  <pc:docChgLst>
    <pc:chgData name="Musfikur Rahaman" userId="S::mrahaman@atu.edu::e2f71e0a-9e23-4ee5-8ed6-9379dcf14f3b" providerId="AD" clId="Web-{8455770C-8287-7D47-0765-CA647CB7CEEF}"/>
    <pc:docChg chg="modSld">
      <pc:chgData name="Musfikur Rahaman" userId="S::mrahaman@atu.edu::e2f71e0a-9e23-4ee5-8ed6-9379dcf14f3b" providerId="AD" clId="Web-{8455770C-8287-7D47-0765-CA647CB7CEEF}" dt="2023-03-29T20:59:50.752" v="34" actId="20577"/>
      <pc:docMkLst>
        <pc:docMk/>
      </pc:docMkLst>
      <pc:sldChg chg="addSp delSp modSp">
        <pc:chgData name="Musfikur Rahaman" userId="S::mrahaman@atu.edu::e2f71e0a-9e23-4ee5-8ed6-9379dcf14f3b" providerId="AD" clId="Web-{8455770C-8287-7D47-0765-CA647CB7CEEF}" dt="2023-03-29T20:56:05.153" v="30" actId="1076"/>
        <pc:sldMkLst>
          <pc:docMk/>
          <pc:sldMk cId="109857222" sldId="256"/>
        </pc:sldMkLst>
        <pc:picChg chg="add mod">
          <ac:chgData name="Musfikur Rahaman" userId="S::mrahaman@atu.edu::e2f71e0a-9e23-4ee5-8ed6-9379dcf14f3b" providerId="AD" clId="Web-{8455770C-8287-7D47-0765-CA647CB7CEEF}" dt="2023-03-29T20:54:50.291" v="26" actId="1076"/>
          <ac:picMkLst>
            <pc:docMk/>
            <pc:sldMk cId="109857222" sldId="256"/>
            <ac:picMk id="5" creationId="{6F2230E0-9E95-2C69-CE1C-9C64B383D8EC}"/>
          </ac:picMkLst>
        </pc:picChg>
        <pc:picChg chg="add del mod">
          <ac:chgData name="Musfikur Rahaman" userId="S::mrahaman@atu.edu::e2f71e0a-9e23-4ee5-8ed6-9379dcf14f3b" providerId="AD" clId="Web-{8455770C-8287-7D47-0765-CA647CB7CEEF}" dt="2023-03-29T20:54:39.729" v="24"/>
          <ac:picMkLst>
            <pc:docMk/>
            <pc:sldMk cId="109857222" sldId="256"/>
            <ac:picMk id="6" creationId="{EB756C7C-1B15-2420-CB44-0FF526E98E3D}"/>
          </ac:picMkLst>
        </pc:picChg>
        <pc:picChg chg="del">
          <ac:chgData name="Musfikur Rahaman" userId="S::mrahaman@atu.edu::e2f71e0a-9e23-4ee5-8ed6-9379dcf14f3b" providerId="AD" clId="Web-{8455770C-8287-7D47-0765-CA647CB7CEEF}" dt="2023-03-29T20:54:53.276" v="27"/>
          <ac:picMkLst>
            <pc:docMk/>
            <pc:sldMk cId="109857222" sldId="256"/>
            <ac:picMk id="7" creationId="{62AED5EF-B7EB-BA5A-0BFE-8ABFBA46323D}"/>
          </ac:picMkLst>
        </pc:picChg>
        <pc:picChg chg="del">
          <ac:chgData name="Musfikur Rahaman" userId="S::mrahaman@atu.edu::e2f71e0a-9e23-4ee5-8ed6-9379dcf14f3b" providerId="AD" clId="Web-{8455770C-8287-7D47-0765-CA647CB7CEEF}" dt="2023-03-29T20:54:01.087" v="20"/>
          <ac:picMkLst>
            <pc:docMk/>
            <pc:sldMk cId="109857222" sldId="256"/>
            <ac:picMk id="8" creationId="{D3B3FC5E-CE49-5AFF-BDD4-08EBC589B1C5}"/>
          </ac:picMkLst>
        </pc:picChg>
        <pc:picChg chg="add mod">
          <ac:chgData name="Musfikur Rahaman" userId="S::mrahaman@atu.edu::e2f71e0a-9e23-4ee5-8ed6-9379dcf14f3b" providerId="AD" clId="Web-{8455770C-8287-7D47-0765-CA647CB7CEEF}" dt="2023-03-29T20:56:05.153" v="30" actId="1076"/>
          <ac:picMkLst>
            <pc:docMk/>
            <pc:sldMk cId="109857222" sldId="256"/>
            <ac:picMk id="9" creationId="{6458B6ED-FDD2-3907-C767-5F7AF45EB1B0}"/>
          </ac:picMkLst>
        </pc:picChg>
      </pc:sldChg>
      <pc:sldChg chg="addSp delSp modSp">
        <pc:chgData name="Musfikur Rahaman" userId="S::mrahaman@atu.edu::e2f71e0a-9e23-4ee5-8ed6-9379dcf14f3b" providerId="AD" clId="Web-{8455770C-8287-7D47-0765-CA647CB7CEEF}" dt="2023-03-29T20:52:23.475" v="17"/>
        <pc:sldMkLst>
          <pc:docMk/>
          <pc:sldMk cId="2917788106" sldId="279"/>
        </pc:sldMkLst>
        <pc:spChg chg="mod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2" creationId="{255E29D0-CA4A-C820-3507-37B35E9A2B16}"/>
          </ac:spMkLst>
        </pc:spChg>
        <pc:spChg chg="del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73" creationId="{F12E7CC5-C78B-4EBD-9565-3FA00FAA6CF2}"/>
          </ac:spMkLst>
        </pc:spChg>
        <pc:spChg chg="del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74" creationId="{3A4529A5-F675-429F-8044-01372BB13422}"/>
          </ac:spMkLst>
        </pc:spChg>
        <pc:spChg chg="del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75" creationId="{63DAB858-5A0C-4AFF-AAC6-705EDF8DB733}"/>
          </ac:spMkLst>
        </pc:spChg>
        <pc:spChg chg="add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80" creationId="{23D09407-53BC-485E-B4CE-BC5E4FC4B25B}"/>
          </ac:spMkLst>
        </pc:spChg>
        <pc:spChg chg="add">
          <ac:chgData name="Musfikur Rahaman" userId="S::mrahaman@atu.edu::e2f71e0a-9e23-4ee5-8ed6-9379dcf14f3b" providerId="AD" clId="Web-{8455770C-8287-7D47-0765-CA647CB7CEEF}" dt="2023-03-29T20:52:23.475" v="17"/>
          <ac:spMkLst>
            <pc:docMk/>
            <pc:sldMk cId="2917788106" sldId="279"/>
            <ac:spMk id="82" creationId="{921DB988-49FC-4608-B0A2-E2F3A4019041}"/>
          </ac:spMkLst>
        </pc:spChg>
        <pc:grpChg chg="add">
          <ac:chgData name="Musfikur Rahaman" userId="S::mrahaman@atu.edu::e2f71e0a-9e23-4ee5-8ed6-9379dcf14f3b" providerId="AD" clId="Web-{8455770C-8287-7D47-0765-CA647CB7CEEF}" dt="2023-03-29T20:52:23.475" v="17"/>
          <ac:grpSpMkLst>
            <pc:docMk/>
            <pc:sldMk cId="2917788106" sldId="279"/>
            <ac:grpSpMk id="84" creationId="{E9B930FD-8671-4C4C-ADCF-73AC1D0CD417}"/>
          </ac:grpSpMkLst>
        </pc:grpChg>
        <pc:grpChg chg="add">
          <ac:chgData name="Musfikur Rahaman" userId="S::mrahaman@atu.edu::e2f71e0a-9e23-4ee5-8ed6-9379dcf14f3b" providerId="AD" clId="Web-{8455770C-8287-7D47-0765-CA647CB7CEEF}" dt="2023-03-29T20:52:23.475" v="17"/>
          <ac:grpSpMkLst>
            <pc:docMk/>
            <pc:sldMk cId="2917788106" sldId="279"/>
            <ac:grpSpMk id="90" creationId="{383C2651-AE0C-4AE4-8725-E2F9414FE219}"/>
          </ac:grpSpMkLst>
        </pc:grpChg>
        <pc:picChg chg="mod ord">
          <ac:chgData name="Musfikur Rahaman" userId="S::mrahaman@atu.edu::e2f71e0a-9e23-4ee5-8ed6-9379dcf14f3b" providerId="AD" clId="Web-{8455770C-8287-7D47-0765-CA647CB7CEEF}" dt="2023-03-29T20:52:23.475" v="17"/>
          <ac:picMkLst>
            <pc:docMk/>
            <pc:sldMk cId="2917788106" sldId="279"/>
            <ac:picMk id="55" creationId="{D784D49E-3124-9A33-0482-8617923B7FE2}"/>
          </ac:picMkLst>
        </pc:picChg>
      </pc:sldChg>
      <pc:sldChg chg="modSp">
        <pc:chgData name="Musfikur Rahaman" userId="S::mrahaman@atu.edu::e2f71e0a-9e23-4ee5-8ed6-9379dcf14f3b" providerId="AD" clId="Web-{8455770C-8287-7D47-0765-CA647CB7CEEF}" dt="2023-03-29T20:59:50.752" v="34" actId="20577"/>
        <pc:sldMkLst>
          <pc:docMk/>
          <pc:sldMk cId="4050304688" sldId="280"/>
        </pc:sldMkLst>
        <pc:graphicFrameChg chg="modGraphic">
          <ac:chgData name="Musfikur Rahaman" userId="S::mrahaman@atu.edu::e2f71e0a-9e23-4ee5-8ed6-9379dcf14f3b" providerId="AD" clId="Web-{8455770C-8287-7D47-0765-CA647CB7CEEF}" dt="2023-03-29T20:59:50.752" v="34" actId="20577"/>
          <ac:graphicFrameMkLst>
            <pc:docMk/>
            <pc:sldMk cId="4050304688" sldId="280"/>
            <ac:graphicFrameMk id="5" creationId="{DE354EC6-B6E1-FA6B-12E0-04B0F3C603B7}"/>
          </ac:graphicFrameMkLst>
        </pc:graphicFrameChg>
      </pc:sldChg>
      <pc:sldChg chg="addSp delSp modSp">
        <pc:chgData name="Musfikur Rahaman" userId="S::mrahaman@atu.edu::e2f71e0a-9e23-4ee5-8ed6-9379dcf14f3b" providerId="AD" clId="Web-{8455770C-8287-7D47-0765-CA647CB7CEEF}" dt="2023-03-29T20:52:10.100" v="16" actId="14100"/>
        <pc:sldMkLst>
          <pc:docMk/>
          <pc:sldMk cId="1385927329" sldId="281"/>
        </pc:sldMkLst>
        <pc:spChg chg="mod">
          <ac:chgData name="Musfikur Rahaman" userId="S::mrahaman@atu.edu::e2f71e0a-9e23-4ee5-8ed6-9379dcf14f3b" providerId="AD" clId="Web-{8455770C-8287-7D47-0765-CA647CB7CEEF}" dt="2023-03-29T20:51:42.240" v="11" actId="14100"/>
          <ac:spMkLst>
            <pc:docMk/>
            <pc:sldMk cId="1385927329" sldId="281"/>
            <ac:spMk id="2" creationId="{1C2FBC65-9383-FDA3-DE50-657DCB99FC3A}"/>
          </ac:spMkLst>
        </pc:spChg>
        <pc:spChg chg="mod ord">
          <ac:chgData name="Musfikur Rahaman" userId="S::mrahaman@atu.edu::e2f71e0a-9e23-4ee5-8ed6-9379dcf14f3b" providerId="AD" clId="Web-{8455770C-8287-7D47-0765-CA647CB7CEEF}" dt="2023-03-29T20:51:57.568" v="14" actId="20577"/>
          <ac:spMkLst>
            <pc:docMk/>
            <pc:sldMk cId="1385927329" sldId="281"/>
            <ac:spMk id="3" creationId="{6029AC78-D54D-71A6-3D07-77F411F334EB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98" v="6"/>
          <ac:spMkLst>
            <pc:docMk/>
            <pc:sldMk cId="1385927329" sldId="281"/>
            <ac:spMk id="56" creationId="{32AEEBC8-9D30-42EF-95F2-386C2653FBF0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98" v="6"/>
          <ac:spMkLst>
            <pc:docMk/>
            <pc:sldMk cId="1385927329" sldId="281"/>
            <ac:spMk id="58" creationId="{3529E97A-97C3-40EA-8A04-5C02398D568F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98" v="6"/>
          <ac:spMkLst>
            <pc:docMk/>
            <pc:sldMk cId="1385927329" sldId="281"/>
            <ac:spMk id="60" creationId="{59FA8C2E-A5A7-4490-927A-7CD58343EDBB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0:49.551" v="1"/>
          <ac:spMkLst>
            <pc:docMk/>
            <pc:sldMk cId="1385927329" sldId="281"/>
            <ac:spMk id="65" creationId="{2B97F24A-32CE-4C1C-A50D-3016B394DCFB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0:49.551" v="1"/>
          <ac:spMkLst>
            <pc:docMk/>
            <pc:sldMk cId="1385927329" sldId="281"/>
            <ac:spMk id="67" creationId="{CD8B4F24-440B-49E9-B85D-733523DC064B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83" v="5"/>
          <ac:spMkLst>
            <pc:docMk/>
            <pc:sldMk cId="1385927329" sldId="281"/>
            <ac:spMk id="69" creationId="{7E0162AD-C6E5-4BF8-A453-76ADB36877D3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00.567" v="3"/>
          <ac:spMkLst>
            <pc:docMk/>
            <pc:sldMk cId="1385927329" sldId="281"/>
            <ac:spMk id="72" creationId="{3BA513B0-82FF-4F41-8178-885375D1CFB5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83" v="5"/>
          <ac:spMkLst>
            <pc:docMk/>
            <pc:sldMk cId="1385927329" sldId="281"/>
            <ac:spMk id="75" creationId="{2596F992-698C-48C0-9D89-70DA4CE927EF}"/>
          </ac:spMkLst>
        </pc:spChg>
        <pc:spChg chg="add del">
          <ac:chgData name="Musfikur Rahaman" userId="S::mrahaman@atu.edu::e2f71e0a-9e23-4ee5-8ed6-9379dcf14f3b" providerId="AD" clId="Web-{8455770C-8287-7D47-0765-CA647CB7CEEF}" dt="2023-03-29T20:51:15.083" v="5"/>
          <ac:spMkLst>
            <pc:docMk/>
            <pc:sldMk cId="1385927329" sldId="281"/>
            <ac:spMk id="76" creationId="{E7BFF8DC-0AE7-4AD2-9B28-2E5F26D62C30}"/>
          </ac:spMkLst>
        </pc:spChg>
        <pc:spChg chg="add">
          <ac:chgData name="Musfikur Rahaman" userId="S::mrahaman@atu.edu::e2f71e0a-9e23-4ee5-8ed6-9379dcf14f3b" providerId="AD" clId="Web-{8455770C-8287-7D47-0765-CA647CB7CEEF}" dt="2023-03-29T20:51:15.098" v="6"/>
          <ac:spMkLst>
            <pc:docMk/>
            <pc:sldMk cId="1385927329" sldId="281"/>
            <ac:spMk id="78" creationId="{245A9F99-D9B1-4094-A2E2-B90AC1DB7B9C}"/>
          </ac:spMkLst>
        </pc:spChg>
        <pc:spChg chg="add">
          <ac:chgData name="Musfikur Rahaman" userId="S::mrahaman@atu.edu::e2f71e0a-9e23-4ee5-8ed6-9379dcf14f3b" providerId="AD" clId="Web-{8455770C-8287-7D47-0765-CA647CB7CEEF}" dt="2023-03-29T20:51:15.098" v="6"/>
          <ac:spMkLst>
            <pc:docMk/>
            <pc:sldMk cId="1385927329" sldId="281"/>
            <ac:spMk id="79" creationId="{B7FAF607-473A-4A43-A23D-BBFF5C4117BB}"/>
          </ac:spMkLst>
        </pc:spChg>
        <pc:grpChg chg="add del">
          <ac:chgData name="Musfikur Rahaman" userId="S::mrahaman@atu.edu::e2f71e0a-9e23-4ee5-8ed6-9379dcf14f3b" providerId="AD" clId="Web-{8455770C-8287-7D47-0765-CA647CB7CEEF}" dt="2023-03-29T20:51:00.567" v="3"/>
          <ac:grpSpMkLst>
            <pc:docMk/>
            <pc:sldMk cId="1385927329" sldId="281"/>
            <ac:grpSpMk id="73" creationId="{93DB8501-F9F2-4ACD-B56A-9019CD5006D6}"/>
          </ac:grpSpMkLst>
        </pc:grpChg>
        <pc:grpChg chg="add">
          <ac:chgData name="Musfikur Rahaman" userId="S::mrahaman@atu.edu::e2f71e0a-9e23-4ee5-8ed6-9379dcf14f3b" providerId="AD" clId="Web-{8455770C-8287-7D47-0765-CA647CB7CEEF}" dt="2023-03-29T20:51:15.098" v="6"/>
          <ac:grpSpMkLst>
            <pc:docMk/>
            <pc:sldMk cId="1385927329" sldId="281"/>
            <ac:grpSpMk id="80" creationId="{C5F6476F-D303-44D3-B30F-1BA348F0F64A}"/>
          </ac:grpSpMkLst>
        </pc:grpChg>
        <pc:picChg chg="mod ord">
          <ac:chgData name="Musfikur Rahaman" userId="S::mrahaman@atu.edu::e2f71e0a-9e23-4ee5-8ed6-9379dcf14f3b" providerId="AD" clId="Web-{8455770C-8287-7D47-0765-CA647CB7CEEF}" dt="2023-03-29T20:52:10.100" v="16" actId="14100"/>
          <ac:picMkLst>
            <pc:docMk/>
            <pc:sldMk cId="1385927329" sldId="281"/>
            <ac:picMk id="4" creationId="{83CC719A-EDF1-098F-9392-815B0CFAB461}"/>
          </ac:picMkLst>
        </pc:picChg>
      </pc:sldChg>
    </pc:docChg>
  </pc:docChgLst>
  <pc:docChgLst>
    <pc:chgData name="Musfikur Rahaman" userId="S::mrahaman@atu.edu::e2f71e0a-9e23-4ee5-8ed6-9379dcf14f3b" providerId="AD" clId="Web-{61E7FEC2-8393-AAB1-05C4-6065CB2271F6}"/>
    <pc:docChg chg="modSld">
      <pc:chgData name="Musfikur Rahaman" userId="S::mrahaman@atu.edu::e2f71e0a-9e23-4ee5-8ed6-9379dcf14f3b" providerId="AD" clId="Web-{61E7FEC2-8393-AAB1-05C4-6065CB2271F6}" dt="2023-03-28T17:09:46.625" v="351" actId="20577"/>
      <pc:docMkLst>
        <pc:docMk/>
      </pc:docMkLst>
      <pc:sldChg chg="addSp delSp modSp">
        <pc:chgData name="Musfikur Rahaman" userId="S::mrahaman@atu.edu::e2f71e0a-9e23-4ee5-8ed6-9379dcf14f3b" providerId="AD" clId="Web-{61E7FEC2-8393-AAB1-05C4-6065CB2271F6}" dt="2023-03-28T16:40:18.588" v="191" actId="1076"/>
        <pc:sldMkLst>
          <pc:docMk/>
          <pc:sldMk cId="109857222" sldId="256"/>
        </pc:sldMkLst>
        <pc:spChg chg="mod">
          <ac:chgData name="Musfikur Rahaman" userId="S::mrahaman@atu.edu::e2f71e0a-9e23-4ee5-8ed6-9379dcf14f3b" providerId="AD" clId="Web-{61E7FEC2-8393-AAB1-05C4-6065CB2271F6}" dt="2023-03-28T16:12:08.506" v="1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3" creationId="{00000000-0000-0000-0000-000000000000}"/>
          </ac:spMkLst>
        </pc:spChg>
        <pc:spChg chg="mod ord">
          <ac:chgData name="Musfikur Rahaman" userId="S::mrahaman@atu.edu::e2f71e0a-9e23-4ee5-8ed6-9379dcf14f3b" providerId="AD" clId="Web-{61E7FEC2-8393-AAB1-05C4-6065CB2271F6}" dt="2023-03-28T16:40:18.588" v="191" actId="1076"/>
          <ac:spMkLst>
            <pc:docMk/>
            <pc:sldMk cId="109857222" sldId="256"/>
            <ac:spMk id="4" creationId="{2D19EF6C-676C-B86D-7C39-EC4155F06424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10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12" creationId="{F68B3F68-107C-434F-AA38-110D5EA91B85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14" creationId="{AAD0DBB9-1A4B-4391-81D4-CB19F9AB918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16" creationId="{063BBA22-50EA-4C4D-BE05-F1CE4E63AA56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21" creationId="{EDDBB197-D710-4A4F-A9CA-FD2177498BE8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1:16.349" v="5"/>
          <ac:spMkLst>
            <pc:docMk/>
            <pc:sldMk cId="109857222" sldId="256"/>
            <ac:spMk id="23" creationId="{975D1CFA-2CDB-4B64-BD9F-85744E8DA12F}"/>
          </ac:spMkLst>
        </pc:spChg>
        <pc:grpChg chg="add del">
          <ac:chgData name="Musfikur Rahaman" userId="S::mrahaman@atu.edu::e2f71e0a-9e23-4ee5-8ed6-9379dcf14f3b" providerId="AD" clId="Web-{61E7FEC2-8393-AAB1-05C4-6065CB2271F6}" dt="2023-03-28T16:11:16.349" v="5"/>
          <ac:grpSpMkLst>
            <pc:docMk/>
            <pc:sldMk cId="109857222" sldId="256"/>
            <ac:grpSpMk id="25" creationId="{25EE5136-01F1-466C-962D-BA9B4C6757AA}"/>
          </ac:grpSpMkLst>
        </pc:grpChg>
        <pc:picChg chg="add del mod">
          <ac:chgData name="Musfikur Rahaman" userId="S::mrahaman@atu.edu::e2f71e0a-9e23-4ee5-8ed6-9379dcf14f3b" providerId="AD" clId="Web-{61E7FEC2-8393-AAB1-05C4-6065CB2271F6}" dt="2023-03-28T16:14:11.540" v="26"/>
          <ac:picMkLst>
            <pc:docMk/>
            <pc:sldMk cId="109857222" sldId="256"/>
            <ac:picMk id="5" creationId="{296C9B8B-77DD-5C09-50B0-9DD14C14DFF4}"/>
          </ac:picMkLst>
        </pc:picChg>
        <pc:picChg chg="add del mod">
          <ac:chgData name="Musfikur Rahaman" userId="S::mrahaman@atu.edu::e2f71e0a-9e23-4ee5-8ed6-9379dcf14f3b" providerId="AD" clId="Web-{61E7FEC2-8393-AAB1-05C4-6065CB2271F6}" dt="2023-03-28T16:14:00.196" v="24"/>
          <ac:picMkLst>
            <pc:docMk/>
            <pc:sldMk cId="109857222" sldId="256"/>
            <ac:picMk id="6" creationId="{7ABD20E2-CEB5-F22C-9F1A-31C70253669C}"/>
          </ac:picMkLst>
        </pc:picChg>
        <pc:picChg chg="add mod">
          <ac:chgData name="Musfikur Rahaman" userId="S::mrahaman@atu.edu::e2f71e0a-9e23-4ee5-8ed6-9379dcf14f3b" providerId="AD" clId="Web-{61E7FEC2-8393-AAB1-05C4-6065CB2271F6}" dt="2023-03-28T16:15:31.886" v="35" actId="14100"/>
          <ac:picMkLst>
            <pc:docMk/>
            <pc:sldMk cId="109857222" sldId="256"/>
            <ac:picMk id="7" creationId="{62AED5EF-B7EB-BA5A-0BFE-8ABFBA46323D}"/>
          </ac:picMkLst>
        </pc:picChg>
        <pc:picChg chg="add mod">
          <ac:chgData name="Musfikur Rahaman" userId="S::mrahaman@atu.edu::e2f71e0a-9e23-4ee5-8ed6-9379dcf14f3b" providerId="AD" clId="Web-{61E7FEC2-8393-AAB1-05C4-6065CB2271F6}" dt="2023-03-28T16:15:18.979" v="32" actId="14100"/>
          <ac:picMkLst>
            <pc:docMk/>
            <pc:sldMk cId="109857222" sldId="256"/>
            <ac:picMk id="8" creationId="{D3B3FC5E-CE49-5AFF-BDD4-08EBC589B1C5}"/>
          </ac:picMkLst>
        </pc:picChg>
      </pc:sldChg>
      <pc:sldChg chg="modSp">
        <pc:chgData name="Musfikur Rahaman" userId="S::mrahaman@atu.edu::e2f71e0a-9e23-4ee5-8ed6-9379dcf14f3b" providerId="AD" clId="Web-{61E7FEC2-8393-AAB1-05C4-6065CB2271F6}" dt="2023-03-28T16:54:24.559" v="256"/>
        <pc:sldMkLst>
          <pc:docMk/>
          <pc:sldMk cId="1185878961" sldId="257"/>
        </pc:sldMkLst>
        <pc:spChg chg="mod">
          <ac:chgData name="Musfikur Rahaman" userId="S::mrahaman@atu.edu::e2f71e0a-9e23-4ee5-8ed6-9379dcf14f3b" providerId="AD" clId="Web-{61E7FEC2-8393-AAB1-05C4-6065CB2271F6}" dt="2023-03-28T16:27:22.181" v="131" actId="20577"/>
          <ac:spMkLst>
            <pc:docMk/>
            <pc:sldMk cId="1185878961" sldId="257"/>
            <ac:spMk id="2" creationId="{5F2EA026-756C-D76C-EB8C-FE810E97B42D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6:54:24.559" v="256"/>
          <ac:graphicFrameMkLst>
            <pc:docMk/>
            <pc:sldMk cId="1185878961" sldId="257"/>
            <ac:graphicFrameMk id="5" creationId="{A5740960-4FD5-BCBE-D937-D8E35CB3CD9F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7:01:49.412" v="295" actId="1076"/>
        <pc:sldMkLst>
          <pc:docMk/>
          <pc:sldMk cId="1773589725" sldId="259"/>
        </pc:sldMkLst>
        <pc:spChg chg="mod">
          <ac:chgData name="Musfikur Rahaman" userId="S::mrahaman@atu.edu::e2f71e0a-9e23-4ee5-8ed6-9379dcf14f3b" providerId="AD" clId="Web-{61E7FEC2-8393-AAB1-05C4-6065CB2271F6}" dt="2023-03-28T16:27:15.259" v="130" actId="20577"/>
          <ac:spMkLst>
            <pc:docMk/>
            <pc:sldMk cId="1773589725" sldId="259"/>
            <ac:spMk id="2" creationId="{DA7F1663-F2FE-136C-F2C6-110A66D3D1B2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7:01:49.412" v="295" actId="1076"/>
          <ac:graphicFrameMkLst>
            <pc:docMk/>
            <pc:sldMk cId="1773589725" sldId="259"/>
            <ac:graphicFrameMk id="30" creationId="{2156E0B8-9F3D-E87A-6F3C-ECCE4657645C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6:20:13.251" v="68" actId="20577"/>
        <pc:sldMkLst>
          <pc:docMk/>
          <pc:sldMk cId="2628631662" sldId="260"/>
        </pc:sldMkLst>
        <pc:spChg chg="mod">
          <ac:chgData name="Musfikur Rahaman" userId="S::mrahaman@atu.edu::e2f71e0a-9e23-4ee5-8ed6-9379dcf14f3b" providerId="AD" clId="Web-{61E7FEC2-8393-AAB1-05C4-6065CB2271F6}" dt="2023-03-28T16:20:13.251" v="68" actId="20577"/>
          <ac:spMkLst>
            <pc:docMk/>
            <pc:sldMk cId="2628631662" sldId="260"/>
            <ac:spMk id="2" creationId="{806A82EF-C458-689E-8405-F34D1F7DF74D}"/>
          </ac:spMkLst>
        </pc:spChg>
      </pc:sldChg>
      <pc:sldChg chg="modSp">
        <pc:chgData name="Musfikur Rahaman" userId="S::mrahaman@atu.edu::e2f71e0a-9e23-4ee5-8ed6-9379dcf14f3b" providerId="AD" clId="Web-{61E7FEC2-8393-AAB1-05C4-6065CB2271F6}" dt="2023-03-28T16:57:35.438" v="275" actId="20577"/>
        <pc:sldMkLst>
          <pc:docMk/>
          <pc:sldMk cId="2644274556" sldId="261"/>
        </pc:sldMkLst>
        <pc:spChg chg="mod">
          <ac:chgData name="Musfikur Rahaman" userId="S::mrahaman@atu.edu::e2f71e0a-9e23-4ee5-8ed6-9379dcf14f3b" providerId="AD" clId="Web-{61E7FEC2-8393-AAB1-05C4-6065CB2271F6}" dt="2023-03-28T16:57:35.438" v="275" actId="20577"/>
          <ac:spMkLst>
            <pc:docMk/>
            <pc:sldMk cId="2644274556" sldId="261"/>
            <ac:spMk id="2" creationId="{C3C7055D-7EB4-17E4-A39A-4257C5915080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6:41:00.573" v="195" actId="20577"/>
          <ac:graphicFrameMkLst>
            <pc:docMk/>
            <pc:sldMk cId="2644274556" sldId="261"/>
            <ac:graphicFrameMk id="5" creationId="{D2153D1E-9138-5D16-D478-D3565051C0BD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6:57:31.375" v="274" actId="20577"/>
        <pc:sldMkLst>
          <pc:docMk/>
          <pc:sldMk cId="1644882386" sldId="262"/>
        </pc:sldMkLst>
        <pc:spChg chg="mod">
          <ac:chgData name="Musfikur Rahaman" userId="S::mrahaman@atu.edu::e2f71e0a-9e23-4ee5-8ed6-9379dcf14f3b" providerId="AD" clId="Web-{61E7FEC2-8393-AAB1-05C4-6065CB2271F6}" dt="2023-03-28T16:57:31.375" v="274" actId="20577"/>
          <ac:spMkLst>
            <pc:docMk/>
            <pc:sldMk cId="1644882386" sldId="262"/>
            <ac:spMk id="2" creationId="{5065F0A9-670F-2963-8CDB-96A6F118DA58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6:41:12.777" v="197" actId="20577"/>
          <ac:graphicFrameMkLst>
            <pc:docMk/>
            <pc:sldMk cId="1644882386" sldId="262"/>
            <ac:graphicFrameMk id="5" creationId="{64EB2DF9-EE9D-800E-E101-592C60C2748F}"/>
          </ac:graphicFrameMkLst>
        </pc:graphicFrameChg>
      </pc:sldChg>
      <pc:sldChg chg="addSp delSp modSp">
        <pc:chgData name="Musfikur Rahaman" userId="S::mrahaman@atu.edu::e2f71e0a-9e23-4ee5-8ed6-9379dcf14f3b" providerId="AD" clId="Web-{61E7FEC2-8393-AAB1-05C4-6065CB2271F6}" dt="2023-03-28T16:57:28.281" v="273" actId="20577"/>
        <pc:sldMkLst>
          <pc:docMk/>
          <pc:sldMk cId="4112634525" sldId="263"/>
        </pc:sldMkLst>
        <pc:spChg chg="mod">
          <ac:chgData name="Musfikur Rahaman" userId="S::mrahaman@atu.edu::e2f71e0a-9e23-4ee5-8ed6-9379dcf14f3b" providerId="AD" clId="Web-{61E7FEC2-8393-AAB1-05C4-6065CB2271F6}" dt="2023-03-28T16:57:28.281" v="273" actId="20577"/>
          <ac:spMkLst>
            <pc:docMk/>
            <pc:sldMk cId="4112634525" sldId="263"/>
            <ac:spMk id="2" creationId="{FA66516C-0C89-8D63-5A37-270CA9297583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9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11" creationId="{256B2C21-A230-48C0-8DF1-C46611373C44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13" creationId="{3847E18C-932D-4C95-AABA-FEC7C9499AD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15" creationId="{3150CB11-0C61-439E-910F-5787759E72A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17" creationId="{43F8A58B-5155-44CE-A5FF-7647B47D0A7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19" creationId="{443F2ACA-E6D6-4028-82DD-F03C262D5DE6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25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27" creationId="{F68B3F68-107C-434F-AA38-110D5EA91B85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29" creationId="{AAD0DBB9-1A4B-4391-81D4-CB19F9AB918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17.519" v="156"/>
          <ac:spMkLst>
            <pc:docMk/>
            <pc:sldMk cId="4112634525" sldId="263"/>
            <ac:spMk id="31" creationId="{063BBA22-50EA-4C4D-BE05-F1CE4E63AA56}"/>
          </ac:spMkLst>
        </pc:spChg>
        <pc:graphicFrameChg chg="add del mod">
          <ac:chgData name="Musfikur Rahaman" userId="S::mrahaman@atu.edu::e2f71e0a-9e23-4ee5-8ed6-9379dcf14f3b" providerId="AD" clId="Web-{61E7FEC2-8393-AAB1-05C4-6065CB2271F6}" dt="2023-03-28T16:37:50.398" v="163"/>
          <ac:graphicFrameMkLst>
            <pc:docMk/>
            <pc:sldMk cId="4112634525" sldId="263"/>
            <ac:graphicFrameMk id="5" creationId="{2F0CDB60-075A-F0D9-79FE-28E2FB092113}"/>
          </ac:graphicFrameMkLst>
        </pc:graphicFrameChg>
        <pc:graphicFrameChg chg="add del">
          <ac:chgData name="Musfikur Rahaman" userId="S::mrahaman@atu.edu::e2f71e0a-9e23-4ee5-8ed6-9379dcf14f3b" providerId="AD" clId="Web-{61E7FEC2-8393-AAB1-05C4-6065CB2271F6}" dt="2023-03-28T16:35:17.519" v="156"/>
          <ac:graphicFrameMkLst>
            <pc:docMk/>
            <pc:sldMk cId="4112634525" sldId="263"/>
            <ac:graphicFrameMk id="21" creationId="{961A0D73-694F-FC76-0A4B-80FE59818B01}"/>
          </ac:graphicFrameMkLst>
        </pc:graphicFrameChg>
        <pc:graphicFrameChg chg="add modGraphic">
          <ac:chgData name="Musfikur Rahaman" userId="S::mrahaman@atu.edu::e2f71e0a-9e23-4ee5-8ed6-9379dcf14f3b" providerId="AD" clId="Web-{61E7FEC2-8393-AAB1-05C4-6065CB2271F6}" dt="2023-03-28T16:41:27.402" v="199" actId="20577"/>
          <ac:graphicFrameMkLst>
            <pc:docMk/>
            <pc:sldMk cId="4112634525" sldId="263"/>
            <ac:graphicFrameMk id="22" creationId="{4DFDEB6A-41E0-6AF2-D45B-2019C7D18F27}"/>
          </ac:graphicFrameMkLst>
        </pc:graphicFrameChg>
      </pc:sldChg>
      <pc:sldChg chg="addSp delSp modSp">
        <pc:chgData name="Musfikur Rahaman" userId="S::mrahaman@atu.edu::e2f71e0a-9e23-4ee5-8ed6-9379dcf14f3b" providerId="AD" clId="Web-{61E7FEC2-8393-AAB1-05C4-6065CB2271F6}" dt="2023-03-28T16:57:20.265" v="272" actId="20577"/>
        <pc:sldMkLst>
          <pc:docMk/>
          <pc:sldMk cId="2549226573" sldId="264"/>
        </pc:sldMkLst>
        <pc:spChg chg="mod">
          <ac:chgData name="Musfikur Rahaman" userId="S::mrahaman@atu.edu::e2f71e0a-9e23-4ee5-8ed6-9379dcf14f3b" providerId="AD" clId="Web-{61E7FEC2-8393-AAB1-05C4-6065CB2271F6}" dt="2023-03-28T16:57:20.265" v="272" actId="20577"/>
          <ac:spMkLst>
            <pc:docMk/>
            <pc:sldMk cId="2549226573" sldId="264"/>
            <ac:spMk id="2" creationId="{E446D3C7-B07D-A788-BAAE-29CD48F05A2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9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11" creationId="{256B2C21-A230-48C0-8DF1-C46611373C44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13" creationId="{3847E18C-932D-4C95-AABA-FEC7C9499AD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15" creationId="{3150CB11-0C61-439E-910F-5787759E72A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17" creationId="{43F8A58B-5155-44CE-A5FF-7647B47D0A7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19" creationId="{443F2ACA-E6D6-4028-82DD-F03C262D5DE6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25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27" creationId="{F68B3F68-107C-434F-AA38-110D5EA91B85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29" creationId="{AAD0DBB9-1A4B-4391-81D4-CB19F9AB918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35:29.645" v="160"/>
          <ac:spMkLst>
            <pc:docMk/>
            <pc:sldMk cId="2549226573" sldId="264"/>
            <ac:spMk id="31" creationId="{063BBA22-50EA-4C4D-BE05-F1CE4E63AA56}"/>
          </ac:spMkLst>
        </pc:spChg>
        <pc:graphicFrameChg chg="add del mod modGraphic">
          <ac:chgData name="Musfikur Rahaman" userId="S::mrahaman@atu.edu::e2f71e0a-9e23-4ee5-8ed6-9379dcf14f3b" providerId="AD" clId="Web-{61E7FEC2-8393-AAB1-05C4-6065CB2271F6}" dt="2023-03-28T16:41:41.074" v="201" actId="20577"/>
          <ac:graphicFrameMkLst>
            <pc:docMk/>
            <pc:sldMk cId="2549226573" sldId="264"/>
            <ac:graphicFrameMk id="5" creationId="{08258097-4B15-AD08-3067-9FAECCFC3659}"/>
          </ac:graphicFrameMkLst>
        </pc:graphicFrameChg>
        <pc:graphicFrameChg chg="add del">
          <ac:chgData name="Musfikur Rahaman" userId="S::mrahaman@atu.edu::e2f71e0a-9e23-4ee5-8ed6-9379dcf14f3b" providerId="AD" clId="Web-{61E7FEC2-8393-AAB1-05C4-6065CB2271F6}" dt="2023-03-28T16:35:29.645" v="160"/>
          <ac:graphicFrameMkLst>
            <pc:docMk/>
            <pc:sldMk cId="2549226573" sldId="264"/>
            <ac:graphicFrameMk id="21" creationId="{3E23712F-807C-6367-A9A0-27C5849F7078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6:48:59.864" v="229" actId="20577"/>
        <pc:sldMkLst>
          <pc:docMk/>
          <pc:sldMk cId="602807689" sldId="266"/>
        </pc:sldMkLst>
        <pc:spChg chg="mod">
          <ac:chgData name="Musfikur Rahaman" userId="S::mrahaman@atu.edu::e2f71e0a-9e23-4ee5-8ed6-9379dcf14f3b" providerId="AD" clId="Web-{61E7FEC2-8393-AAB1-05C4-6065CB2271F6}" dt="2023-03-28T16:48:59.864" v="229" actId="20577"/>
          <ac:spMkLst>
            <pc:docMk/>
            <pc:sldMk cId="602807689" sldId="266"/>
            <ac:spMk id="9" creationId="{E1FD4C04-0DEB-5C06-070C-1754545CECE6}"/>
          </ac:spMkLst>
        </pc:spChg>
      </pc:sldChg>
      <pc:sldChg chg="addSp delSp modSp">
        <pc:chgData name="Musfikur Rahaman" userId="S::mrahaman@atu.edu::e2f71e0a-9e23-4ee5-8ed6-9379dcf14f3b" providerId="AD" clId="Web-{61E7FEC2-8393-AAB1-05C4-6065CB2271F6}" dt="2023-03-28T16:56:08.545" v="266" actId="20577"/>
        <pc:sldMkLst>
          <pc:docMk/>
          <pc:sldMk cId="3774895410" sldId="267"/>
        </pc:sldMkLst>
        <pc:spChg chg="mod">
          <ac:chgData name="Musfikur Rahaman" userId="S::mrahaman@atu.edu::e2f71e0a-9e23-4ee5-8ed6-9379dcf14f3b" providerId="AD" clId="Web-{61E7FEC2-8393-AAB1-05C4-6065CB2271F6}" dt="2023-03-28T16:56:08.545" v="266" actId="20577"/>
          <ac:spMkLst>
            <pc:docMk/>
            <pc:sldMk cId="3774895410" sldId="267"/>
            <ac:spMk id="2" creationId="{4D22D620-473C-FD3F-09B6-180DAB9F5873}"/>
          </ac:spMkLst>
        </pc:spChg>
        <pc:spChg chg="del">
          <ac:chgData name="Musfikur Rahaman" userId="S::mrahaman@atu.edu::e2f71e0a-9e23-4ee5-8ed6-9379dcf14f3b" providerId="AD" clId="Web-{61E7FEC2-8393-AAB1-05C4-6065CB2271F6}" dt="2023-03-28T16:55:09.356" v="257"/>
          <ac:spMkLst>
            <pc:docMk/>
            <pc:sldMk cId="3774895410" sldId="267"/>
            <ac:spMk id="134" creationId="{2659FDB4-FCBE-4A89-B46D-43D4FA54464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40" creationId="{BACC6370-2D7E-4714-9D71-7542949D7D5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42" creationId="{F68B3F68-107C-434F-AA38-110D5EA91B85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44" creationId="{AAD0DBB9-1A4B-4391-81D4-CB19F9AB918A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46" creationId="{063BBA22-50EA-4C4D-BE05-F1CE4E63AA56}"/>
          </ac:spMkLst>
        </pc:spChg>
        <pc:spChg chg="add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51" creationId="{BACC6370-2D7E-4714-9D71-7542949D7D5D}"/>
          </ac:spMkLst>
        </pc:spChg>
        <pc:spChg chg="add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53" creationId="{F68B3F68-107C-434F-AA38-110D5EA91B85}"/>
          </ac:spMkLst>
        </pc:spChg>
        <pc:spChg chg="add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55" creationId="{AAD0DBB9-1A4B-4391-81D4-CB19F9AB918A}"/>
          </ac:spMkLst>
        </pc:spChg>
        <pc:spChg chg="add">
          <ac:chgData name="Musfikur Rahaman" userId="S::mrahaman@atu.edu::e2f71e0a-9e23-4ee5-8ed6-9379dcf14f3b" providerId="AD" clId="Web-{61E7FEC2-8393-AAB1-05C4-6065CB2271F6}" dt="2023-03-28T16:55:46.935" v="262"/>
          <ac:spMkLst>
            <pc:docMk/>
            <pc:sldMk cId="3774895410" sldId="267"/>
            <ac:spMk id="157" creationId="{063BBA22-50EA-4C4D-BE05-F1CE4E63AA56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6:55:46.935" v="262"/>
          <ac:graphicFrameMkLst>
            <pc:docMk/>
            <pc:sldMk cId="3774895410" sldId="267"/>
            <ac:graphicFrameMk id="16" creationId="{8D3F0E71-13EC-BDBC-4C27-1CA6AA6A67A4}"/>
          </ac:graphicFrameMkLst>
        </pc:graphicFrameChg>
        <pc:cxnChg chg="del">
          <ac:chgData name="Musfikur Rahaman" userId="S::mrahaman@atu.edu::e2f71e0a-9e23-4ee5-8ed6-9379dcf14f3b" providerId="AD" clId="Web-{61E7FEC2-8393-AAB1-05C4-6065CB2271F6}" dt="2023-03-28T16:55:09.356" v="257"/>
          <ac:cxnSpMkLst>
            <pc:docMk/>
            <pc:sldMk cId="3774895410" sldId="267"/>
            <ac:cxnSpMk id="135" creationId="{C8F51B3F-8331-4E4A-AE96-D47B1006EEAD}"/>
          </ac:cxnSpMkLst>
        </pc:cxnChg>
      </pc:sldChg>
      <pc:sldChg chg="addSp delSp modSp">
        <pc:chgData name="Musfikur Rahaman" userId="S::mrahaman@atu.edu::e2f71e0a-9e23-4ee5-8ed6-9379dcf14f3b" providerId="AD" clId="Web-{61E7FEC2-8393-AAB1-05C4-6065CB2271F6}" dt="2023-03-28T17:01:17.958" v="292" actId="14100"/>
        <pc:sldMkLst>
          <pc:docMk/>
          <pc:sldMk cId="2733802601" sldId="268"/>
        </pc:sldMkLst>
        <pc:spChg chg="add del">
          <ac:chgData name="Musfikur Rahaman" userId="S::mrahaman@atu.edu::e2f71e0a-9e23-4ee5-8ed6-9379dcf14f3b" providerId="AD" clId="Web-{61E7FEC2-8393-AAB1-05C4-6065CB2271F6}" dt="2023-03-28T16:16:17.230" v="40"/>
          <ac:spMkLst>
            <pc:docMk/>
            <pc:sldMk cId="2733802601" sldId="268"/>
            <ac:spMk id="49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40"/>
          <ac:spMkLst>
            <pc:docMk/>
            <pc:sldMk cId="2733802601" sldId="268"/>
            <ac:spMk id="50" creationId="{FD073016-B734-483B-8953-5BADEE145112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40"/>
          <ac:spMkLst>
            <pc:docMk/>
            <pc:sldMk cId="2733802601" sldId="268"/>
            <ac:spMk id="51" creationId="{90A7EAB6-59D3-4325-8DE6-E0CA4009CE53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40"/>
          <ac:spMkLst>
            <pc:docMk/>
            <pc:sldMk cId="2733802601" sldId="268"/>
            <ac:spMk id="52" creationId="{A8D57A06-A426-446D-B02C-A2DC6B62E45E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39"/>
          <ac:spMkLst>
            <pc:docMk/>
            <pc:sldMk cId="2733802601" sldId="268"/>
            <ac:spMk id="56" creationId="{678B3E52-C8E4-B06E-8CBA-999EAA0C531B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3.105" v="37"/>
          <ac:spMkLst>
            <pc:docMk/>
            <pc:sldMk cId="2733802601" sldId="268"/>
            <ac:spMk id="57" creationId="{32BC26D8-82FB-445E-AA49-62A77D7C1EE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3.105" v="37"/>
          <ac:spMkLst>
            <pc:docMk/>
            <pc:sldMk cId="2733802601" sldId="268"/>
            <ac:spMk id="59" creationId="{CB44330D-EA18-4254-AA95-EB49948539B8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39"/>
          <ac:spMkLst>
            <pc:docMk/>
            <pc:sldMk cId="2733802601" sldId="268"/>
            <ac:spMk id="61" creationId="{3E23A947-2D45-4208-AE2B-64948C87A3EB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39"/>
          <ac:spMkLst>
            <pc:docMk/>
            <pc:sldMk cId="2733802601" sldId="268"/>
            <ac:spMk id="62" creationId="{E45CA849-654C-4173-AD99-B3A2528275F5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17.230" v="39"/>
          <ac:spMkLst>
            <pc:docMk/>
            <pc:sldMk cId="2733802601" sldId="268"/>
            <ac:spMk id="63" creationId="{E5BBB0F9-6A59-4D02-A9C7-A2D6516684CE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14.122" v="49"/>
          <ac:spMkLst>
            <pc:docMk/>
            <pc:sldMk cId="2733802601" sldId="268"/>
            <ac:spMk id="65" creationId="{32BC26D8-82FB-445E-AA49-62A77D7C1EE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14.122" v="49"/>
          <ac:spMkLst>
            <pc:docMk/>
            <pc:sldMk cId="2733802601" sldId="268"/>
            <ac:spMk id="66" creationId="{CB44330D-EA18-4254-AA95-EB49948539B8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71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73" creationId="{E2384209-CB15-4CDF-9D31-C44FD9A3F20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75" creationId="{2633B3B5-CC90-43F0-8714-D31D1F3F0209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77" creationId="{A8D57A06-A426-446D-B02C-A2DC6B62E45E}"/>
          </ac:spMkLst>
        </pc:spChg>
        <pc:spChg chg="add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82" creationId="{DA2E7C1E-2B5A-4BBA-AE51-1CD8C19309D7}"/>
          </ac:spMkLst>
        </pc:spChg>
        <pc:spChg chg="add">
          <ac:chgData name="Musfikur Rahaman" userId="S::mrahaman@atu.edu::e2f71e0a-9e23-4ee5-8ed6-9379dcf14f3b" providerId="AD" clId="Web-{61E7FEC2-8393-AAB1-05C4-6065CB2271F6}" dt="2023-03-28T16:51:38.711" v="242"/>
          <ac:spMkLst>
            <pc:docMk/>
            <pc:sldMk cId="2733802601" sldId="268"/>
            <ac:spMk id="84" creationId="{43DF76B1-5174-4FAF-9D19-FFEE98426836}"/>
          </ac:spMkLst>
        </pc:spChg>
        <pc:picChg chg="mod">
          <ac:chgData name="Musfikur Rahaman" userId="S::mrahaman@atu.edu::e2f71e0a-9e23-4ee5-8ed6-9379dcf14f3b" providerId="AD" clId="Web-{61E7FEC2-8393-AAB1-05C4-6065CB2271F6}" dt="2023-03-28T17:01:17.958" v="292" actId="14100"/>
          <ac:picMkLst>
            <pc:docMk/>
            <pc:sldMk cId="2733802601" sldId="268"/>
            <ac:picMk id="9" creationId="{F2A044BF-932A-9E11-80D1-28841E1E6E0D}"/>
          </ac:picMkLst>
        </pc:picChg>
      </pc:sldChg>
      <pc:sldChg chg="modSp">
        <pc:chgData name="Musfikur Rahaman" userId="S::mrahaman@atu.edu::e2f71e0a-9e23-4ee5-8ed6-9379dcf14f3b" providerId="AD" clId="Web-{61E7FEC2-8393-AAB1-05C4-6065CB2271F6}" dt="2023-03-28T16:48:55.661" v="228" actId="20577"/>
        <pc:sldMkLst>
          <pc:docMk/>
          <pc:sldMk cId="2771914409" sldId="272"/>
        </pc:sldMkLst>
        <pc:spChg chg="mod">
          <ac:chgData name="Musfikur Rahaman" userId="S::mrahaman@atu.edu::e2f71e0a-9e23-4ee5-8ed6-9379dcf14f3b" providerId="AD" clId="Web-{61E7FEC2-8393-AAB1-05C4-6065CB2271F6}" dt="2023-03-28T16:48:55.661" v="228" actId="20577"/>
          <ac:spMkLst>
            <pc:docMk/>
            <pc:sldMk cId="2771914409" sldId="272"/>
            <ac:spMk id="9" creationId="{53FD6D1A-3BD5-3DA0-E7B4-4255EDAD842A}"/>
          </ac:spMkLst>
        </pc:spChg>
      </pc:sldChg>
      <pc:sldChg chg="modSp">
        <pc:chgData name="Musfikur Rahaman" userId="S::mrahaman@atu.edu::e2f71e0a-9e23-4ee5-8ed6-9379dcf14f3b" providerId="AD" clId="Web-{61E7FEC2-8393-AAB1-05C4-6065CB2271F6}" dt="2023-03-28T16:48:51.646" v="227" actId="20577"/>
        <pc:sldMkLst>
          <pc:docMk/>
          <pc:sldMk cId="2717047083" sldId="273"/>
        </pc:sldMkLst>
        <pc:spChg chg="mod">
          <ac:chgData name="Musfikur Rahaman" userId="S::mrahaman@atu.edu::e2f71e0a-9e23-4ee5-8ed6-9379dcf14f3b" providerId="AD" clId="Web-{61E7FEC2-8393-AAB1-05C4-6065CB2271F6}" dt="2023-03-28T16:48:51.646" v="227" actId="20577"/>
          <ac:spMkLst>
            <pc:docMk/>
            <pc:sldMk cId="2717047083" sldId="273"/>
            <ac:spMk id="9" creationId="{F0623509-7EAB-CA0D-D3F2-517337442A28}"/>
          </ac:spMkLst>
        </pc:spChg>
      </pc:sldChg>
      <pc:sldChg chg="addSp delSp modSp">
        <pc:chgData name="Musfikur Rahaman" userId="S::mrahaman@atu.edu::e2f71e0a-9e23-4ee5-8ed6-9379dcf14f3b" providerId="AD" clId="Web-{61E7FEC2-8393-AAB1-05C4-6065CB2271F6}" dt="2023-03-28T17:01:11.239" v="290" actId="14100"/>
        <pc:sldMkLst>
          <pc:docMk/>
          <pc:sldMk cId="2417105150" sldId="274"/>
        </pc:sldMkLst>
        <pc:spChg chg="add del">
          <ac:chgData name="Musfikur Rahaman" userId="S::mrahaman@atu.edu::e2f71e0a-9e23-4ee5-8ed6-9379dcf14f3b" providerId="AD" clId="Web-{61E7FEC2-8393-AAB1-05C4-6065CB2271F6}" dt="2023-03-28T16:16:42.465" v="43"/>
          <ac:spMkLst>
            <pc:docMk/>
            <pc:sldMk cId="2417105150" sldId="274"/>
            <ac:spMk id="23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42.465" v="43"/>
          <ac:spMkLst>
            <pc:docMk/>
            <pc:sldMk cId="2417105150" sldId="274"/>
            <ac:spMk id="24" creationId="{E2384209-CB15-4CDF-9D31-C44FD9A3F20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42.465" v="43"/>
          <ac:spMkLst>
            <pc:docMk/>
            <pc:sldMk cId="2417105150" sldId="274"/>
            <ac:spMk id="25" creationId="{2633B3B5-CC90-43F0-8714-D31D1F3F0209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42.465" v="43"/>
          <ac:spMkLst>
            <pc:docMk/>
            <pc:sldMk cId="2417105150" sldId="274"/>
            <ac:spMk id="26" creationId="{A8D57A06-A426-446D-B02C-A2DC6B62E45E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42.465" v="42"/>
          <ac:spMkLst>
            <pc:docMk/>
            <pc:sldMk cId="2417105150" sldId="274"/>
            <ac:spMk id="31" creationId="{32BC26D8-82FB-445E-AA49-62A77D7C1EE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6:42.465" v="42"/>
          <ac:spMkLst>
            <pc:docMk/>
            <pc:sldMk cId="2417105150" sldId="274"/>
            <ac:spMk id="33" creationId="{CB44330D-EA18-4254-AA95-EB49948539B8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35" creationId="{2633B3B5-CC90-43F0-8714-D31D1F3F0209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36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37" creationId="{A8D57A06-A426-446D-B02C-A2DC6B62E45E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38" creationId="{E2384209-CB15-4CDF-9D31-C44FD9A3F20D}"/>
          </ac:spMkLst>
        </pc:spChg>
        <pc:spChg chg="add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43" creationId="{DA2E7C1E-2B5A-4BBA-AE51-1CD8C19309D7}"/>
          </ac:spMkLst>
        </pc:spChg>
        <pc:spChg chg="add">
          <ac:chgData name="Musfikur Rahaman" userId="S::mrahaman@atu.edu::e2f71e0a-9e23-4ee5-8ed6-9379dcf14f3b" providerId="AD" clId="Web-{61E7FEC2-8393-AAB1-05C4-6065CB2271F6}" dt="2023-03-28T16:51:59.509" v="243"/>
          <ac:spMkLst>
            <pc:docMk/>
            <pc:sldMk cId="2417105150" sldId="274"/>
            <ac:spMk id="45" creationId="{43DF76B1-5174-4FAF-9D19-FFEE98426836}"/>
          </ac:spMkLst>
        </pc:spChg>
        <pc:picChg chg="mod">
          <ac:chgData name="Musfikur Rahaman" userId="S::mrahaman@atu.edu::e2f71e0a-9e23-4ee5-8ed6-9379dcf14f3b" providerId="AD" clId="Web-{61E7FEC2-8393-AAB1-05C4-6065CB2271F6}" dt="2023-03-28T17:01:11.239" v="290" actId="14100"/>
          <ac:picMkLst>
            <pc:docMk/>
            <pc:sldMk cId="2417105150" sldId="274"/>
            <ac:picMk id="4" creationId="{FF5C2DDF-426E-4E54-B9C8-BBEC4FA4C5CF}"/>
          </ac:picMkLst>
        </pc:picChg>
      </pc:sldChg>
      <pc:sldChg chg="addSp delSp modSp">
        <pc:chgData name="Musfikur Rahaman" userId="S::mrahaman@atu.edu::e2f71e0a-9e23-4ee5-8ed6-9379dcf14f3b" providerId="AD" clId="Web-{61E7FEC2-8393-AAB1-05C4-6065CB2271F6}" dt="2023-03-28T17:01:30.083" v="294" actId="14100"/>
        <pc:sldMkLst>
          <pc:docMk/>
          <pc:sldMk cId="4011583339" sldId="275"/>
        </pc:sldMkLst>
        <pc:spChg chg="add del">
          <ac:chgData name="Musfikur Rahaman" userId="S::mrahaman@atu.edu::e2f71e0a-9e23-4ee5-8ed6-9379dcf14f3b" providerId="AD" clId="Web-{61E7FEC2-8393-AAB1-05C4-6065CB2271F6}" dt="2023-03-28T16:17:08.794" v="48"/>
          <ac:spMkLst>
            <pc:docMk/>
            <pc:sldMk cId="4011583339" sldId="275"/>
            <ac:spMk id="20" creationId="{2215C6C6-E45C-4179-9FC1-E8A4C1D4743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8.794" v="48"/>
          <ac:spMkLst>
            <pc:docMk/>
            <pc:sldMk cId="4011583339" sldId="275"/>
            <ac:spMk id="26" creationId="{3776B14B-F2F4-4825-8DA8-8C7A0F2B396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1.950" v="45"/>
          <ac:spMkLst>
            <pc:docMk/>
            <pc:sldMk cId="4011583339" sldId="275"/>
            <ac:spMk id="31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1.950" v="45"/>
          <ac:spMkLst>
            <pc:docMk/>
            <pc:sldMk cId="4011583339" sldId="275"/>
            <ac:spMk id="33" creationId="{E2384209-CB15-4CDF-9D31-C44FD9A3F20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1.950" v="45"/>
          <ac:spMkLst>
            <pc:docMk/>
            <pc:sldMk cId="4011583339" sldId="275"/>
            <ac:spMk id="35" creationId="{2633B3B5-CC90-43F0-8714-D31D1F3F0209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1.950" v="45"/>
          <ac:spMkLst>
            <pc:docMk/>
            <pc:sldMk cId="4011583339" sldId="275"/>
            <ac:spMk id="37" creationId="{A8D57A06-A426-446D-B02C-A2DC6B62E45E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8.794" v="47"/>
          <ac:spMkLst>
            <pc:docMk/>
            <pc:sldMk cId="4011583339" sldId="275"/>
            <ac:spMk id="39" creationId="{32BC26D8-82FB-445E-AA49-62A77D7C1EE0}"/>
          </ac:spMkLst>
        </pc:spChg>
        <pc:spChg chg="add del">
          <ac:chgData name="Musfikur Rahaman" userId="S::mrahaman@atu.edu::e2f71e0a-9e23-4ee5-8ed6-9379dcf14f3b" providerId="AD" clId="Web-{61E7FEC2-8393-AAB1-05C4-6065CB2271F6}" dt="2023-03-28T16:17:08.794" v="47"/>
          <ac:spMkLst>
            <pc:docMk/>
            <pc:sldMk cId="4011583339" sldId="275"/>
            <ac:spMk id="40" creationId="{CB44330D-EA18-4254-AA95-EB49948539B8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42" creationId="{AB8C311F-7253-4AED-9701-7FC0708C41C7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43" creationId="{E2384209-CB15-4CDF-9D31-C44FD9A3F20D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44" creationId="{2633B3B5-CC90-43F0-8714-D31D1F3F0209}"/>
          </ac:spMkLst>
        </pc:spChg>
        <pc:spChg chg="add del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45" creationId="{A8D57A06-A426-446D-B02C-A2DC6B62E45E}"/>
          </ac:spMkLst>
        </pc:spChg>
        <pc:spChg chg="add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50" creationId="{DA2E7C1E-2B5A-4BBA-AE51-1CD8C19309D7}"/>
          </ac:spMkLst>
        </pc:spChg>
        <pc:spChg chg="add">
          <ac:chgData name="Musfikur Rahaman" userId="S::mrahaman@atu.edu::e2f71e0a-9e23-4ee5-8ed6-9379dcf14f3b" providerId="AD" clId="Web-{61E7FEC2-8393-AAB1-05C4-6065CB2271F6}" dt="2023-03-28T16:52:03.337" v="244"/>
          <ac:spMkLst>
            <pc:docMk/>
            <pc:sldMk cId="4011583339" sldId="275"/>
            <ac:spMk id="52" creationId="{43DF76B1-5174-4FAF-9D19-FFEE98426836}"/>
          </ac:spMkLst>
        </pc:spChg>
        <pc:grpChg chg="add del">
          <ac:chgData name="Musfikur Rahaman" userId="S::mrahaman@atu.edu::e2f71e0a-9e23-4ee5-8ed6-9379dcf14f3b" providerId="AD" clId="Web-{61E7FEC2-8393-AAB1-05C4-6065CB2271F6}" dt="2023-03-28T16:17:08.794" v="48"/>
          <ac:grpSpMkLst>
            <pc:docMk/>
            <pc:sldMk cId="4011583339" sldId="275"/>
            <ac:grpSpMk id="22" creationId="{5FE9FE4C-C9E0-4C54-8010-EA9D29CD4D59}"/>
          </ac:grpSpMkLst>
        </pc:grpChg>
        <pc:picChg chg="mod">
          <ac:chgData name="Musfikur Rahaman" userId="S::mrahaman@atu.edu::e2f71e0a-9e23-4ee5-8ed6-9379dcf14f3b" providerId="AD" clId="Web-{61E7FEC2-8393-AAB1-05C4-6065CB2271F6}" dt="2023-03-28T17:01:30.083" v="294" actId="14100"/>
          <ac:picMkLst>
            <pc:docMk/>
            <pc:sldMk cId="4011583339" sldId="275"/>
            <ac:picMk id="4" creationId="{CD0321C0-F905-8135-48E3-D7AAA11FF0E4}"/>
          </ac:picMkLst>
        </pc:picChg>
      </pc:sldChg>
      <pc:sldChg chg="addSp delSp modSp">
        <pc:chgData name="Musfikur Rahaman" userId="S::mrahaman@atu.edu::e2f71e0a-9e23-4ee5-8ed6-9379dcf14f3b" providerId="AD" clId="Web-{61E7FEC2-8393-AAB1-05C4-6065CB2271F6}" dt="2023-03-28T16:58:51.642" v="283"/>
        <pc:sldMkLst>
          <pc:docMk/>
          <pc:sldMk cId="1510487195" sldId="277"/>
        </pc:sldMkLst>
        <pc:spChg chg="mod">
          <ac:chgData name="Musfikur Rahaman" userId="S::mrahaman@atu.edu::e2f71e0a-9e23-4ee5-8ed6-9379dcf14f3b" providerId="AD" clId="Web-{61E7FEC2-8393-AAB1-05C4-6065CB2271F6}" dt="2023-03-28T16:58:51.642" v="283"/>
          <ac:spMkLst>
            <pc:docMk/>
            <pc:sldMk cId="1510487195" sldId="277"/>
            <ac:spMk id="5" creationId="{9D1BD2C2-D8F2-6AC9-D491-7277E2DC0F89}"/>
          </ac:spMkLst>
        </pc:spChg>
        <pc:spChg chg="del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29" creationId="{35DB3719-6FDC-4E5D-891D-FF40B7300F64}"/>
          </ac:spMkLst>
        </pc:spChg>
        <pc:spChg chg="del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31" creationId="{E0CBAC23-2E3F-4A90-BA59-F8299F6A5439}"/>
          </ac:spMkLst>
        </pc:spChg>
        <pc:spChg chg="add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36" creationId="{BACC6370-2D7E-4714-9D71-7542949D7D5D}"/>
          </ac:spMkLst>
        </pc:spChg>
        <pc:spChg chg="add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38" creationId="{F68B3F68-107C-434F-AA38-110D5EA91B85}"/>
          </ac:spMkLst>
        </pc:spChg>
        <pc:spChg chg="add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40" creationId="{AAD0DBB9-1A4B-4391-81D4-CB19F9AB918A}"/>
          </ac:spMkLst>
        </pc:spChg>
        <pc:spChg chg="add">
          <ac:chgData name="Musfikur Rahaman" userId="S::mrahaman@atu.edu::e2f71e0a-9e23-4ee5-8ed6-9379dcf14f3b" providerId="AD" clId="Web-{61E7FEC2-8393-AAB1-05C4-6065CB2271F6}" dt="2023-03-28T16:58:00.719" v="276"/>
          <ac:spMkLst>
            <pc:docMk/>
            <pc:sldMk cId="1510487195" sldId="277"/>
            <ac:spMk id="42" creationId="{063BBA22-50EA-4C4D-BE05-F1CE4E63AA56}"/>
          </ac:spMkLst>
        </pc:spChg>
        <pc:graphicFrameChg chg="mod modGraphic">
          <ac:chgData name="Musfikur Rahaman" userId="S::mrahaman@atu.edu::e2f71e0a-9e23-4ee5-8ed6-9379dcf14f3b" providerId="AD" clId="Web-{61E7FEC2-8393-AAB1-05C4-6065CB2271F6}" dt="2023-03-28T16:58:26.689" v="279" actId="14100"/>
          <ac:graphicFrameMkLst>
            <pc:docMk/>
            <pc:sldMk cId="1510487195" sldId="277"/>
            <ac:graphicFrameMk id="14" creationId="{CDE114E9-120E-3D4E-82E7-84C15D4B5BBE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6:24:15.725" v="104" actId="14100"/>
        <pc:sldMkLst>
          <pc:docMk/>
          <pc:sldMk cId="4225854283" sldId="278"/>
        </pc:sldMkLst>
        <pc:spChg chg="mod">
          <ac:chgData name="Musfikur Rahaman" userId="S::mrahaman@atu.edu::e2f71e0a-9e23-4ee5-8ed6-9379dcf14f3b" providerId="AD" clId="Web-{61E7FEC2-8393-AAB1-05C4-6065CB2271F6}" dt="2023-03-28T16:24:15.725" v="104" actId="14100"/>
          <ac:spMkLst>
            <pc:docMk/>
            <pc:sldMk cId="4225854283" sldId="278"/>
            <ac:spMk id="2" creationId="{5EA228BA-CCB6-CFF8-097C-8E23F03C67EB}"/>
          </ac:spMkLst>
        </pc:spChg>
      </pc:sldChg>
      <pc:sldChg chg="modSp">
        <pc:chgData name="Musfikur Rahaman" userId="S::mrahaman@atu.edu::e2f71e0a-9e23-4ee5-8ed6-9379dcf14f3b" providerId="AD" clId="Web-{61E7FEC2-8393-AAB1-05C4-6065CB2271F6}" dt="2023-03-28T16:26:02.133" v="121" actId="20577"/>
        <pc:sldMkLst>
          <pc:docMk/>
          <pc:sldMk cId="2917788106" sldId="279"/>
        </pc:sldMkLst>
        <pc:spChg chg="mod">
          <ac:chgData name="Musfikur Rahaman" userId="S::mrahaman@atu.edu::e2f71e0a-9e23-4ee5-8ed6-9379dcf14f3b" providerId="AD" clId="Web-{61E7FEC2-8393-AAB1-05C4-6065CB2271F6}" dt="2023-03-28T16:26:02.133" v="121" actId="20577"/>
          <ac:spMkLst>
            <pc:docMk/>
            <pc:sldMk cId="2917788106" sldId="279"/>
            <ac:spMk id="2" creationId="{255E29D0-CA4A-C820-3507-37B35E9A2B16}"/>
          </ac:spMkLst>
        </pc:spChg>
      </pc:sldChg>
      <pc:sldChg chg="addSp delSp modSp mod setBg">
        <pc:chgData name="Musfikur Rahaman" userId="S::mrahaman@atu.edu::e2f71e0a-9e23-4ee5-8ed6-9379dcf14f3b" providerId="AD" clId="Web-{61E7FEC2-8393-AAB1-05C4-6065CB2271F6}" dt="2023-03-28T17:00:13.285" v="288" actId="20577"/>
        <pc:sldMkLst>
          <pc:docMk/>
          <pc:sldMk cId="4050304688" sldId="280"/>
        </pc:sldMkLst>
        <pc:spChg chg="mod">
          <ac:chgData name="Musfikur Rahaman" userId="S::mrahaman@atu.edu::e2f71e0a-9e23-4ee5-8ed6-9379dcf14f3b" providerId="AD" clId="Web-{61E7FEC2-8393-AAB1-05C4-6065CB2271F6}" dt="2023-03-28T17:00:13.285" v="288" actId="20577"/>
          <ac:spMkLst>
            <pc:docMk/>
            <pc:sldMk cId="4050304688" sldId="280"/>
            <ac:spMk id="2" creationId="{75AFE630-C0DC-AD73-5755-C1E0EB456002}"/>
          </ac:spMkLst>
        </pc:spChg>
        <pc:spChg chg="del mod">
          <ac:chgData name="Musfikur Rahaman" userId="S::mrahaman@atu.edu::e2f71e0a-9e23-4ee5-8ed6-9379dcf14f3b" providerId="AD" clId="Web-{61E7FEC2-8393-AAB1-05C4-6065CB2271F6}" dt="2023-03-28T16:59:55.050" v="284"/>
          <ac:spMkLst>
            <pc:docMk/>
            <pc:sldMk cId="4050304688" sldId="280"/>
            <ac:spMk id="3" creationId="{73F8A5E8-929E-4AEC-6F6B-DE947072C12E}"/>
          </ac:spMkLst>
        </pc:spChg>
        <pc:spChg chg="add">
          <ac:chgData name="Musfikur Rahaman" userId="S::mrahaman@atu.edu::e2f71e0a-9e23-4ee5-8ed6-9379dcf14f3b" providerId="AD" clId="Web-{61E7FEC2-8393-AAB1-05C4-6065CB2271F6}" dt="2023-03-28T16:59:55.050" v="284"/>
          <ac:spMkLst>
            <pc:docMk/>
            <pc:sldMk cId="4050304688" sldId="280"/>
            <ac:spMk id="9" creationId="{BACC6370-2D7E-4714-9D71-7542949D7D5D}"/>
          </ac:spMkLst>
        </pc:spChg>
        <pc:spChg chg="add">
          <ac:chgData name="Musfikur Rahaman" userId="S::mrahaman@atu.edu::e2f71e0a-9e23-4ee5-8ed6-9379dcf14f3b" providerId="AD" clId="Web-{61E7FEC2-8393-AAB1-05C4-6065CB2271F6}" dt="2023-03-28T16:59:55.050" v="284"/>
          <ac:spMkLst>
            <pc:docMk/>
            <pc:sldMk cId="4050304688" sldId="280"/>
            <ac:spMk id="11" creationId="{F68B3F68-107C-434F-AA38-110D5EA91B85}"/>
          </ac:spMkLst>
        </pc:spChg>
        <pc:spChg chg="add">
          <ac:chgData name="Musfikur Rahaman" userId="S::mrahaman@atu.edu::e2f71e0a-9e23-4ee5-8ed6-9379dcf14f3b" providerId="AD" clId="Web-{61E7FEC2-8393-AAB1-05C4-6065CB2271F6}" dt="2023-03-28T16:59:55.050" v="284"/>
          <ac:spMkLst>
            <pc:docMk/>
            <pc:sldMk cId="4050304688" sldId="280"/>
            <ac:spMk id="13" creationId="{AAD0DBB9-1A4B-4391-81D4-CB19F9AB918A}"/>
          </ac:spMkLst>
        </pc:spChg>
        <pc:spChg chg="add">
          <ac:chgData name="Musfikur Rahaman" userId="S::mrahaman@atu.edu::e2f71e0a-9e23-4ee5-8ed6-9379dcf14f3b" providerId="AD" clId="Web-{61E7FEC2-8393-AAB1-05C4-6065CB2271F6}" dt="2023-03-28T16:59:55.050" v="284"/>
          <ac:spMkLst>
            <pc:docMk/>
            <pc:sldMk cId="4050304688" sldId="280"/>
            <ac:spMk id="15" creationId="{063BBA22-50EA-4C4D-BE05-F1CE4E63AA56}"/>
          </ac:spMkLst>
        </pc:spChg>
        <pc:graphicFrameChg chg="add">
          <ac:chgData name="Musfikur Rahaman" userId="S::mrahaman@atu.edu::e2f71e0a-9e23-4ee5-8ed6-9379dcf14f3b" providerId="AD" clId="Web-{61E7FEC2-8393-AAB1-05C4-6065CB2271F6}" dt="2023-03-28T16:59:55.050" v="284"/>
          <ac:graphicFrameMkLst>
            <pc:docMk/>
            <pc:sldMk cId="4050304688" sldId="280"/>
            <ac:graphicFrameMk id="5" creationId="{DE354EC6-B6E1-FA6B-12E0-04B0F3C603B7}"/>
          </ac:graphicFrameMkLst>
        </pc:graphicFrameChg>
      </pc:sldChg>
      <pc:sldChg chg="modSp">
        <pc:chgData name="Musfikur Rahaman" userId="S::mrahaman@atu.edu::e2f71e0a-9e23-4ee5-8ed6-9379dcf14f3b" providerId="AD" clId="Web-{61E7FEC2-8393-AAB1-05C4-6065CB2271F6}" dt="2023-03-28T17:09:46.625" v="351" actId="20577"/>
        <pc:sldMkLst>
          <pc:docMk/>
          <pc:sldMk cId="1385927329" sldId="281"/>
        </pc:sldMkLst>
        <pc:spChg chg="mod">
          <ac:chgData name="Musfikur Rahaman" userId="S::mrahaman@atu.edu::e2f71e0a-9e23-4ee5-8ed6-9379dcf14f3b" providerId="AD" clId="Web-{61E7FEC2-8393-AAB1-05C4-6065CB2271F6}" dt="2023-03-28T16:24:54.741" v="111" actId="20577"/>
          <ac:spMkLst>
            <pc:docMk/>
            <pc:sldMk cId="1385927329" sldId="281"/>
            <ac:spMk id="2" creationId="{1C2FBC65-9383-FDA3-DE50-657DCB99FC3A}"/>
          </ac:spMkLst>
        </pc:spChg>
        <pc:spChg chg="mod">
          <ac:chgData name="Musfikur Rahaman" userId="S::mrahaman@atu.edu::e2f71e0a-9e23-4ee5-8ed6-9379dcf14f3b" providerId="AD" clId="Web-{61E7FEC2-8393-AAB1-05C4-6065CB2271F6}" dt="2023-03-28T17:09:46.625" v="351" actId="20577"/>
          <ac:spMkLst>
            <pc:docMk/>
            <pc:sldMk cId="1385927329" sldId="281"/>
            <ac:spMk id="3" creationId="{6029AC78-D54D-71A6-3D07-77F411F334EB}"/>
          </ac:spMkLst>
        </pc:spChg>
      </pc:sldChg>
      <pc:sldChg chg="addSp delSp modSp">
        <pc:chgData name="Musfikur Rahaman" userId="S::mrahaman@atu.edu::e2f71e0a-9e23-4ee5-8ed6-9379dcf14f3b" providerId="AD" clId="Web-{61E7FEC2-8393-AAB1-05C4-6065CB2271F6}" dt="2023-03-28T17:08:23.935" v="315" actId="1076"/>
        <pc:sldMkLst>
          <pc:docMk/>
          <pc:sldMk cId="3059290709" sldId="282"/>
        </pc:sldMkLst>
        <pc:spChg chg="mod">
          <ac:chgData name="Musfikur Rahaman" userId="S::mrahaman@atu.edu::e2f71e0a-9e23-4ee5-8ed6-9379dcf14f3b" providerId="AD" clId="Web-{61E7FEC2-8393-AAB1-05C4-6065CB2271F6}" dt="2023-03-28T17:08:23.935" v="315" actId="1076"/>
          <ac:spMkLst>
            <pc:docMk/>
            <pc:sldMk cId="3059290709" sldId="282"/>
            <ac:spMk id="2" creationId="{255E29D0-CA4A-C820-3507-37B35E9A2B16}"/>
          </ac:spMkLst>
        </pc:spChg>
        <pc:picChg chg="add del mod ord">
          <ac:chgData name="Musfikur Rahaman" userId="S::mrahaman@atu.edu::e2f71e0a-9e23-4ee5-8ed6-9379dcf14f3b" providerId="AD" clId="Web-{61E7FEC2-8393-AAB1-05C4-6065CB2271F6}" dt="2023-03-28T17:06:26.558" v="307"/>
          <ac:picMkLst>
            <pc:docMk/>
            <pc:sldMk cId="3059290709" sldId="282"/>
            <ac:picMk id="3" creationId="{F2701479-28FD-1D4D-D0D4-844D44AD0836}"/>
          </ac:picMkLst>
        </pc:picChg>
        <pc:picChg chg="add del mod">
          <ac:chgData name="Musfikur Rahaman" userId="S::mrahaman@atu.edu::e2f71e0a-9e23-4ee5-8ed6-9379dcf14f3b" providerId="AD" clId="Web-{61E7FEC2-8393-AAB1-05C4-6065CB2271F6}" dt="2023-03-28T17:08:10.232" v="313"/>
          <ac:picMkLst>
            <pc:docMk/>
            <pc:sldMk cId="3059290709" sldId="282"/>
            <ac:picMk id="4" creationId="{CCE8AF18-D1F9-D219-5DF1-3923582C0430}"/>
          </ac:picMkLst>
        </pc:picChg>
        <pc:picChg chg="del">
          <ac:chgData name="Musfikur Rahaman" userId="S::mrahaman@atu.edu::e2f71e0a-9e23-4ee5-8ed6-9379dcf14f3b" providerId="AD" clId="Web-{61E7FEC2-8393-AAB1-05C4-6065CB2271F6}" dt="2023-03-28T17:06:32.496" v="308"/>
          <ac:picMkLst>
            <pc:docMk/>
            <pc:sldMk cId="3059290709" sldId="282"/>
            <ac:picMk id="38" creationId="{CD84666C-A52E-AAEE-78C2-9CFE68F82571}"/>
          </ac:picMkLst>
        </pc:picChg>
      </pc:sldChg>
    </pc:docChg>
  </pc:docChgLst>
  <pc:docChgLst>
    <pc:chgData name="Robin Ghosh" userId="S::rghosh@atu.edu::cea01928-5504-4796-84c1-be75077cd5de" providerId="AD" clId="Web-{EF1FEF10-AC58-6EF6-4455-C6C4DD390680}"/>
    <pc:docChg chg="modSld">
      <pc:chgData name="Robin Ghosh" userId="S::rghosh@atu.edu::cea01928-5504-4796-84c1-be75077cd5de" providerId="AD" clId="Web-{EF1FEF10-AC58-6EF6-4455-C6C4DD390680}" dt="2023-03-27T15:12:09.741" v="49" actId="1076"/>
      <pc:docMkLst>
        <pc:docMk/>
      </pc:docMkLst>
      <pc:sldChg chg="modSp">
        <pc:chgData name="Robin Ghosh" userId="S::rghosh@atu.edu::cea01928-5504-4796-84c1-be75077cd5de" providerId="AD" clId="Web-{EF1FEF10-AC58-6EF6-4455-C6C4DD390680}" dt="2023-03-27T15:12:09.741" v="49" actId="1076"/>
        <pc:sldMkLst>
          <pc:docMk/>
          <pc:sldMk cId="1385927329" sldId="281"/>
        </pc:sldMkLst>
        <pc:spChg chg="mod">
          <ac:chgData name="Robin Ghosh" userId="S::rghosh@atu.edu::cea01928-5504-4796-84c1-be75077cd5de" providerId="AD" clId="Web-{EF1FEF10-AC58-6EF6-4455-C6C4DD390680}" dt="2023-03-27T15:12:09.741" v="49" actId="1076"/>
          <ac:spMkLst>
            <pc:docMk/>
            <pc:sldMk cId="1385927329" sldId="281"/>
            <ac:spMk id="3" creationId="{6029AC78-D54D-71A6-3D07-77F411F334EB}"/>
          </ac:spMkLst>
        </pc:spChg>
      </pc:sldChg>
    </pc:docChg>
  </pc:docChgLst>
  <pc:docChgLst>
    <pc:chgData name="Indira Dutta" userId="S::idutta@atu.edu::169f0f1a-b84a-40ea-b661-85fd7da660e0" providerId="AD" clId="Web-{038E336E-3268-3B6C-68BC-D2DF14080EC1}"/>
    <pc:docChg chg="mod">
      <pc:chgData name="Indira Dutta" userId="S::idutta@atu.edu::169f0f1a-b84a-40ea-b661-85fd7da660e0" providerId="AD" clId="Web-{038E336E-3268-3B6C-68BC-D2DF14080EC1}" dt="2023-03-27T16:16:51.082" v="1"/>
      <pc:docMkLst>
        <pc:docMk/>
      </pc:docMkLst>
      <pc:sldChg chg="addCm">
        <pc:chgData name="Indira Dutta" userId="S::idutta@atu.edu::169f0f1a-b84a-40ea-b661-85fd7da660e0" providerId="AD" clId="Web-{038E336E-3268-3B6C-68BC-D2DF14080EC1}" dt="2023-03-27T16:16:51.082" v="1"/>
        <pc:sldMkLst>
          <pc:docMk/>
          <pc:sldMk cId="4112634525" sldId="26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ndira Dutta" userId="S::idutta@atu.edu::169f0f1a-b84a-40ea-b661-85fd7da660e0" providerId="AD" clId="Web-{038E336E-3268-3B6C-68BC-D2DF14080EC1}" dt="2023-03-27T16:16:51.082" v="1"/>
              <pc2:cmMkLst xmlns:pc2="http://schemas.microsoft.com/office/powerpoint/2019/9/main/command">
                <pc:docMk/>
                <pc:sldMk cId="4112634525" sldId="263"/>
                <pc2:cmMk id="{212EBCC9-D3CF-454D-A180-5AFB92D71D11}"/>
              </pc2:cmMkLst>
            </pc226:cmChg>
          </p:ext>
        </pc:extLst>
      </pc:sldChg>
    </pc:docChg>
  </pc:docChgLst>
  <pc:docChgLst>
    <pc:chgData name="Musfikur Rahaman" userId="S::mrahaman@atu.edu::e2f71e0a-9e23-4ee5-8ed6-9379dcf14f3b" providerId="AD" clId="Web-{0214257D-3891-92A7-FC64-B6590F04B27A}"/>
    <pc:docChg chg="addSld delSld modSld">
      <pc:chgData name="Musfikur Rahaman" userId="S::mrahaman@atu.edu::e2f71e0a-9e23-4ee5-8ed6-9379dcf14f3b" providerId="AD" clId="Web-{0214257D-3891-92A7-FC64-B6590F04B27A}" dt="2023-03-25T04:19:29.001" v="475" actId="20577"/>
      <pc:docMkLst>
        <pc:docMk/>
      </pc:docMkLst>
      <pc:sldChg chg="addSp delSp modSp mod setBg">
        <pc:chgData name="Musfikur Rahaman" userId="S::mrahaman@atu.edu::e2f71e0a-9e23-4ee5-8ed6-9379dcf14f3b" providerId="AD" clId="Web-{0214257D-3891-92A7-FC64-B6590F04B27A}" dt="2023-03-24T16:23:58.139" v="101" actId="20577"/>
        <pc:sldMkLst>
          <pc:docMk/>
          <pc:sldMk cId="109857222" sldId="256"/>
        </pc:sldMkLst>
        <pc:spChg chg="mo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Musfikur Rahaman" userId="S::mrahaman@atu.edu::e2f71e0a-9e23-4ee5-8ed6-9379dcf14f3b" providerId="AD" clId="Web-{0214257D-3891-92A7-FC64-B6590F04B27A}" dt="2023-03-24T16:23:58.139" v="101" actId="20577"/>
          <ac:spMkLst>
            <pc:docMk/>
            <pc:sldMk cId="109857222" sldId="256"/>
            <ac:spMk id="4" creationId="{2D19EF6C-676C-B86D-7C39-EC4155F0642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5:21.354" v="56"/>
          <ac:spMkLst>
            <pc:docMk/>
            <pc:sldMk cId="109857222" sldId="256"/>
            <ac:spMk id="9" creationId="{428D436F-9ACD-4C92-AFC8-C934C527A6A4}"/>
          </ac:spMkLst>
        </pc:spChg>
        <pc:spChg chg="ad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10" creationId="{BACC6370-2D7E-4714-9D71-7542949D7D5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5:21.354" v="56"/>
          <ac:spMkLst>
            <pc:docMk/>
            <pc:sldMk cId="109857222" sldId="256"/>
            <ac:spMk id="11" creationId="{090538E0-A884-4E60-A6AB-77D830E2FCED}"/>
          </ac:spMkLst>
        </pc:spChg>
        <pc:spChg chg="ad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12" creationId="{F68B3F68-107C-434F-AA38-110D5EA91B85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5:21.354" v="56"/>
          <ac:spMkLst>
            <pc:docMk/>
            <pc:sldMk cId="109857222" sldId="256"/>
            <ac:spMk id="13" creationId="{DB0D7DD0-1C67-4D4C-9E06-678233DB8468}"/>
          </ac:spMkLst>
        </pc:spChg>
        <pc:spChg chg="ad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14" creationId="{AAD0DBB9-1A4B-4391-81D4-CB19F9AB918A}"/>
          </ac:spMkLst>
        </pc:spChg>
        <pc:spChg chg="add">
          <ac:chgData name="Musfikur Rahaman" userId="S::mrahaman@atu.edu::e2f71e0a-9e23-4ee5-8ed6-9379dcf14f3b" providerId="AD" clId="Web-{0214257D-3891-92A7-FC64-B6590F04B27A}" dt="2023-03-24T16:15:21.370" v="57"/>
          <ac:spMkLst>
            <pc:docMk/>
            <pc:sldMk cId="109857222" sldId="256"/>
            <ac:spMk id="16" creationId="{063BBA22-50EA-4C4D-BE05-F1CE4E63AA56}"/>
          </ac:spMkLst>
        </pc:spChg>
      </pc:sldChg>
      <pc:sldChg chg="addSp delSp modSp mod setBg">
        <pc:chgData name="Musfikur Rahaman" userId="S::mrahaman@atu.edu::e2f71e0a-9e23-4ee5-8ed6-9379dcf14f3b" providerId="AD" clId="Web-{0214257D-3891-92A7-FC64-B6590F04B27A}" dt="2023-03-24T16:29:46.480" v="117" actId="14100"/>
        <pc:sldMkLst>
          <pc:docMk/>
          <pc:sldMk cId="1185878961" sldId="257"/>
        </pc:sldMkLst>
        <pc:spChg chg="mo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2" creationId="{5F2EA026-756C-D76C-EB8C-FE810E97B42D}"/>
          </ac:spMkLst>
        </pc:spChg>
        <pc:spChg chg="del mo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3" creationId="{F3B8DA5E-7AD3-CDB7-ECDF-670A4E5C5D4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8" creationId="{DEE2AD96-B495-4E06-9291-B71706F728CB}"/>
          </ac:spMkLst>
        </pc:spChg>
        <pc:spChg chg="ad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9" creationId="{BACC6370-2D7E-4714-9D71-7542949D7D5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10" creationId="{53CF6D67-C5A8-4ADD-9E8E-1E38CA1D3166}"/>
          </ac:spMkLst>
        </pc:spChg>
        <pc:spChg chg="ad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11" creationId="{F68B3F68-107C-434F-AA38-110D5EA91B85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12" creationId="{86909FA0-B515-4681-B7A8-FA281D133B94}"/>
          </ac:spMkLst>
        </pc:spChg>
        <pc:spChg chg="ad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13" creationId="{AAD0DBB9-1A4B-4391-81D4-CB19F9AB918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14" creationId="{21C9FE86-FCC3-4A31-AA1C-C882262B7FE7}"/>
          </ac:spMkLst>
        </pc:spChg>
        <pc:spChg chg="add">
          <ac:chgData name="Musfikur Rahaman" userId="S::mrahaman@atu.edu::e2f71e0a-9e23-4ee5-8ed6-9379dcf14f3b" providerId="AD" clId="Web-{0214257D-3891-92A7-FC64-B6590F04B27A}" dt="2023-03-24T16:29:32.886" v="115"/>
          <ac:spMkLst>
            <pc:docMk/>
            <pc:sldMk cId="1185878961" sldId="257"/>
            <ac:spMk id="15" creationId="{063BBA22-50EA-4C4D-BE05-F1CE4E63AA5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16" creationId="{7D96243B-ECED-4B71-8E06-AE9A285EAD2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9:32.855" v="114"/>
          <ac:spMkLst>
            <pc:docMk/>
            <pc:sldMk cId="1185878961" sldId="257"/>
            <ac:spMk id="18" creationId="{A09989E4-EFDC-4A90-A633-E0525FB4139E}"/>
          </ac:spMkLst>
        </pc:spChg>
        <pc:graphicFrameChg chg="add mod">
          <ac:chgData name="Musfikur Rahaman" userId="S::mrahaman@atu.edu::e2f71e0a-9e23-4ee5-8ed6-9379dcf14f3b" providerId="AD" clId="Web-{0214257D-3891-92A7-FC64-B6590F04B27A}" dt="2023-03-24T16:29:46.480" v="117" actId="14100"/>
          <ac:graphicFrameMkLst>
            <pc:docMk/>
            <pc:sldMk cId="1185878961" sldId="257"/>
            <ac:graphicFrameMk id="5" creationId="{A5740960-4FD5-BCBE-D937-D8E35CB3CD9F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6:33:44.677" v="130"/>
        <pc:sldMkLst>
          <pc:docMk/>
          <pc:sldMk cId="1773589725" sldId="259"/>
        </pc:sldMkLst>
        <pc:spChg chg="mod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2" creationId="{DA7F1663-F2FE-136C-F2C6-110A66D3D1B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68" v="120"/>
          <ac:spMkLst>
            <pc:docMk/>
            <pc:sldMk cId="1773589725" sldId="259"/>
            <ac:spMk id="3" creationId="{BE5C5DD5-4853-12C9-B08D-45F35EE625D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9" creationId="{BACC6370-2D7E-4714-9D71-7542949D7D5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11" creationId="{256B2C21-A230-48C0-8DF1-C46611373C4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13" creationId="{3847E18C-932D-4C95-AABA-FEC7C9499AD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15" creationId="{3150CB11-0C61-439E-910F-5787759E72A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17" creationId="{43F8A58B-5155-44CE-A5FF-7647B47D0A7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1:20.937" v="119"/>
          <ac:spMkLst>
            <pc:docMk/>
            <pc:sldMk cId="1773589725" sldId="259"/>
            <ac:spMk id="19" creationId="{443F2ACA-E6D6-4028-82DD-F03C262D5DE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24" creationId="{345A976A-8DE3-4B67-B94B-2044FDD1289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25" creationId="{6EAAA1B9-2DDB-49C9-A037-A523D2F13C15}"/>
          </ac:spMkLst>
        </pc:spChg>
        <pc:spChg chg="add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35" creationId="{BACC6370-2D7E-4714-9D71-7542949D7D5D}"/>
          </ac:spMkLst>
        </pc:spChg>
        <pc:spChg chg="add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37" creationId="{F68B3F68-107C-434F-AA38-110D5EA91B85}"/>
          </ac:spMkLst>
        </pc:spChg>
        <pc:spChg chg="add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39" creationId="{AAD0DBB9-1A4B-4391-81D4-CB19F9AB918A}"/>
          </ac:spMkLst>
        </pc:spChg>
        <pc:spChg chg="add">
          <ac:chgData name="Musfikur Rahaman" userId="S::mrahaman@atu.edu::e2f71e0a-9e23-4ee5-8ed6-9379dcf14f3b" providerId="AD" clId="Web-{0214257D-3891-92A7-FC64-B6590F04B27A}" dt="2023-03-24T16:33:44.677" v="130"/>
          <ac:spMkLst>
            <pc:docMk/>
            <pc:sldMk cId="1773589725" sldId="259"/>
            <ac:spMk id="41" creationId="{063BBA22-50EA-4C4D-BE05-F1CE4E63AA56}"/>
          </ac:spMkLst>
        </pc:spChg>
        <pc:grpChg chg="add del">
          <ac:chgData name="Musfikur Rahaman" userId="S::mrahaman@atu.edu::e2f71e0a-9e23-4ee5-8ed6-9379dcf14f3b" providerId="AD" clId="Web-{0214257D-3891-92A7-FC64-B6590F04B27A}" dt="2023-03-24T16:33:44.677" v="130"/>
          <ac:grpSpMkLst>
            <pc:docMk/>
            <pc:sldMk cId="1773589725" sldId="259"/>
            <ac:grpSpMk id="26" creationId="{B441F8D5-EBCE-4FB9-91A9-3425971C1F99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33:44.677" v="130"/>
          <ac:grpSpMkLst>
            <pc:docMk/>
            <pc:sldMk cId="1773589725" sldId="259"/>
            <ac:grpSpMk id="29" creationId="{08701F99-7E4C-4B92-A4B5-307CDFB7A4DE}"/>
          </ac:grpSpMkLst>
        </pc:grpChg>
        <pc:graphicFrameChg chg="add del">
          <ac:chgData name="Musfikur Rahaman" userId="S::mrahaman@atu.edu::e2f71e0a-9e23-4ee5-8ed6-9379dcf14f3b" providerId="AD" clId="Web-{0214257D-3891-92A7-FC64-B6590F04B27A}" dt="2023-03-24T16:31:20.937" v="119"/>
          <ac:graphicFrameMkLst>
            <pc:docMk/>
            <pc:sldMk cId="1773589725" sldId="259"/>
            <ac:graphicFrameMk id="5" creationId="{2C628047-D782-DF5F-32A5-DA97A19B3594}"/>
          </ac:graphicFrameMkLst>
        </pc:graphicFrameChg>
        <pc:graphicFrameChg chg="add mod modGraphic">
          <ac:chgData name="Musfikur Rahaman" userId="S::mrahaman@atu.edu::e2f71e0a-9e23-4ee5-8ed6-9379dcf14f3b" providerId="AD" clId="Web-{0214257D-3891-92A7-FC64-B6590F04B27A}" dt="2023-03-24T16:33:44.677" v="130"/>
          <ac:graphicFrameMkLst>
            <pc:docMk/>
            <pc:sldMk cId="1773589725" sldId="259"/>
            <ac:graphicFrameMk id="30" creationId="{2156E0B8-9F3D-E87A-6F3C-ECCE4657645C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6:37:09.731" v="206"/>
        <pc:sldMkLst>
          <pc:docMk/>
          <pc:sldMk cId="2628631662" sldId="260"/>
        </pc:sldMkLst>
        <pc:spChg chg="mo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2" creationId="{806A82EF-C458-689E-8405-F34D1F7DF74D}"/>
          </ac:spMkLst>
        </pc:spChg>
        <pc:spChg chg="del mod">
          <ac:chgData name="Musfikur Rahaman" userId="S::mrahaman@atu.edu::e2f71e0a-9e23-4ee5-8ed6-9379dcf14f3b" providerId="AD" clId="Web-{0214257D-3891-92A7-FC64-B6590F04B27A}" dt="2023-03-24T16:36:34.386" v="199"/>
          <ac:spMkLst>
            <pc:docMk/>
            <pc:sldMk cId="2628631662" sldId="260"/>
            <ac:spMk id="3" creationId="{A3AAC36B-5D4D-D883-FA12-05C5A63B388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7" creationId="{0E30439A-8A5B-46EC-8283-9B6B031D40D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57.653" v="203"/>
          <ac:spMkLst>
            <pc:docMk/>
            <pc:sldMk cId="2628631662" sldId="260"/>
            <ac:spMk id="8" creationId="{6CCA5F87-1D1E-45CB-8D83-FC7EEFAD9935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9" creationId="{5CEAD642-85CF-4750-8432-7C80C901F00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57.653" v="203"/>
          <ac:spMkLst>
            <pc:docMk/>
            <pc:sldMk cId="2628631662" sldId="260"/>
            <ac:spMk id="10" creationId="{7CCFC2C6-6238-4A2F-93DE-2ADF74AF635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11" creationId="{FA33EEAE-15D5-4119-8C1E-89D943F911E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57.653" v="203"/>
          <ac:spMkLst>
            <pc:docMk/>
            <pc:sldMk cId="2628631662" sldId="260"/>
            <ac:spMk id="12" creationId="{AF2F604E-43BE-4DC3-B983-E071523364F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13" creationId="{730D8B3B-9B80-4025-B934-26DC7D7CD23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57.653" v="203"/>
          <ac:spMkLst>
            <pc:docMk/>
            <pc:sldMk cId="2628631662" sldId="260"/>
            <ac:spMk id="14" creationId="{08C9B587-E65E-4B52-B37C-ABEBB6E8792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15" creationId="{B5A1B09C-1565-46F8-B70F-621C5EB48A0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16" creationId="{55550980-2AB6-4DE5-86DD-064ADF160E4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17" creationId="{8C516CC8-80AC-446C-A56E-9F54B721040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18" creationId="{EDF4B167-8E82-4458-AE55-88B683EBF69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6:45.168" v="201"/>
          <ac:spMkLst>
            <pc:docMk/>
            <pc:sldMk cId="2628631662" sldId="260"/>
            <ac:spMk id="19" creationId="{53947E58-F088-49F1-A3D1-DEA690192E8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20" creationId="{55993D72-5628-4E5E-BB9F-96066414EEF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21" creationId="{736CAB1F-557E-4FA4-81CC-DC491EF8344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22" creationId="{AA065953-3D69-4CD4-80C3-DF10DEB4C76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23" creationId="{2AB36DB5-F10D-4EDB-87E2-ECB9301FFC6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7:09.716" v="205"/>
          <ac:spMkLst>
            <pc:docMk/>
            <pc:sldMk cId="2628631662" sldId="260"/>
            <ac:spMk id="24" creationId="{446F195D-95DC-419E-BBC1-E2B601A6067B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27" creationId="{577D6B2E-37A3-429E-A37C-F30ED6487282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28" creationId="{5CEAD642-85CF-4750-8432-7C80C901F001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29" creationId="{FA33EEAE-15D5-4119-8C1E-89D943F911EF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30" creationId="{730D8B3B-9B80-4025-B934-26DC7D7CD231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31" creationId="{1064D5D5-227B-4F66-9AEA-46F570E793BD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32" creationId="{646B67A4-D328-4747-A82B-65E84FA46368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33" creationId="{B5A1B09C-1565-46F8-B70F-621C5EB48A09}"/>
          </ac:spMkLst>
        </pc:spChg>
        <pc:spChg chg="add">
          <ac:chgData name="Musfikur Rahaman" userId="S::mrahaman@atu.edu::e2f71e0a-9e23-4ee5-8ed6-9379dcf14f3b" providerId="AD" clId="Web-{0214257D-3891-92A7-FC64-B6590F04B27A}" dt="2023-03-24T16:37:09.731" v="206"/>
          <ac:spMkLst>
            <pc:docMk/>
            <pc:sldMk cId="2628631662" sldId="260"/>
            <ac:spMk id="34" creationId="{8C516CC8-80AC-446C-A56E-9F54B7210402}"/>
          </ac:spMkLst>
        </pc:spChg>
        <pc:picChg chg="add del">
          <ac:chgData name="Musfikur Rahaman" userId="S::mrahaman@atu.edu::e2f71e0a-9e23-4ee5-8ed6-9379dcf14f3b" providerId="AD" clId="Web-{0214257D-3891-92A7-FC64-B6590F04B27A}" dt="2023-03-24T16:36:57.653" v="203"/>
          <ac:picMkLst>
            <pc:docMk/>
            <pc:sldMk cId="2628631662" sldId="260"/>
            <ac:picMk id="4" creationId="{CD9F85A2-AD3C-1CBA-BDB4-48B85EF71AF2}"/>
          </ac:picMkLst>
        </pc:picChg>
        <pc:picChg chg="add del">
          <ac:chgData name="Musfikur Rahaman" userId="S::mrahaman@atu.edu::e2f71e0a-9e23-4ee5-8ed6-9379dcf14f3b" providerId="AD" clId="Web-{0214257D-3891-92A7-FC64-B6590F04B27A}" dt="2023-03-24T16:37:09.716" v="205"/>
          <ac:picMkLst>
            <pc:docMk/>
            <pc:sldMk cId="2628631662" sldId="260"/>
            <ac:picMk id="25" creationId="{D818CAF0-EF38-8682-5C33-2BA6C06AA15E}"/>
          </ac:picMkLst>
        </pc:picChg>
      </pc:sldChg>
      <pc:sldChg chg="addSp delSp modSp mod setBg">
        <pc:chgData name="Musfikur Rahaman" userId="S::mrahaman@atu.edu::e2f71e0a-9e23-4ee5-8ed6-9379dcf14f3b" providerId="AD" clId="Web-{0214257D-3891-92A7-FC64-B6590F04B27A}" dt="2023-03-25T04:17:46.170" v="465" actId="20577"/>
        <pc:sldMkLst>
          <pc:docMk/>
          <pc:sldMk cId="2644274556" sldId="261"/>
        </pc:sldMkLst>
        <pc:spChg chg="mod">
          <ac:chgData name="Musfikur Rahaman" userId="S::mrahaman@atu.edu::e2f71e0a-9e23-4ee5-8ed6-9379dcf14f3b" providerId="AD" clId="Web-{0214257D-3891-92A7-FC64-B6590F04B27A}" dt="2023-03-25T04:17:46.170" v="465" actId="20577"/>
          <ac:spMkLst>
            <pc:docMk/>
            <pc:sldMk cId="2644274556" sldId="261"/>
            <ac:spMk id="2" creationId="{C3C7055D-7EB4-17E4-A39A-4257C5915080}"/>
          </ac:spMkLst>
        </pc:spChg>
        <pc:spChg chg="del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3" creationId="{4E18C6F0-FC1F-D8C4-84AD-50BC24D9B437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9" creationId="{BACC6370-2D7E-4714-9D71-7542949D7D5D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11" creationId="{256B2C21-A230-48C0-8DF1-C46611373C44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13" creationId="{3847E18C-932D-4C95-AABA-FEC7C9499AD7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15" creationId="{3150CB11-0C61-439E-910F-5787759E72A0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17" creationId="{43F8A58B-5155-44CE-A5FF-7647B47D0A7A}"/>
          </ac:spMkLst>
        </pc:spChg>
        <pc:spChg chg="add">
          <ac:chgData name="Musfikur Rahaman" userId="S::mrahaman@atu.edu::e2f71e0a-9e23-4ee5-8ed6-9379dcf14f3b" providerId="AD" clId="Web-{0214257D-3891-92A7-FC64-B6590F04B27A}" dt="2023-03-24T16:39:06.580" v="207"/>
          <ac:spMkLst>
            <pc:docMk/>
            <pc:sldMk cId="2644274556" sldId="261"/>
            <ac:spMk id="19" creationId="{443F2ACA-E6D6-4028-82DD-F03C262D5DE6}"/>
          </ac:spMkLst>
        </pc:spChg>
        <pc:graphicFrameChg chg="add">
          <ac:chgData name="Musfikur Rahaman" userId="S::mrahaman@atu.edu::e2f71e0a-9e23-4ee5-8ed6-9379dcf14f3b" providerId="AD" clId="Web-{0214257D-3891-92A7-FC64-B6590F04B27A}" dt="2023-03-24T16:39:06.580" v="207"/>
          <ac:graphicFrameMkLst>
            <pc:docMk/>
            <pc:sldMk cId="2644274556" sldId="261"/>
            <ac:graphicFrameMk id="5" creationId="{D2153D1E-9138-5D16-D478-D3565051C0BD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5T04:18:56.344" v="468" actId="20577"/>
        <pc:sldMkLst>
          <pc:docMk/>
          <pc:sldMk cId="1644882386" sldId="262"/>
        </pc:sldMkLst>
        <pc:spChg chg="mod">
          <ac:chgData name="Musfikur Rahaman" userId="S::mrahaman@atu.edu::e2f71e0a-9e23-4ee5-8ed6-9379dcf14f3b" providerId="AD" clId="Web-{0214257D-3891-92A7-FC64-B6590F04B27A}" dt="2023-03-25T04:18:56.344" v="468" actId="20577"/>
          <ac:spMkLst>
            <pc:docMk/>
            <pc:sldMk cId="1644882386" sldId="262"/>
            <ac:spMk id="2" creationId="{5065F0A9-670F-2963-8CDB-96A6F118DA58}"/>
          </ac:spMkLst>
        </pc:spChg>
        <pc:spChg chg="del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3" creationId="{32C6908D-2924-EA3A-1F7C-3E86EBD4D5EC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9" creationId="{BACC6370-2D7E-4714-9D71-7542949D7D5D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11" creationId="{256B2C21-A230-48C0-8DF1-C46611373C44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13" creationId="{3847E18C-932D-4C95-AABA-FEC7C9499AD7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15" creationId="{3150CB11-0C61-439E-910F-5787759E72A0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17" creationId="{43F8A58B-5155-44CE-A5FF-7647B47D0A7A}"/>
          </ac:spMkLst>
        </pc:spChg>
        <pc:spChg chg="add">
          <ac:chgData name="Musfikur Rahaman" userId="S::mrahaman@atu.edu::e2f71e0a-9e23-4ee5-8ed6-9379dcf14f3b" providerId="AD" clId="Web-{0214257D-3891-92A7-FC64-B6590F04B27A}" dt="2023-03-24T16:39:52.566" v="208"/>
          <ac:spMkLst>
            <pc:docMk/>
            <pc:sldMk cId="1644882386" sldId="262"/>
            <ac:spMk id="19" creationId="{443F2ACA-E6D6-4028-82DD-F03C262D5DE6}"/>
          </ac:spMkLst>
        </pc:spChg>
        <pc:graphicFrameChg chg="add">
          <ac:chgData name="Musfikur Rahaman" userId="S::mrahaman@atu.edu::e2f71e0a-9e23-4ee5-8ed6-9379dcf14f3b" providerId="AD" clId="Web-{0214257D-3891-92A7-FC64-B6590F04B27A}" dt="2023-03-24T16:39:52.566" v="208"/>
          <ac:graphicFrameMkLst>
            <pc:docMk/>
            <pc:sldMk cId="1644882386" sldId="262"/>
            <ac:graphicFrameMk id="5" creationId="{64EB2DF9-EE9D-800E-E101-592C60C2748F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5T04:19:08.922" v="473" actId="20577"/>
        <pc:sldMkLst>
          <pc:docMk/>
          <pc:sldMk cId="4112634525" sldId="263"/>
        </pc:sldMkLst>
        <pc:spChg chg="mod">
          <ac:chgData name="Musfikur Rahaman" userId="S::mrahaman@atu.edu::e2f71e0a-9e23-4ee5-8ed6-9379dcf14f3b" providerId="AD" clId="Web-{0214257D-3891-92A7-FC64-B6590F04B27A}" dt="2023-03-25T04:19:08.922" v="473" actId="20577"/>
          <ac:spMkLst>
            <pc:docMk/>
            <pc:sldMk cId="4112634525" sldId="263"/>
            <ac:spMk id="2" creationId="{FA66516C-0C89-8D63-5A37-270CA9297583}"/>
          </ac:spMkLst>
        </pc:spChg>
        <pc:spChg chg="del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3" creationId="{0BA57127-46EF-032E-1909-3D4F45279F3A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9" creationId="{BACC6370-2D7E-4714-9D71-7542949D7D5D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11" creationId="{256B2C21-A230-48C0-8DF1-C46611373C44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13" creationId="{3847E18C-932D-4C95-AABA-FEC7C9499AD7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15" creationId="{3150CB11-0C61-439E-910F-5787759E72A0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17" creationId="{43F8A58B-5155-44CE-A5FF-7647B47D0A7A}"/>
          </ac:spMkLst>
        </pc:spChg>
        <pc:spChg chg="add">
          <ac:chgData name="Musfikur Rahaman" userId="S::mrahaman@atu.edu::e2f71e0a-9e23-4ee5-8ed6-9379dcf14f3b" providerId="AD" clId="Web-{0214257D-3891-92A7-FC64-B6590F04B27A}" dt="2023-03-24T16:40:23.348" v="209"/>
          <ac:spMkLst>
            <pc:docMk/>
            <pc:sldMk cId="4112634525" sldId="263"/>
            <ac:spMk id="19" creationId="{443F2ACA-E6D6-4028-82DD-F03C262D5DE6}"/>
          </ac:spMkLst>
        </pc:spChg>
        <pc:graphicFrameChg chg="add">
          <ac:chgData name="Musfikur Rahaman" userId="S::mrahaman@atu.edu::e2f71e0a-9e23-4ee5-8ed6-9379dcf14f3b" providerId="AD" clId="Web-{0214257D-3891-92A7-FC64-B6590F04B27A}" dt="2023-03-24T16:40:23.348" v="209"/>
          <ac:graphicFrameMkLst>
            <pc:docMk/>
            <pc:sldMk cId="4112634525" sldId="263"/>
            <ac:graphicFrameMk id="5" creationId="{2F0CDB60-075A-F0D9-79FE-28E2FB092113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5T04:19:29.001" v="475" actId="20577"/>
        <pc:sldMkLst>
          <pc:docMk/>
          <pc:sldMk cId="2549226573" sldId="264"/>
        </pc:sldMkLst>
        <pc:spChg chg="mod">
          <ac:chgData name="Musfikur Rahaman" userId="S::mrahaman@atu.edu::e2f71e0a-9e23-4ee5-8ed6-9379dcf14f3b" providerId="AD" clId="Web-{0214257D-3891-92A7-FC64-B6590F04B27A}" dt="2023-03-25T04:19:29.001" v="475" actId="20577"/>
          <ac:spMkLst>
            <pc:docMk/>
            <pc:sldMk cId="2549226573" sldId="264"/>
            <ac:spMk id="2" creationId="{E446D3C7-B07D-A788-BAAE-29CD48F05A2A}"/>
          </ac:spMkLst>
        </pc:spChg>
        <pc:spChg chg="del mo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3" creationId="{B111B09B-2200-3FF4-C763-83E32CD10536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9" creationId="{BACC6370-2D7E-4714-9D71-7542949D7D5D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11" creationId="{256B2C21-A230-48C0-8DF1-C46611373C44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13" creationId="{3847E18C-932D-4C95-AABA-FEC7C9499AD7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15" creationId="{3150CB11-0C61-439E-910F-5787759E72A0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17" creationId="{43F8A58B-5155-44CE-A5FF-7647B47D0A7A}"/>
          </ac:spMkLst>
        </pc:spChg>
        <pc:spChg chg="add">
          <ac:chgData name="Musfikur Rahaman" userId="S::mrahaman@atu.edu::e2f71e0a-9e23-4ee5-8ed6-9379dcf14f3b" providerId="AD" clId="Web-{0214257D-3891-92A7-FC64-B6590F04B27A}" dt="2023-03-24T16:40:37.224" v="210"/>
          <ac:spMkLst>
            <pc:docMk/>
            <pc:sldMk cId="2549226573" sldId="264"/>
            <ac:spMk id="19" creationId="{443F2ACA-E6D6-4028-82DD-F03C262D5DE6}"/>
          </ac:spMkLst>
        </pc:spChg>
        <pc:graphicFrameChg chg="add">
          <ac:chgData name="Musfikur Rahaman" userId="S::mrahaman@atu.edu::e2f71e0a-9e23-4ee5-8ed6-9379dcf14f3b" providerId="AD" clId="Web-{0214257D-3891-92A7-FC64-B6590F04B27A}" dt="2023-03-24T16:40:37.224" v="210"/>
          <ac:graphicFrameMkLst>
            <pc:docMk/>
            <pc:sldMk cId="2549226573" sldId="264"/>
            <ac:graphicFrameMk id="5" creationId="{08258097-4B15-AD08-3067-9FAECCFC3659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7:03:27.291" v="435" actId="20577"/>
        <pc:sldMkLst>
          <pc:docMk/>
          <pc:sldMk cId="602807689" sldId="266"/>
        </pc:sldMkLst>
        <pc:spChg chg="del mod">
          <ac:chgData name="Musfikur Rahaman" userId="S::mrahaman@atu.edu::e2f71e0a-9e23-4ee5-8ed6-9379dcf14f3b" providerId="AD" clId="Web-{0214257D-3891-92A7-FC64-B6590F04B27A}" dt="2023-03-24T16:47:51.412" v="279"/>
          <ac:spMkLst>
            <pc:docMk/>
            <pc:sldMk cId="602807689" sldId="266"/>
            <ac:spMk id="2" creationId="{E783A42E-B9BA-CE46-956C-D0589173175C}"/>
          </ac:spMkLst>
        </pc:spChg>
        <pc:spChg chg="add mod">
          <ac:chgData name="Musfikur Rahaman" userId="S::mrahaman@atu.edu::e2f71e0a-9e23-4ee5-8ed6-9379dcf14f3b" providerId="AD" clId="Web-{0214257D-3891-92A7-FC64-B6590F04B27A}" dt="2023-03-24T17:03:27.291" v="435" actId="20577"/>
          <ac:spMkLst>
            <pc:docMk/>
            <pc:sldMk cId="602807689" sldId="266"/>
            <ac:spMk id="9" creationId="{E1FD4C04-0DEB-5C06-070C-1754545CECE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9:42.416" v="305"/>
          <ac:spMkLst>
            <pc:docMk/>
            <pc:sldMk cId="602807689" sldId="266"/>
            <ac:spMk id="10" creationId="{2151139A-886F-4B97-8815-729AD3831BB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9:42.416" v="305"/>
          <ac:spMkLst>
            <pc:docMk/>
            <pc:sldMk cId="602807689" sldId="266"/>
            <ac:spMk id="12" creationId="{AB5E08C4-8CDD-4623-A5B8-E998C6DEE3B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9:42.416" v="305"/>
          <ac:spMkLst>
            <pc:docMk/>
            <pc:sldMk cId="602807689" sldId="266"/>
            <ac:spMk id="14" creationId="{15F33878-D502-4FFA-8ACE-F2AECDB2A23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9:42.416" v="305"/>
          <ac:spMkLst>
            <pc:docMk/>
            <pc:sldMk cId="602807689" sldId="266"/>
            <ac:spMk id="16" creationId="{D3539FEE-81D3-4406-802E-60B20B16F4F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9:42.416" v="305"/>
          <ac:spMkLst>
            <pc:docMk/>
            <pc:sldMk cId="602807689" sldId="266"/>
            <ac:spMk id="18" creationId="{DC701763-729E-462F-A5A8-E0DEFEB1E2E4}"/>
          </ac:spMkLst>
        </pc:spChg>
        <pc:spChg chg="add">
          <ac:chgData name="Musfikur Rahaman" userId="S::mrahaman@atu.edu::e2f71e0a-9e23-4ee5-8ed6-9379dcf14f3b" providerId="AD" clId="Web-{0214257D-3891-92A7-FC64-B6590F04B27A}" dt="2023-03-24T16:49:42.416" v="306"/>
          <ac:spMkLst>
            <pc:docMk/>
            <pc:sldMk cId="602807689" sldId="266"/>
            <ac:spMk id="20" creationId="{69D47016-023F-44BD-981C-50E7A10A6609}"/>
          </ac:spMkLst>
        </pc:spChg>
        <pc:spChg chg="add">
          <ac:chgData name="Musfikur Rahaman" userId="S::mrahaman@atu.edu::e2f71e0a-9e23-4ee5-8ed6-9379dcf14f3b" providerId="AD" clId="Web-{0214257D-3891-92A7-FC64-B6590F04B27A}" dt="2023-03-24T16:49:42.416" v="306"/>
          <ac:spMkLst>
            <pc:docMk/>
            <pc:sldMk cId="602807689" sldId="266"/>
            <ac:spMk id="21" creationId="{6D8B37B0-0682-433E-BC8D-498C04ABD9A7}"/>
          </ac:spMkLst>
        </pc:spChg>
        <pc:picChg chg="add mod">
          <ac:chgData name="Musfikur Rahaman" userId="S::mrahaman@atu.edu::e2f71e0a-9e23-4ee5-8ed6-9379dcf14f3b" providerId="AD" clId="Web-{0214257D-3891-92A7-FC64-B6590F04B27A}" dt="2023-03-24T17:02:40.789" v="426" actId="14100"/>
          <ac:picMkLst>
            <pc:docMk/>
            <pc:sldMk cId="602807689" sldId="266"/>
            <ac:picMk id="3" creationId="{2D18ED00-BF5E-428E-EBC4-4E3FCA8BE564}"/>
          </ac:picMkLst>
        </pc:picChg>
        <pc:picChg chg="del mod ord">
          <ac:chgData name="Musfikur Rahaman" userId="S::mrahaman@atu.edu::e2f71e0a-9e23-4ee5-8ed6-9379dcf14f3b" providerId="AD" clId="Web-{0214257D-3891-92A7-FC64-B6590F04B27A}" dt="2023-03-24T16:56:51.526" v="370"/>
          <ac:picMkLst>
            <pc:docMk/>
            <pc:sldMk cId="602807689" sldId="266"/>
            <ac:picMk id="4" creationId="{9DA6BF46-2587-FFAB-31FB-D3AF0A07F4AB}"/>
          </ac:picMkLst>
        </pc:picChg>
        <pc:picChg chg="del mod">
          <ac:chgData name="Musfikur Rahaman" userId="S::mrahaman@atu.edu::e2f71e0a-9e23-4ee5-8ed6-9379dcf14f3b" providerId="AD" clId="Web-{0214257D-3891-92A7-FC64-B6590F04B27A}" dt="2023-03-24T16:57:27.668" v="376"/>
          <ac:picMkLst>
            <pc:docMk/>
            <pc:sldMk cId="602807689" sldId="266"/>
            <ac:picMk id="5" creationId="{AF4A74AA-4FB2-D1A2-0334-516BF83B0940}"/>
          </ac:picMkLst>
        </pc:picChg>
        <pc:picChg chg="add mod">
          <ac:chgData name="Musfikur Rahaman" userId="S::mrahaman@atu.edu::e2f71e0a-9e23-4ee5-8ed6-9379dcf14f3b" providerId="AD" clId="Web-{0214257D-3891-92A7-FC64-B6590F04B27A}" dt="2023-03-24T17:02:37.508" v="425" actId="14100"/>
          <ac:picMkLst>
            <pc:docMk/>
            <pc:sldMk cId="602807689" sldId="266"/>
            <ac:picMk id="6" creationId="{7CECD462-8A56-AE3D-487B-E6CC254BBE59}"/>
          </ac:picMkLst>
        </pc:picChg>
      </pc:sldChg>
      <pc:sldChg chg="addSp delSp modSp mod setBg">
        <pc:chgData name="Musfikur Rahaman" userId="S::mrahaman@atu.edu::e2f71e0a-9e23-4ee5-8ed6-9379dcf14f3b" providerId="AD" clId="Web-{0214257D-3891-92A7-FC64-B6590F04B27A}" dt="2023-03-24T17:08:32.521" v="460"/>
        <pc:sldMkLst>
          <pc:docMk/>
          <pc:sldMk cId="3774895410" sldId="267"/>
        </pc:sldMkLst>
        <pc:spChg chg="mod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2" creationId="{4D22D620-473C-FD3F-09B6-180DAB9F5873}"/>
          </ac:spMkLst>
        </pc:spChg>
        <pc:spChg chg="del mod">
          <ac:chgData name="Musfikur Rahaman" userId="S::mrahaman@atu.edu::e2f71e0a-9e23-4ee5-8ed6-9379dcf14f3b" providerId="AD" clId="Web-{0214257D-3891-92A7-FC64-B6590F04B27A}" dt="2023-03-24T16:16:49.482" v="67"/>
          <ac:spMkLst>
            <pc:docMk/>
            <pc:sldMk cId="3774895410" sldId="267"/>
            <ac:spMk id="3" creationId="{6D1089AF-56B3-CACE-E35D-B7446227974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82" v="67"/>
          <ac:spMkLst>
            <pc:docMk/>
            <pc:sldMk cId="3774895410" sldId="267"/>
            <ac:spMk id="8" creationId="{081EA652-8C6A-4E69-BEB9-17080947455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82" v="67"/>
          <ac:spMkLst>
            <pc:docMk/>
            <pc:sldMk cId="3774895410" sldId="267"/>
            <ac:spMk id="10" creationId="{5298780A-33B9-4EA2-8F67-DE68AD62841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82" v="67"/>
          <ac:spMkLst>
            <pc:docMk/>
            <pc:sldMk cId="3774895410" sldId="267"/>
            <ac:spMk id="12" creationId="{7F488E8B-4E1E-4402-8935-D4E6C02615C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35.419" v="62"/>
          <ac:spMkLst>
            <pc:docMk/>
            <pc:sldMk cId="3774895410" sldId="267"/>
            <ac:spMk id="19" creationId="{979E27D9-03C7-44E2-9FF8-15D0C8506AF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35.419" v="62"/>
          <ac:spMkLst>
            <pc:docMk/>
            <pc:sldMk cId="3774895410" sldId="267"/>
            <ac:spMk id="21" creationId="{EEBF1590-3B36-48EE-A89D-3B6F3CB256A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35.419" v="62"/>
          <ac:spMkLst>
            <pc:docMk/>
            <pc:sldMk cId="3774895410" sldId="267"/>
            <ac:spMk id="23" creationId="{AC8F6C8C-AB5A-4548-942D-E3FD40ACBC4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0.169" v="64"/>
          <ac:spMkLst>
            <pc:docMk/>
            <pc:sldMk cId="3774895410" sldId="267"/>
            <ac:spMk id="25" creationId="{100EDD19-6802-4EC3-95CE-CFFAB042CFD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0.169" v="64"/>
          <ac:spMkLst>
            <pc:docMk/>
            <pc:sldMk cId="3774895410" sldId="267"/>
            <ac:spMk id="26" creationId="{DB17E863-922E-4C26-BD64-E8FD41D2866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27" creationId="{7D96243B-ECED-4B71-8E06-AE9A285EAD2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28" creationId="{DEE2AD96-B495-4E06-9291-B71706F728C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29" creationId="{A09989E4-EFDC-4A90-A633-E0525FB4139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30" creationId="{53CF6D67-C5A8-4ADD-9E8E-1E38CA1D316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31" creationId="{86909FA0-B515-4681-B7A8-FA281D133B9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6:49.467" v="66"/>
          <ac:spMkLst>
            <pc:docMk/>
            <pc:sldMk cId="3774895410" sldId="267"/>
            <ac:spMk id="32" creationId="{21C9FE86-FCC3-4A31-AA1C-C882262B7FE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95" v="76"/>
          <ac:spMkLst>
            <pc:docMk/>
            <pc:sldMk cId="3774895410" sldId="267"/>
            <ac:spMk id="34" creationId="{081EA652-8C6A-4E69-BEB9-17080947455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95" v="76"/>
          <ac:spMkLst>
            <pc:docMk/>
            <pc:sldMk cId="3774895410" sldId="267"/>
            <ac:spMk id="35" creationId="{5298780A-33B9-4EA2-8F67-DE68AD62841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95" v="76"/>
          <ac:spMkLst>
            <pc:docMk/>
            <pc:sldMk cId="3774895410" sldId="267"/>
            <ac:spMk id="36" creationId="{7F488E8B-4E1E-4402-8935-D4E6C02615C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10.517" v="73"/>
          <ac:spMkLst>
            <pc:docMk/>
            <pc:sldMk cId="3774895410" sldId="267"/>
            <ac:spMk id="42" creationId="{CB49665F-0298-4449-8D2D-209989CB9EE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10.517" v="73"/>
          <ac:spMkLst>
            <pc:docMk/>
            <pc:sldMk cId="3774895410" sldId="267"/>
            <ac:spMk id="44" creationId="{A71EEC14-174A-46FA-B046-47475045713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80" v="75"/>
          <ac:spMkLst>
            <pc:docMk/>
            <pc:sldMk cId="3774895410" sldId="267"/>
            <ac:spMk id="59" creationId="{4AC6B390-BC59-4F1D-A0EE-D71A92F0A0B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80" v="75"/>
          <ac:spMkLst>
            <pc:docMk/>
            <pc:sldMk cId="3774895410" sldId="267"/>
            <ac:spMk id="60" creationId="{B6C60D79-16F1-4C4B-B7E3-7634E7069CD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8:27.080" v="75"/>
          <ac:spMkLst>
            <pc:docMk/>
            <pc:sldMk cId="3774895410" sldId="267"/>
            <ac:spMk id="61" creationId="{426B127E-6498-4C77-9C9D-4553A5113B8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14.816" v="81"/>
          <ac:spMkLst>
            <pc:docMk/>
            <pc:sldMk cId="3774895410" sldId="267"/>
            <ac:spMk id="63" creationId="{665DBBEF-238B-476B-96AB-8AAC3224ECE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14.816" v="81"/>
          <ac:spMkLst>
            <pc:docMk/>
            <pc:sldMk cId="3774895410" sldId="267"/>
            <ac:spMk id="64" creationId="{3FCFB1DE-0B7E-48CC-BA90-B2AB0889F9D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74" v="85"/>
          <ac:spMkLst>
            <pc:docMk/>
            <pc:sldMk cId="3774895410" sldId="267"/>
            <ac:spMk id="69" creationId="{1D63C574-BFD2-41A1-A567-B0C3CC7FDD4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74" v="85"/>
          <ac:spMkLst>
            <pc:docMk/>
            <pc:sldMk cId="3774895410" sldId="267"/>
            <ac:spMk id="71" creationId="{E2A46BAB-8C31-42B2-90E8-B26DD3E81D3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89" creationId="{F3060C83-F051-4F0E-ABAD-AA0DFC48B21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91" creationId="{83C98ABE-055B-441F-B07E-44F97F083C3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93" creationId="{29FDB030-9B49-4CED-8CCD-4D99382388A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95" creationId="{3783CA14-24A1-485C-8B30-D6A5D87987A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97" creationId="{9A97C86A-04D6-40F7-AE84-31AB43E6A84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99" creationId="{FF9F2414-84E8-453E-B1F3-389FDE8192D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19:51.927" v="84"/>
          <ac:spMkLst>
            <pc:docMk/>
            <pc:sldMk cId="3774895410" sldId="267"/>
            <ac:spMk id="101" creationId="{3ECA69A1-7536-43AC-85EF-C7106179F5ED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3" creationId="{2E17E911-875F-4DE5-8699-99D9F1805A5D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4" creationId="{CD9FE4EF-C4D8-49A0-B2FF-81D8DB7D8A24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5" creationId="{4300840D-0A0B-4512-BACA-B439D5B9C57C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6" creationId="{D2B78728-A580-49A7-84F9-6EF6F583ADE0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7" creationId="{38FAA1A1-D861-433F-88FA-1E9D6FD31D11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08" creationId="{8D71EDA1-87BF-4D5D-AB79-F346FD19278A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12.161" v="455"/>
          <ac:spMkLst>
            <pc:docMk/>
            <pc:sldMk cId="3774895410" sldId="267"/>
            <ac:spMk id="113" creationId="{593B4D24-F4A8-4141-A20A-E0575D199633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12.161" v="455"/>
          <ac:spMkLst>
            <pc:docMk/>
            <pc:sldMk cId="3774895410" sldId="267"/>
            <ac:spMk id="115" creationId="{C65F2C57-3BEB-4734-BA81-3ADFC54EB7B6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12.161" v="455"/>
          <ac:spMkLst>
            <pc:docMk/>
            <pc:sldMk cId="3774895410" sldId="267"/>
            <ac:spMk id="117" creationId="{9B5838CB-913A-4D5B-ABB5-CA9EF152E4E7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19.208" v="457"/>
          <ac:spMkLst>
            <pc:docMk/>
            <pc:sldMk cId="3774895410" sldId="267"/>
            <ac:spMk id="122" creationId="{1E020063-2385-44AC-BD67-258E1F0B9FCE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19.208" v="457"/>
          <ac:spMkLst>
            <pc:docMk/>
            <pc:sldMk cId="3774895410" sldId="267"/>
            <ac:spMk id="128" creationId="{7E014A0B-5338-4077-AFE9-A90D04D4492B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443" v="459"/>
          <ac:spMkLst>
            <pc:docMk/>
            <pc:sldMk cId="3774895410" sldId="267"/>
            <ac:spMk id="131" creationId="{C6FC42E6-6C25-4922-95D2-B97B1E123559}"/>
          </ac:spMkLst>
        </pc:spChg>
        <pc:spChg chg="add del">
          <ac:chgData name="Musfikur Rahaman" userId="S::mrahaman@atu.edu::e2f71e0a-9e23-4ee5-8ed6-9379dcf14f3b" providerId="AD" clId="Web-{0214257D-3891-92A7-FC64-B6590F04B27A}" dt="2023-03-24T17:08:32.443" v="459"/>
          <ac:spMkLst>
            <pc:docMk/>
            <pc:sldMk cId="3774895410" sldId="267"/>
            <ac:spMk id="132" creationId="{0295F874-A8A5-4A14-8CFC-828968DE64C4}"/>
          </ac:spMkLst>
        </pc:spChg>
        <pc:spChg chg="add">
          <ac:chgData name="Musfikur Rahaman" userId="S::mrahaman@atu.edu::e2f71e0a-9e23-4ee5-8ed6-9379dcf14f3b" providerId="AD" clId="Web-{0214257D-3891-92A7-FC64-B6590F04B27A}" dt="2023-03-24T17:08:32.521" v="460"/>
          <ac:spMkLst>
            <pc:docMk/>
            <pc:sldMk cId="3774895410" sldId="267"/>
            <ac:spMk id="134" creationId="{2659FDB4-FCBE-4A89-B46D-43D4FA54464D}"/>
          </ac:spMkLst>
        </pc:spChg>
        <pc:grpChg chg="add del">
          <ac:chgData name="Musfikur Rahaman" userId="S::mrahaman@atu.edu::e2f71e0a-9e23-4ee5-8ed6-9379dcf14f3b" providerId="AD" clId="Web-{0214257D-3891-92A7-FC64-B6590F04B27A}" dt="2023-03-24T16:18:10.517" v="73"/>
          <ac:grpSpMkLst>
            <pc:docMk/>
            <pc:sldMk cId="3774895410" sldId="267"/>
            <ac:grpSpMk id="46" creationId="{EEB6CB95-E653-4C6C-AE51-62FD848E8D5B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18:10.517" v="73"/>
          <ac:grpSpMkLst>
            <pc:docMk/>
            <pc:sldMk cId="3774895410" sldId="267"/>
            <ac:grpSpMk id="50" creationId="{43F5E015-E085-4624-B431-B42414448684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19:51.974" v="85"/>
          <ac:grpSpMkLst>
            <pc:docMk/>
            <pc:sldMk cId="3774895410" sldId="267"/>
            <ac:grpSpMk id="73" creationId="{B3F7A3C7-0737-4E57-B30E-8EEFE638B401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19:51.974" v="85"/>
          <ac:grpSpMkLst>
            <pc:docMk/>
            <pc:sldMk cId="3774895410" sldId="267"/>
            <ac:grpSpMk id="77" creationId="{43F5E015-E085-4624-B431-B42414448684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7:08:19.208" v="457"/>
          <ac:grpSpMkLst>
            <pc:docMk/>
            <pc:sldMk cId="3774895410" sldId="267"/>
            <ac:grpSpMk id="123" creationId="{466920E5-8640-4C24-A775-8647637094A7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7:08:19.208" v="457"/>
          <ac:grpSpMkLst>
            <pc:docMk/>
            <pc:sldMk cId="3774895410" sldId="267"/>
            <ac:grpSpMk id="129" creationId="{78127680-150F-4A90-9950-F66392578116}"/>
          </ac:grpSpMkLst>
        </pc:grpChg>
        <pc:graphicFrameChg chg="add mod modGraphic">
          <ac:chgData name="Musfikur Rahaman" userId="S::mrahaman@atu.edu::e2f71e0a-9e23-4ee5-8ed6-9379dcf14f3b" providerId="AD" clId="Web-{0214257D-3891-92A7-FC64-B6590F04B27A}" dt="2023-03-24T17:08:32.521" v="460"/>
          <ac:graphicFrameMkLst>
            <pc:docMk/>
            <pc:sldMk cId="3774895410" sldId="267"/>
            <ac:graphicFrameMk id="16" creationId="{8D3F0E71-13EC-BDBC-4C27-1CA6AA6A67A4}"/>
          </ac:graphicFrameMkLst>
        </pc:graphicFrameChg>
        <pc:cxnChg chg="add del">
          <ac:chgData name="Musfikur Rahaman" userId="S::mrahaman@atu.edu::e2f71e0a-9e23-4ee5-8ed6-9379dcf14f3b" providerId="AD" clId="Web-{0214257D-3891-92A7-FC64-B6590F04B27A}" dt="2023-03-24T16:16:49.482" v="67"/>
          <ac:cxnSpMkLst>
            <pc:docMk/>
            <pc:sldMk cId="3774895410" sldId="267"/>
            <ac:cxnSpMk id="14" creationId="{23AAC9B5-8015-485C-ACF9-A750390E9A56}"/>
          </ac:cxnSpMkLst>
        </pc:cxnChg>
        <pc:cxnChg chg="add del">
          <ac:chgData name="Musfikur Rahaman" userId="S::mrahaman@atu.edu::e2f71e0a-9e23-4ee5-8ed6-9379dcf14f3b" providerId="AD" clId="Web-{0214257D-3891-92A7-FC64-B6590F04B27A}" dt="2023-03-24T16:18:27.095" v="76"/>
          <ac:cxnSpMkLst>
            <pc:docMk/>
            <pc:sldMk cId="3774895410" sldId="267"/>
            <ac:cxnSpMk id="37" creationId="{23AAC9B5-8015-485C-ACF9-A750390E9A56}"/>
          </ac:cxnSpMkLst>
        </pc:cxnChg>
        <pc:cxnChg chg="add">
          <ac:chgData name="Musfikur Rahaman" userId="S::mrahaman@atu.edu::e2f71e0a-9e23-4ee5-8ed6-9379dcf14f3b" providerId="AD" clId="Web-{0214257D-3891-92A7-FC64-B6590F04B27A}" dt="2023-03-24T17:08:32.521" v="460"/>
          <ac:cxnSpMkLst>
            <pc:docMk/>
            <pc:sldMk cId="3774895410" sldId="267"/>
            <ac:cxnSpMk id="135" creationId="{C8F51B3F-8331-4E4A-AE96-D47B1006EEAD}"/>
          </ac:cxnSpMkLst>
        </pc:cxnChg>
      </pc:sldChg>
      <pc:sldChg chg="addSp delSp modSp mod setBg">
        <pc:chgData name="Musfikur Rahaman" userId="S::mrahaman@atu.edu::e2f71e0a-9e23-4ee5-8ed6-9379dcf14f3b" providerId="AD" clId="Web-{0214257D-3891-92A7-FC64-B6590F04B27A}" dt="2023-03-24T16:32:53.722" v="128"/>
        <pc:sldMkLst>
          <pc:docMk/>
          <pc:sldMk cId="2733802601" sldId="268"/>
        </pc:sldMkLst>
        <pc:spChg chg="del">
          <ac:chgData name="Musfikur Rahaman" userId="S::mrahaman@atu.edu::e2f71e0a-9e23-4ee5-8ed6-9379dcf14f3b" providerId="AD" clId="Web-{0214257D-3891-92A7-FC64-B6590F04B27A}" dt="2023-03-24T16:13:21.209" v="39"/>
          <ac:spMkLst>
            <pc:docMk/>
            <pc:sldMk cId="2733802601" sldId="268"/>
            <ac:spMk id="2" creationId="{C9BBB1EB-79A5-7B0F-CA13-67F62794870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14" creationId="{AB8C311F-7253-4AED-9701-7FC0708C41C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16" creationId="{E2384209-CB15-4CDF-9D31-C44FD9A3F20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18" creationId="{2633B3B5-CC90-43F0-8714-D31D1F3F020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20" creationId="{A8D57A06-A426-446D-B02C-A2DC6B62E45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06" v="127"/>
          <ac:spMkLst>
            <pc:docMk/>
            <pc:sldMk cId="2733802601" sldId="268"/>
            <ac:spMk id="24" creationId="{43738F49-5F34-222C-22EA-FBB04882CA5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26.768" v="123"/>
          <ac:spMkLst>
            <pc:docMk/>
            <pc:sldMk cId="2733802601" sldId="268"/>
            <ac:spMk id="25" creationId="{8B089790-F4B6-46A7-BB28-7B74A9A9EFD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26.768" v="123"/>
          <ac:spMkLst>
            <pc:docMk/>
            <pc:sldMk cId="2733802601" sldId="268"/>
            <ac:spMk id="27" creationId="{9A191B90-62D1-4718-B891-6A3FC82DD6A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06" v="127"/>
          <ac:spMkLst>
            <pc:docMk/>
            <pc:sldMk cId="2733802601" sldId="268"/>
            <ac:spMk id="31" creationId="{2C1BBA94-3F40-40AA-8BB9-E69E25E537C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06" v="127"/>
          <ac:spMkLst>
            <pc:docMk/>
            <pc:sldMk cId="2733802601" sldId="268"/>
            <ac:spMk id="33" creationId="{FE43805F-24A6-46A4-B19B-54F28347355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40.924" v="125"/>
          <ac:spMkLst>
            <pc:docMk/>
            <pc:sldMk cId="2733802601" sldId="268"/>
            <ac:spMk id="41" creationId="{C7D023E4-8DE1-436E-9847-ED6A4B4B04F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40.924" v="125"/>
          <ac:spMkLst>
            <pc:docMk/>
            <pc:sldMk cId="2733802601" sldId="268"/>
            <ac:spMk id="42" creationId="{8B2B1708-8CE4-4A20-94F5-55118AE2CBD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06" v="127"/>
          <ac:spMkLst>
            <pc:docMk/>
            <pc:sldMk cId="2733802601" sldId="268"/>
            <ac:spMk id="46" creationId="{7FEAE179-C525-48F3-AD47-0E9E2B6F2E2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2:53.706" v="127"/>
          <ac:spMkLst>
            <pc:docMk/>
            <pc:sldMk cId="2733802601" sldId="268"/>
            <ac:spMk id="47" creationId="{95C8260E-968F-44E8-A823-ABB431311926}"/>
          </ac:spMkLst>
        </pc:spChg>
        <pc:spChg chg="add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49" creationId="{AB8C311F-7253-4AED-9701-7FC0708C41C7}"/>
          </ac:spMkLst>
        </pc:spChg>
        <pc:spChg chg="add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50" creationId="{FD073016-B734-483B-8953-5BADEE145112}"/>
          </ac:spMkLst>
        </pc:spChg>
        <pc:spChg chg="add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51" creationId="{90A7EAB6-59D3-4325-8DE6-E0CA4009CE53}"/>
          </ac:spMkLst>
        </pc:spChg>
        <pc:spChg chg="add">
          <ac:chgData name="Musfikur Rahaman" userId="S::mrahaman@atu.edu::e2f71e0a-9e23-4ee5-8ed6-9379dcf14f3b" providerId="AD" clId="Web-{0214257D-3891-92A7-FC64-B6590F04B27A}" dt="2023-03-24T16:32:53.722" v="128"/>
          <ac:spMkLst>
            <pc:docMk/>
            <pc:sldMk cId="2733802601" sldId="268"/>
            <ac:spMk id="52" creationId="{A8D57A06-A426-446D-B02C-A2DC6B62E45E}"/>
          </ac:spMkLst>
        </pc:spChg>
        <pc:grpChg chg="add del">
          <ac:chgData name="Musfikur Rahaman" userId="S::mrahaman@atu.edu::e2f71e0a-9e23-4ee5-8ed6-9379dcf14f3b" providerId="AD" clId="Web-{0214257D-3891-92A7-FC64-B6590F04B27A}" dt="2023-03-24T16:32:26.768" v="123"/>
          <ac:grpSpMkLst>
            <pc:docMk/>
            <pc:sldMk cId="2733802601" sldId="268"/>
            <ac:grpSpMk id="29" creationId="{63A1050F-42B7-42F4-9436-314DB03DE463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32:26.768" v="123"/>
          <ac:grpSpMkLst>
            <pc:docMk/>
            <pc:sldMk cId="2733802601" sldId="268"/>
            <ac:grpSpMk id="35" creationId="{CB04806E-DE07-4370-8B2D-439E32B3A25B}"/>
          </ac:grpSpMkLst>
        </pc:grpChg>
        <pc:grpChg chg="add del">
          <ac:chgData name="Musfikur Rahaman" userId="S::mrahaman@atu.edu::e2f71e0a-9e23-4ee5-8ed6-9379dcf14f3b" providerId="AD" clId="Web-{0214257D-3891-92A7-FC64-B6590F04B27A}" dt="2023-03-24T16:32:40.924" v="125"/>
          <ac:grpSpMkLst>
            <pc:docMk/>
            <pc:sldMk cId="2733802601" sldId="268"/>
            <ac:grpSpMk id="43" creationId="{43F5E015-E085-4624-B431-B42414448684}"/>
          </ac:grpSpMkLst>
        </pc:grpChg>
        <pc:picChg chg="mod">
          <ac:chgData name="Musfikur Rahaman" userId="S::mrahaman@atu.edu::e2f71e0a-9e23-4ee5-8ed6-9379dcf14f3b" providerId="AD" clId="Web-{0214257D-3891-92A7-FC64-B6590F04B27A}" dt="2023-03-24T16:32:53.706" v="127"/>
          <ac:picMkLst>
            <pc:docMk/>
            <pc:sldMk cId="2733802601" sldId="268"/>
            <ac:picMk id="9" creationId="{F2A044BF-932A-9E11-80D1-28841E1E6E0D}"/>
          </ac:picMkLst>
        </pc:picChg>
        <pc:picChg chg="del mod">
          <ac:chgData name="Musfikur Rahaman" userId="S::mrahaman@atu.edu::e2f71e0a-9e23-4ee5-8ed6-9379dcf14f3b" providerId="AD" clId="Web-{0214257D-3891-92A7-FC64-B6590F04B27A}" dt="2023-03-24T16:13:02.505" v="34"/>
          <ac:picMkLst>
            <pc:docMk/>
            <pc:sldMk cId="2733802601" sldId="268"/>
            <ac:picMk id="10" creationId="{4E0B2078-E3B4-8FDA-F1EA-0FBD70CA9705}"/>
          </ac:picMkLst>
        </pc:picChg>
        <pc:picChg chg="del mod">
          <ac:chgData name="Musfikur Rahaman" userId="S::mrahaman@atu.edu::e2f71e0a-9e23-4ee5-8ed6-9379dcf14f3b" providerId="AD" clId="Web-{0214257D-3891-92A7-FC64-B6590F04B27A}" dt="2023-03-24T16:13:10.083" v="36"/>
          <ac:picMkLst>
            <pc:docMk/>
            <pc:sldMk cId="2733802601" sldId="268"/>
            <ac:picMk id="11" creationId="{22267326-C4A3-029B-0B76-4750E855446A}"/>
          </ac:picMkLst>
        </pc:picChg>
      </pc:sldChg>
      <pc:sldChg chg="addSp delSp modSp mod setBg">
        <pc:chgData name="Musfikur Rahaman" userId="S::mrahaman@atu.edu::e2f71e0a-9e23-4ee5-8ed6-9379dcf14f3b" providerId="AD" clId="Web-{0214257D-3891-92A7-FC64-B6590F04B27A}" dt="2023-03-24T16:42:00.070" v="222"/>
        <pc:sldMkLst>
          <pc:docMk/>
          <pc:sldMk cId="3659525208" sldId="269"/>
        </pc:sldMkLst>
        <pc:spChg chg="del">
          <ac:chgData name="Musfikur Rahaman" userId="S::mrahaman@atu.edu::e2f71e0a-9e23-4ee5-8ed6-9379dcf14f3b" providerId="AD" clId="Web-{0214257D-3891-92A7-FC64-B6590F04B27A}" dt="2023-03-24T16:41:50.773" v="219"/>
          <ac:spMkLst>
            <pc:docMk/>
            <pc:sldMk cId="3659525208" sldId="269"/>
            <ac:spMk id="2" creationId="{01ADF101-6F9B-3C60-760A-9EA7C395A1B0}"/>
          </ac:spMkLst>
        </pc:spChg>
        <pc:spChg chg="del">
          <ac:chgData name="Musfikur Rahaman" userId="S::mrahaman@atu.edu::e2f71e0a-9e23-4ee5-8ed6-9379dcf14f3b" providerId="AD" clId="Web-{0214257D-3891-92A7-FC64-B6590F04B27A}" dt="2023-03-24T16:41:54.898" v="221"/>
          <ac:spMkLst>
            <pc:docMk/>
            <pc:sldMk cId="3659525208" sldId="269"/>
            <ac:spMk id="3" creationId="{37D128E1-E3DE-F3FE-42F4-E86BFE396190}"/>
          </ac:spMkLst>
        </pc:spChg>
        <pc:spChg chg="add">
          <ac:chgData name="Musfikur Rahaman" userId="S::mrahaman@atu.edu::e2f71e0a-9e23-4ee5-8ed6-9379dcf14f3b" providerId="AD" clId="Web-{0214257D-3891-92A7-FC64-B6590F04B27A}" dt="2023-03-24T16:42:00.070" v="222"/>
          <ac:spMkLst>
            <pc:docMk/>
            <pc:sldMk cId="3659525208" sldId="269"/>
            <ac:spMk id="9" creationId="{DA2E7C1E-2B5A-4BBA-AE51-1CD8C19309D7}"/>
          </ac:spMkLst>
        </pc:spChg>
        <pc:spChg chg="add">
          <ac:chgData name="Musfikur Rahaman" userId="S::mrahaman@atu.edu::e2f71e0a-9e23-4ee5-8ed6-9379dcf14f3b" providerId="AD" clId="Web-{0214257D-3891-92A7-FC64-B6590F04B27A}" dt="2023-03-24T16:42:00.070" v="222"/>
          <ac:spMkLst>
            <pc:docMk/>
            <pc:sldMk cId="3659525208" sldId="269"/>
            <ac:spMk id="11" creationId="{43DF76B1-5174-4FAF-9D19-FFEE98426836}"/>
          </ac:spMkLst>
        </pc:spChg>
        <pc:graphicFrameChg chg="mod">
          <ac:chgData name="Musfikur Rahaman" userId="S::mrahaman@atu.edu::e2f71e0a-9e23-4ee5-8ed6-9379dcf14f3b" providerId="AD" clId="Web-{0214257D-3891-92A7-FC64-B6590F04B27A}" dt="2023-03-24T16:42:00.070" v="222"/>
          <ac:graphicFrameMkLst>
            <pc:docMk/>
            <pc:sldMk cId="3659525208" sldId="269"/>
            <ac:graphicFrameMk id="4" creationId="{71A498AB-6261-B46A-E697-6ADBDCA65FEB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6:42:41.556" v="236"/>
        <pc:sldMkLst>
          <pc:docMk/>
          <pc:sldMk cId="4287672634" sldId="270"/>
        </pc:sldMkLst>
        <pc:spChg chg="del">
          <ac:chgData name="Musfikur Rahaman" userId="S::mrahaman@atu.edu::e2f71e0a-9e23-4ee5-8ed6-9379dcf14f3b" providerId="AD" clId="Web-{0214257D-3891-92A7-FC64-B6590F04B27A}" dt="2023-03-24T16:42:32.040" v="232"/>
          <ac:spMkLst>
            <pc:docMk/>
            <pc:sldMk cId="4287672634" sldId="270"/>
            <ac:spMk id="2" creationId="{53D2C786-82A1-0F8E-A120-DF57D57CCB54}"/>
          </ac:spMkLst>
        </pc:spChg>
        <pc:spChg chg="del">
          <ac:chgData name="Musfikur Rahaman" userId="S::mrahaman@atu.edu::e2f71e0a-9e23-4ee5-8ed6-9379dcf14f3b" providerId="AD" clId="Web-{0214257D-3891-92A7-FC64-B6590F04B27A}" dt="2023-03-24T16:42:36.353" v="233"/>
          <ac:spMkLst>
            <pc:docMk/>
            <pc:sldMk cId="4287672634" sldId="270"/>
            <ac:spMk id="3" creationId="{3001B2F8-F566-CD9D-3DCE-8D942A3EF9D5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2:41.541" v="235"/>
          <ac:spMkLst>
            <pc:docMk/>
            <pc:sldMk cId="4287672634" sldId="270"/>
            <ac:spMk id="9" creationId="{32BC26D8-82FB-445E-AA49-62A77D7C1EE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2:41.541" v="235"/>
          <ac:spMkLst>
            <pc:docMk/>
            <pc:sldMk cId="4287672634" sldId="270"/>
            <ac:spMk id="11" creationId="{CB44330D-EA18-4254-AA95-EB49948539B8}"/>
          </ac:spMkLst>
        </pc:spChg>
        <pc:spChg chg="add">
          <ac:chgData name="Musfikur Rahaman" userId="S::mrahaman@atu.edu::e2f71e0a-9e23-4ee5-8ed6-9379dcf14f3b" providerId="AD" clId="Web-{0214257D-3891-92A7-FC64-B6590F04B27A}" dt="2023-03-24T16:42:41.556" v="236"/>
          <ac:spMkLst>
            <pc:docMk/>
            <pc:sldMk cId="4287672634" sldId="270"/>
            <ac:spMk id="13" creationId="{DA2E7C1E-2B5A-4BBA-AE51-1CD8C19309D7}"/>
          </ac:spMkLst>
        </pc:spChg>
        <pc:spChg chg="add">
          <ac:chgData name="Musfikur Rahaman" userId="S::mrahaman@atu.edu::e2f71e0a-9e23-4ee5-8ed6-9379dcf14f3b" providerId="AD" clId="Web-{0214257D-3891-92A7-FC64-B6590F04B27A}" dt="2023-03-24T16:42:41.556" v="236"/>
          <ac:spMkLst>
            <pc:docMk/>
            <pc:sldMk cId="4287672634" sldId="270"/>
            <ac:spMk id="14" creationId="{43DF76B1-5174-4FAF-9D19-FFEE98426836}"/>
          </ac:spMkLst>
        </pc:spChg>
        <pc:graphicFrameChg chg="mod">
          <ac:chgData name="Musfikur Rahaman" userId="S::mrahaman@atu.edu::e2f71e0a-9e23-4ee5-8ed6-9379dcf14f3b" providerId="AD" clId="Web-{0214257D-3891-92A7-FC64-B6590F04B27A}" dt="2023-03-24T16:42:41.556" v="236"/>
          <ac:graphicFrameMkLst>
            <pc:docMk/>
            <pc:sldMk cId="4287672634" sldId="270"/>
            <ac:graphicFrameMk id="4" creationId="{16995C1A-3A70-66DF-4526-AE28BC192DD8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6:42:23.821" v="231"/>
        <pc:sldMkLst>
          <pc:docMk/>
          <pc:sldMk cId="1085691416" sldId="271"/>
        </pc:sldMkLst>
        <pc:spChg chg="del">
          <ac:chgData name="Musfikur Rahaman" userId="S::mrahaman@atu.edu::e2f71e0a-9e23-4ee5-8ed6-9379dcf14f3b" providerId="AD" clId="Web-{0214257D-3891-92A7-FC64-B6590F04B27A}" dt="2023-03-24T16:42:07.586" v="223"/>
          <ac:spMkLst>
            <pc:docMk/>
            <pc:sldMk cId="1085691416" sldId="271"/>
            <ac:spMk id="2" creationId="{AB67BF4C-999B-696B-9CCF-898F409856D5}"/>
          </ac:spMkLst>
        </pc:spChg>
        <pc:spChg chg="del">
          <ac:chgData name="Musfikur Rahaman" userId="S::mrahaman@atu.edu::e2f71e0a-9e23-4ee5-8ed6-9379dcf14f3b" providerId="AD" clId="Web-{0214257D-3891-92A7-FC64-B6590F04B27A}" dt="2023-03-24T16:42:15.727" v="226"/>
          <ac:spMkLst>
            <pc:docMk/>
            <pc:sldMk cId="1085691416" sldId="271"/>
            <ac:spMk id="3" creationId="{78504CC7-781C-E3C0-7EAE-40F99B2228A3}"/>
          </ac:spMkLst>
        </pc:spChg>
        <pc:spChg chg="add">
          <ac:chgData name="Musfikur Rahaman" userId="S::mrahaman@atu.edu::e2f71e0a-9e23-4ee5-8ed6-9379dcf14f3b" providerId="AD" clId="Web-{0214257D-3891-92A7-FC64-B6590F04B27A}" dt="2023-03-24T16:42:23.821" v="231"/>
          <ac:spMkLst>
            <pc:docMk/>
            <pc:sldMk cId="1085691416" sldId="271"/>
            <ac:spMk id="6" creationId="{DA2E7C1E-2B5A-4BBA-AE51-1CD8C19309D7}"/>
          </ac:spMkLst>
        </pc:spChg>
        <pc:spChg chg="add">
          <ac:chgData name="Musfikur Rahaman" userId="S::mrahaman@atu.edu::e2f71e0a-9e23-4ee5-8ed6-9379dcf14f3b" providerId="AD" clId="Web-{0214257D-3891-92A7-FC64-B6590F04B27A}" dt="2023-03-24T16:42:23.821" v="231"/>
          <ac:spMkLst>
            <pc:docMk/>
            <pc:sldMk cId="1085691416" sldId="271"/>
            <ac:spMk id="7" creationId="{43DF76B1-5174-4FAF-9D19-FFEE9842683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2:21.337" v="228"/>
          <ac:spMkLst>
            <pc:docMk/>
            <pc:sldMk cId="1085691416" sldId="271"/>
            <ac:spMk id="9" creationId="{32BC26D8-82FB-445E-AA49-62A77D7C1EE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2:21.337" v="228"/>
          <ac:spMkLst>
            <pc:docMk/>
            <pc:sldMk cId="1085691416" sldId="271"/>
            <ac:spMk id="11" creationId="{CB44330D-EA18-4254-AA95-EB49948539B8}"/>
          </ac:spMkLst>
        </pc:spChg>
        <pc:graphicFrameChg chg="add del mod">
          <ac:chgData name="Musfikur Rahaman" userId="S::mrahaman@atu.edu::e2f71e0a-9e23-4ee5-8ed6-9379dcf14f3b" providerId="AD" clId="Web-{0214257D-3891-92A7-FC64-B6590F04B27A}" dt="2023-03-24T16:42:23.821" v="231"/>
          <ac:graphicFrameMkLst>
            <pc:docMk/>
            <pc:sldMk cId="1085691416" sldId="271"/>
            <ac:graphicFrameMk id="4" creationId="{5FACEBB4-547E-7F1B-2CA9-9126730FEF6E}"/>
          </ac:graphicFrameMkLst>
        </pc:graphicFrameChg>
      </pc:sldChg>
      <pc:sldChg chg="addSp delSp modSp mod setBg">
        <pc:chgData name="Musfikur Rahaman" userId="S::mrahaman@atu.edu::e2f71e0a-9e23-4ee5-8ed6-9379dcf14f3b" providerId="AD" clId="Web-{0214257D-3891-92A7-FC64-B6590F04B27A}" dt="2023-03-24T17:03:34.619" v="436" actId="20577"/>
        <pc:sldMkLst>
          <pc:docMk/>
          <pc:sldMk cId="2771914409" sldId="272"/>
        </pc:sldMkLst>
        <pc:spChg chg="del">
          <ac:chgData name="Musfikur Rahaman" userId="S::mrahaman@atu.edu::e2f71e0a-9e23-4ee5-8ed6-9379dcf14f3b" providerId="AD" clId="Web-{0214257D-3891-92A7-FC64-B6590F04B27A}" dt="2023-03-24T16:47:43.365" v="278"/>
          <ac:spMkLst>
            <pc:docMk/>
            <pc:sldMk cId="2771914409" sldId="272"/>
            <ac:spMk id="2" creationId="{CE6CE502-4862-168F-0ED1-62F9331C06CC}"/>
          </ac:spMkLst>
        </pc:spChg>
        <pc:spChg chg="add mod">
          <ac:chgData name="Musfikur Rahaman" userId="S::mrahaman@atu.edu::e2f71e0a-9e23-4ee5-8ed6-9379dcf14f3b" providerId="AD" clId="Web-{0214257D-3891-92A7-FC64-B6590F04B27A}" dt="2023-03-24T17:03:34.619" v="436" actId="20577"/>
          <ac:spMkLst>
            <pc:docMk/>
            <pc:sldMk cId="2771914409" sldId="272"/>
            <ac:spMk id="9" creationId="{53FD6D1A-3BD5-3DA0-E7B4-4255EDAD842A}"/>
          </ac:spMkLst>
        </pc:spChg>
        <pc:spChg chg="add">
          <ac:chgData name="Musfikur Rahaman" userId="S::mrahaman@atu.edu::e2f71e0a-9e23-4ee5-8ed6-9379dcf14f3b" providerId="AD" clId="Web-{0214257D-3891-92A7-FC64-B6590F04B27A}" dt="2023-03-24T16:49:49.104" v="307"/>
          <ac:spMkLst>
            <pc:docMk/>
            <pc:sldMk cId="2771914409" sldId="272"/>
            <ac:spMk id="12" creationId="{69D47016-023F-44BD-981C-50E7A10A6609}"/>
          </ac:spMkLst>
        </pc:spChg>
        <pc:spChg chg="add">
          <ac:chgData name="Musfikur Rahaman" userId="S::mrahaman@atu.edu::e2f71e0a-9e23-4ee5-8ed6-9379dcf14f3b" providerId="AD" clId="Web-{0214257D-3891-92A7-FC64-B6590F04B27A}" dt="2023-03-24T16:49:49.104" v="307"/>
          <ac:spMkLst>
            <pc:docMk/>
            <pc:sldMk cId="2771914409" sldId="272"/>
            <ac:spMk id="14" creationId="{6D8B37B0-0682-433E-BC8D-498C04ABD9A7}"/>
          </ac:spMkLst>
        </pc:spChg>
        <pc:picChg chg="add mod">
          <ac:chgData name="Musfikur Rahaman" userId="S::mrahaman@atu.edu::e2f71e0a-9e23-4ee5-8ed6-9379dcf14f3b" providerId="AD" clId="Web-{0214257D-3891-92A7-FC64-B6590F04B27A}" dt="2023-03-24T16:59:31.766" v="395" actId="1076"/>
          <ac:picMkLst>
            <pc:docMk/>
            <pc:sldMk cId="2771914409" sldId="272"/>
            <ac:picMk id="3" creationId="{628E6B83-95F0-0282-0207-7B3418484AED}"/>
          </ac:picMkLst>
        </pc:picChg>
        <pc:picChg chg="del mod ord">
          <ac:chgData name="Musfikur Rahaman" userId="S::mrahaman@atu.edu::e2f71e0a-9e23-4ee5-8ed6-9379dcf14f3b" providerId="AD" clId="Web-{0214257D-3891-92A7-FC64-B6590F04B27A}" dt="2023-03-24T16:59:17.594" v="390"/>
          <ac:picMkLst>
            <pc:docMk/>
            <pc:sldMk cId="2771914409" sldId="272"/>
            <ac:picMk id="4" creationId="{CD494888-91AB-1117-0901-6AA2003EC475}"/>
          </ac:picMkLst>
        </pc:picChg>
        <pc:picChg chg="del mod">
          <ac:chgData name="Musfikur Rahaman" userId="S::mrahaman@atu.edu::e2f71e0a-9e23-4ee5-8ed6-9379dcf14f3b" providerId="AD" clId="Web-{0214257D-3891-92A7-FC64-B6590F04B27A}" dt="2023-03-24T16:59:34.438" v="396"/>
          <ac:picMkLst>
            <pc:docMk/>
            <pc:sldMk cId="2771914409" sldId="272"/>
            <ac:picMk id="5" creationId="{7A7B817F-2632-7140-7B12-0054306F4A9B}"/>
          </ac:picMkLst>
        </pc:picChg>
        <pc:picChg chg="add mod">
          <ac:chgData name="Musfikur Rahaman" userId="S::mrahaman@atu.edu::e2f71e0a-9e23-4ee5-8ed6-9379dcf14f3b" providerId="AD" clId="Web-{0214257D-3891-92A7-FC64-B6590F04B27A}" dt="2023-03-24T17:02:13.476" v="418" actId="14100"/>
          <ac:picMkLst>
            <pc:docMk/>
            <pc:sldMk cId="2771914409" sldId="272"/>
            <ac:picMk id="6" creationId="{24372F42-1CC4-CACE-47C0-961F16FCD416}"/>
          </ac:picMkLst>
        </pc:picChg>
      </pc:sldChg>
      <pc:sldChg chg="addSp delSp modSp mod setBg">
        <pc:chgData name="Musfikur Rahaman" userId="S::mrahaman@atu.edu::e2f71e0a-9e23-4ee5-8ed6-9379dcf14f3b" providerId="AD" clId="Web-{0214257D-3891-92A7-FC64-B6590F04B27A}" dt="2023-03-24T17:03:41.776" v="438" actId="20577"/>
        <pc:sldMkLst>
          <pc:docMk/>
          <pc:sldMk cId="2717047083" sldId="273"/>
        </pc:sldMkLst>
        <pc:spChg chg="del">
          <ac:chgData name="Musfikur Rahaman" userId="S::mrahaman@atu.edu::e2f71e0a-9e23-4ee5-8ed6-9379dcf14f3b" providerId="AD" clId="Web-{0214257D-3891-92A7-FC64-B6590F04B27A}" dt="2023-03-24T16:47:56.318" v="280"/>
          <ac:spMkLst>
            <pc:docMk/>
            <pc:sldMk cId="2717047083" sldId="273"/>
            <ac:spMk id="2" creationId="{5728DEA8-46E1-4C11-96B1-390EB0E4846A}"/>
          </ac:spMkLst>
        </pc:spChg>
        <pc:spChg chg="add mod ord">
          <ac:chgData name="Musfikur Rahaman" userId="S::mrahaman@atu.edu::e2f71e0a-9e23-4ee5-8ed6-9379dcf14f3b" providerId="AD" clId="Web-{0214257D-3891-92A7-FC64-B6590F04B27A}" dt="2023-03-24T17:03:41.776" v="438" actId="20577"/>
          <ac:spMkLst>
            <pc:docMk/>
            <pc:sldMk cId="2717047083" sldId="273"/>
            <ac:spMk id="9" creationId="{F0623509-7EAB-CA0D-D3F2-517337442A2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55.048" v="362"/>
          <ac:spMkLst>
            <pc:docMk/>
            <pc:sldMk cId="2717047083" sldId="273"/>
            <ac:spMk id="12" creationId="{69D47016-023F-44BD-981C-50E7A10A660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55.048" v="362"/>
          <ac:spMkLst>
            <pc:docMk/>
            <pc:sldMk cId="2717047083" sldId="273"/>
            <ac:spMk id="14" creationId="{6D8B37B0-0682-433E-BC8D-498C04ABD9A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28.141" v="353"/>
          <ac:spMkLst>
            <pc:docMk/>
            <pc:sldMk cId="2717047083" sldId="273"/>
            <ac:spMk id="19" creationId="{F35DB090-93B5-4581-8D71-BB3839684BF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28.141" v="353"/>
          <ac:spMkLst>
            <pc:docMk/>
            <pc:sldMk cId="2717047083" sldId="273"/>
            <ac:spMk id="21" creationId="{A0DE92DF-4769-4DE9-93FD-EE31271850C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35.595" v="355"/>
          <ac:spMkLst>
            <pc:docMk/>
            <pc:sldMk cId="2717047083" sldId="273"/>
            <ac:spMk id="23" creationId="{F83B1BEA-1159-4AE5-AD9B-9440E518900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35.595" v="355"/>
          <ac:spMkLst>
            <pc:docMk/>
            <pc:sldMk cId="2717047083" sldId="273"/>
            <ac:spMk id="24" creationId="{5D50C310-510F-45B8-81D2-BE905D5C6D5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5.407" v="357"/>
          <ac:spMkLst>
            <pc:docMk/>
            <pc:sldMk cId="2717047083" sldId="273"/>
            <ac:spMk id="25" creationId="{829A1E2C-5AC8-40FC-99E9-832069D3979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5.407" v="357"/>
          <ac:spMkLst>
            <pc:docMk/>
            <pc:sldMk cId="2717047083" sldId="273"/>
            <ac:spMk id="26" creationId="{8181FC64-B306-4821-98E2-780662EFC48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5.407" v="357"/>
          <ac:spMkLst>
            <pc:docMk/>
            <pc:sldMk cId="2717047083" sldId="273"/>
            <ac:spMk id="27" creationId="{CC0388A8-3200-42F9-A84D-3F5F72381F8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5.407" v="357"/>
          <ac:spMkLst>
            <pc:docMk/>
            <pc:sldMk cId="2717047083" sldId="273"/>
            <ac:spMk id="28" creationId="{BC0385E9-02B2-4941-889A-EAD43F5BB0A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9.033" v="359"/>
          <ac:spMkLst>
            <pc:docMk/>
            <pc:sldMk cId="2717047083" sldId="273"/>
            <ac:spMk id="30" creationId="{A7C5F937-FDA4-49FD-A135-03738460F69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9.033" v="359"/>
          <ac:spMkLst>
            <pc:docMk/>
            <pc:sldMk cId="2717047083" sldId="273"/>
            <ac:spMk id="31" creationId="{F515E37C-522A-423F-B958-36BF6614147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49.033" v="359"/>
          <ac:spMkLst>
            <pc:docMk/>
            <pc:sldMk cId="2717047083" sldId="273"/>
            <ac:spMk id="32" creationId="{C125E75E-F290-415E-9397-4DAC206C5A43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55.048" v="361"/>
          <ac:spMkLst>
            <pc:docMk/>
            <pc:sldMk cId="2717047083" sldId="273"/>
            <ac:spMk id="34" creationId="{EAE48C4B-3A90-42C3-BA00-6092B477179E}"/>
          </ac:spMkLst>
        </pc:spChg>
        <pc:spChg chg="add del">
          <ac:chgData name="Musfikur Rahaman" userId="S::mrahaman@atu.edu::e2f71e0a-9e23-4ee5-8ed6-9379dcf14f3b" providerId="AD" clId="Web-{0214257D-3891-92A7-FC64-B6590F04B27A}" dt="2023-03-24T16:52:55.048" v="361"/>
          <ac:spMkLst>
            <pc:docMk/>
            <pc:sldMk cId="2717047083" sldId="273"/>
            <ac:spMk id="35" creationId="{F919E280-CA27-4214-97E6-294E0C3BC4B3}"/>
          </ac:spMkLst>
        </pc:spChg>
        <pc:spChg chg="add">
          <ac:chgData name="Musfikur Rahaman" userId="S::mrahaman@atu.edu::e2f71e0a-9e23-4ee5-8ed6-9379dcf14f3b" providerId="AD" clId="Web-{0214257D-3891-92A7-FC64-B6590F04B27A}" dt="2023-03-24T16:52:55.048" v="362"/>
          <ac:spMkLst>
            <pc:docMk/>
            <pc:sldMk cId="2717047083" sldId="273"/>
            <ac:spMk id="37" creationId="{69D47016-023F-44BD-981C-50E7A10A6609}"/>
          </ac:spMkLst>
        </pc:spChg>
        <pc:spChg chg="add">
          <ac:chgData name="Musfikur Rahaman" userId="S::mrahaman@atu.edu::e2f71e0a-9e23-4ee5-8ed6-9379dcf14f3b" providerId="AD" clId="Web-{0214257D-3891-92A7-FC64-B6590F04B27A}" dt="2023-03-24T16:52:55.048" v="362"/>
          <ac:spMkLst>
            <pc:docMk/>
            <pc:sldMk cId="2717047083" sldId="273"/>
            <ac:spMk id="38" creationId="{6D8B37B0-0682-433E-BC8D-498C04ABD9A7}"/>
          </ac:spMkLst>
        </pc:spChg>
        <pc:picChg chg="add mod">
          <ac:chgData name="Musfikur Rahaman" userId="S::mrahaman@atu.edu::e2f71e0a-9e23-4ee5-8ed6-9379dcf14f3b" providerId="AD" clId="Web-{0214257D-3891-92A7-FC64-B6590F04B27A}" dt="2023-03-24T17:02:07.710" v="417" actId="1076"/>
          <ac:picMkLst>
            <pc:docMk/>
            <pc:sldMk cId="2717047083" sldId="273"/>
            <ac:picMk id="3" creationId="{9C9729B9-41E8-1425-0A82-84975D0A86A8}"/>
          </ac:picMkLst>
        </pc:picChg>
        <pc:picChg chg="del mod ord">
          <ac:chgData name="Musfikur Rahaman" userId="S::mrahaman@atu.edu::e2f71e0a-9e23-4ee5-8ed6-9379dcf14f3b" providerId="AD" clId="Web-{0214257D-3891-92A7-FC64-B6590F04B27A}" dt="2023-03-24T17:01:19.614" v="408"/>
          <ac:picMkLst>
            <pc:docMk/>
            <pc:sldMk cId="2717047083" sldId="273"/>
            <ac:picMk id="4" creationId="{29659C1E-313E-B5A6-4E67-593DC1F3575D}"/>
          </ac:picMkLst>
        </pc:picChg>
        <pc:picChg chg="del mod ord">
          <ac:chgData name="Musfikur Rahaman" userId="S::mrahaman@atu.edu::e2f71e0a-9e23-4ee5-8ed6-9379dcf14f3b" providerId="AD" clId="Web-{0214257D-3891-92A7-FC64-B6590F04B27A}" dt="2023-03-24T17:01:58.663" v="413"/>
          <ac:picMkLst>
            <pc:docMk/>
            <pc:sldMk cId="2717047083" sldId="273"/>
            <ac:picMk id="5" creationId="{B6A8BFAC-788F-B3D9-6CFC-C799E62C6A92}"/>
          </ac:picMkLst>
        </pc:picChg>
        <pc:picChg chg="add mod">
          <ac:chgData name="Musfikur Rahaman" userId="S::mrahaman@atu.edu::e2f71e0a-9e23-4ee5-8ed6-9379dcf14f3b" providerId="AD" clId="Web-{0214257D-3891-92A7-FC64-B6590F04B27A}" dt="2023-03-24T17:02:05.616" v="416" actId="1076"/>
          <ac:picMkLst>
            <pc:docMk/>
            <pc:sldMk cId="2717047083" sldId="273"/>
            <ac:picMk id="6" creationId="{6C00000E-4B49-0911-FC04-063BC0AED98F}"/>
          </ac:picMkLst>
        </pc:picChg>
      </pc:sldChg>
      <pc:sldChg chg="addSp delSp modSp new mod setBg">
        <pc:chgData name="Musfikur Rahaman" userId="S::mrahaman@atu.edu::e2f71e0a-9e23-4ee5-8ed6-9379dcf14f3b" providerId="AD" clId="Web-{0214257D-3891-92A7-FC64-B6590F04B27A}" dt="2023-03-24T16:20:28.100" v="91"/>
        <pc:sldMkLst>
          <pc:docMk/>
          <pc:sldMk cId="2417105150" sldId="274"/>
        </pc:sldMkLst>
        <pc:spChg chg="del">
          <ac:chgData name="Musfikur Rahaman" userId="S::mrahaman@atu.edu::e2f71e0a-9e23-4ee5-8ed6-9379dcf14f3b" providerId="AD" clId="Web-{0214257D-3891-92A7-FC64-B6590F04B27A}" dt="2023-03-24T16:13:34.834" v="43"/>
          <ac:spMkLst>
            <pc:docMk/>
            <pc:sldMk cId="2417105150" sldId="274"/>
            <ac:spMk id="2" creationId="{CF6C57B9-D73F-465A-CD46-3D4D1DAA73F3}"/>
          </ac:spMkLst>
        </pc:spChg>
        <pc:spChg chg="del">
          <ac:chgData name="Musfikur Rahaman" userId="S::mrahaman@atu.edu::e2f71e0a-9e23-4ee5-8ed6-9379dcf14f3b" providerId="AD" clId="Web-{0214257D-3891-92A7-FC64-B6590F04B27A}" dt="2023-03-24T16:13:05.396" v="35"/>
          <ac:spMkLst>
            <pc:docMk/>
            <pc:sldMk cId="2417105150" sldId="274"/>
            <ac:spMk id="3" creationId="{ABBA54BD-9CCF-A95F-6E8D-56AC6024E1D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9" creationId="{F3060C83-F051-4F0E-ABAD-AA0DFC48B218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11" creationId="{83C98ABE-055B-441F-B07E-44F97F083C3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13" creationId="{29FDB030-9B49-4CED-8CCD-4D99382388A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15" creationId="{3783CA14-24A1-485C-8B30-D6A5D87987A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17" creationId="{9A97C86A-04D6-40F7-AE84-31AB43E6A846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19" creationId="{FF9F2414-84E8-453E-B1F3-389FDE8192D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20:28.100" v="90"/>
          <ac:spMkLst>
            <pc:docMk/>
            <pc:sldMk cId="2417105150" sldId="274"/>
            <ac:spMk id="21" creationId="{3ECA69A1-7536-43AC-85EF-C7106179F5ED}"/>
          </ac:spMkLst>
        </pc:spChg>
        <pc:spChg chg="add">
          <ac:chgData name="Musfikur Rahaman" userId="S::mrahaman@atu.edu::e2f71e0a-9e23-4ee5-8ed6-9379dcf14f3b" providerId="AD" clId="Web-{0214257D-3891-92A7-FC64-B6590F04B27A}" dt="2023-03-24T16:20:28.100" v="91"/>
          <ac:spMkLst>
            <pc:docMk/>
            <pc:sldMk cId="2417105150" sldId="274"/>
            <ac:spMk id="23" creationId="{AB8C311F-7253-4AED-9701-7FC0708C41C7}"/>
          </ac:spMkLst>
        </pc:spChg>
        <pc:spChg chg="add">
          <ac:chgData name="Musfikur Rahaman" userId="S::mrahaman@atu.edu::e2f71e0a-9e23-4ee5-8ed6-9379dcf14f3b" providerId="AD" clId="Web-{0214257D-3891-92A7-FC64-B6590F04B27A}" dt="2023-03-24T16:20:28.100" v="91"/>
          <ac:spMkLst>
            <pc:docMk/>
            <pc:sldMk cId="2417105150" sldId="274"/>
            <ac:spMk id="24" creationId="{E2384209-CB15-4CDF-9D31-C44FD9A3F20D}"/>
          </ac:spMkLst>
        </pc:spChg>
        <pc:spChg chg="add">
          <ac:chgData name="Musfikur Rahaman" userId="S::mrahaman@atu.edu::e2f71e0a-9e23-4ee5-8ed6-9379dcf14f3b" providerId="AD" clId="Web-{0214257D-3891-92A7-FC64-B6590F04B27A}" dt="2023-03-24T16:20:28.100" v="91"/>
          <ac:spMkLst>
            <pc:docMk/>
            <pc:sldMk cId="2417105150" sldId="274"/>
            <ac:spMk id="25" creationId="{2633B3B5-CC90-43F0-8714-D31D1F3F0209}"/>
          </ac:spMkLst>
        </pc:spChg>
        <pc:spChg chg="add">
          <ac:chgData name="Musfikur Rahaman" userId="S::mrahaman@atu.edu::e2f71e0a-9e23-4ee5-8ed6-9379dcf14f3b" providerId="AD" clId="Web-{0214257D-3891-92A7-FC64-B6590F04B27A}" dt="2023-03-24T16:20:28.100" v="91"/>
          <ac:spMkLst>
            <pc:docMk/>
            <pc:sldMk cId="2417105150" sldId="274"/>
            <ac:spMk id="26" creationId="{A8D57A06-A426-446D-B02C-A2DC6B62E45E}"/>
          </ac:spMkLst>
        </pc:spChg>
        <pc:picChg chg="add mod ord">
          <ac:chgData name="Musfikur Rahaman" userId="S::mrahaman@atu.edu::e2f71e0a-9e23-4ee5-8ed6-9379dcf14f3b" providerId="AD" clId="Web-{0214257D-3891-92A7-FC64-B6590F04B27A}" dt="2023-03-24T16:20:28.100" v="91"/>
          <ac:picMkLst>
            <pc:docMk/>
            <pc:sldMk cId="2417105150" sldId="274"/>
            <ac:picMk id="4" creationId="{FF5C2DDF-426E-4E54-B9C8-BBEC4FA4C5CF}"/>
          </ac:picMkLst>
        </pc:picChg>
      </pc:sldChg>
      <pc:sldChg chg="addSp delSp modSp new mod setBg">
        <pc:chgData name="Musfikur Rahaman" userId="S::mrahaman@atu.edu::e2f71e0a-9e23-4ee5-8ed6-9379dcf14f3b" providerId="AD" clId="Web-{0214257D-3891-92A7-FC64-B6590F04B27A}" dt="2023-03-24T16:33:09.800" v="129"/>
        <pc:sldMkLst>
          <pc:docMk/>
          <pc:sldMk cId="4011583339" sldId="275"/>
        </pc:sldMkLst>
        <pc:spChg chg="del">
          <ac:chgData name="Musfikur Rahaman" userId="S::mrahaman@atu.edu::e2f71e0a-9e23-4ee5-8ed6-9379dcf14f3b" providerId="AD" clId="Web-{0214257D-3891-92A7-FC64-B6590F04B27A}" dt="2023-03-24T16:13:49.694" v="48"/>
          <ac:spMkLst>
            <pc:docMk/>
            <pc:sldMk cId="4011583339" sldId="275"/>
            <ac:spMk id="2" creationId="{F4A4FFC4-1508-E072-415D-09B5A0F2EF95}"/>
          </ac:spMkLst>
        </pc:spChg>
        <pc:spChg chg="del">
          <ac:chgData name="Musfikur Rahaman" userId="S::mrahaman@atu.edu::e2f71e0a-9e23-4ee5-8ed6-9379dcf14f3b" providerId="AD" clId="Web-{0214257D-3891-92A7-FC64-B6590F04B27A}" dt="2023-03-24T16:13:12.755" v="37"/>
          <ac:spMkLst>
            <pc:docMk/>
            <pc:sldMk cId="4011583339" sldId="275"/>
            <ac:spMk id="3" creationId="{01B993DE-EECF-D431-020E-D0D288FAEBA2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9" creationId="{AB8C311F-7253-4AED-9701-7FC0708C41C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11" creationId="{E2384209-CB15-4CDF-9D31-C44FD9A3F20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13" creationId="{2633B3B5-CC90-43F0-8714-D31D1F3F020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15" creationId="{A8D57A06-A426-446D-B02C-A2DC6B62E45E}"/>
          </ac:spMkLst>
        </pc:spChg>
        <pc:spChg chg="add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20" creationId="{2215C6C6-E45C-4179-9FC1-E8A4C1D47430}"/>
          </ac:spMkLst>
        </pc:spChg>
        <pc:spChg chg="add">
          <ac:chgData name="Musfikur Rahaman" userId="S::mrahaman@atu.edu::e2f71e0a-9e23-4ee5-8ed6-9379dcf14f3b" providerId="AD" clId="Web-{0214257D-3891-92A7-FC64-B6590F04B27A}" dt="2023-03-24T16:33:09.800" v="129"/>
          <ac:spMkLst>
            <pc:docMk/>
            <pc:sldMk cId="4011583339" sldId="275"/>
            <ac:spMk id="26" creationId="{3776B14B-F2F4-4825-8DA8-8C7A0F2B3960}"/>
          </ac:spMkLst>
        </pc:spChg>
        <pc:grpChg chg="add">
          <ac:chgData name="Musfikur Rahaman" userId="S::mrahaman@atu.edu::e2f71e0a-9e23-4ee5-8ed6-9379dcf14f3b" providerId="AD" clId="Web-{0214257D-3891-92A7-FC64-B6590F04B27A}" dt="2023-03-24T16:33:09.800" v="129"/>
          <ac:grpSpMkLst>
            <pc:docMk/>
            <pc:sldMk cId="4011583339" sldId="275"/>
            <ac:grpSpMk id="22" creationId="{5FE9FE4C-C9E0-4C54-8010-EA9D29CD4D59}"/>
          </ac:grpSpMkLst>
        </pc:grpChg>
        <pc:picChg chg="add mod ord">
          <ac:chgData name="Musfikur Rahaman" userId="S::mrahaman@atu.edu::e2f71e0a-9e23-4ee5-8ed6-9379dcf14f3b" providerId="AD" clId="Web-{0214257D-3891-92A7-FC64-B6590F04B27A}" dt="2023-03-24T16:33:09.800" v="129"/>
          <ac:picMkLst>
            <pc:docMk/>
            <pc:sldMk cId="4011583339" sldId="275"/>
            <ac:picMk id="4" creationId="{CD0321C0-F905-8135-48E3-D7AAA11FF0E4}"/>
          </ac:picMkLst>
        </pc:picChg>
      </pc:sldChg>
      <pc:sldChg chg="addSp delSp modSp new del mod setBg">
        <pc:chgData name="Musfikur Rahaman" userId="S::mrahaman@atu.edu::e2f71e0a-9e23-4ee5-8ed6-9379dcf14f3b" providerId="AD" clId="Web-{0214257D-3891-92A7-FC64-B6590F04B27A}" dt="2023-03-24T16:45:50.954" v="267"/>
        <pc:sldMkLst>
          <pc:docMk/>
          <pc:sldMk cId="2221486764" sldId="276"/>
        </pc:sldMkLst>
        <pc:spChg chg="mod">
          <ac:chgData name="Musfikur Rahaman" userId="S::mrahaman@atu.edu::e2f71e0a-9e23-4ee5-8ed6-9379dcf14f3b" providerId="AD" clId="Web-{0214257D-3891-92A7-FC64-B6590F04B27A}" dt="2023-03-24T16:41:41.679" v="218"/>
          <ac:spMkLst>
            <pc:docMk/>
            <pc:sldMk cId="2221486764" sldId="276"/>
            <ac:spMk id="2" creationId="{545569C5-E905-4C40-8CBC-9F762E2BED5D}"/>
          </ac:spMkLst>
        </pc:spChg>
        <pc:spChg chg="del">
          <ac:chgData name="Musfikur Rahaman" userId="S::mrahaman@atu.edu::e2f71e0a-9e23-4ee5-8ed6-9379dcf14f3b" providerId="AD" clId="Web-{0214257D-3891-92A7-FC64-B6590F04B27A}" dt="2023-03-24T16:41:23.475" v="215"/>
          <ac:spMkLst>
            <pc:docMk/>
            <pc:sldMk cId="2221486764" sldId="276"/>
            <ac:spMk id="3" creationId="{B64155F5-609B-3818-359A-4D791056B0D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1:41.664" v="217"/>
          <ac:spMkLst>
            <pc:docMk/>
            <pc:sldMk cId="2221486764" sldId="276"/>
            <ac:spMk id="8" creationId="{23F18E02-9FC0-49C2-BE57-195BEE392BA6}"/>
          </ac:spMkLst>
        </pc:spChg>
        <pc:spChg chg="add">
          <ac:chgData name="Musfikur Rahaman" userId="S::mrahaman@atu.edu::e2f71e0a-9e23-4ee5-8ed6-9379dcf14f3b" providerId="AD" clId="Web-{0214257D-3891-92A7-FC64-B6590F04B27A}" dt="2023-03-24T16:41:41.679" v="218"/>
          <ac:spMkLst>
            <pc:docMk/>
            <pc:sldMk cId="2221486764" sldId="276"/>
            <ac:spMk id="16" creationId="{9B7AD9F6-8CE7-4299-8FC6-328F4DCD3FF9}"/>
          </ac:spMkLst>
        </pc:spChg>
        <pc:spChg chg="add">
          <ac:chgData name="Musfikur Rahaman" userId="S::mrahaman@atu.edu::e2f71e0a-9e23-4ee5-8ed6-9379dcf14f3b" providerId="AD" clId="Web-{0214257D-3891-92A7-FC64-B6590F04B27A}" dt="2023-03-24T16:41:41.679" v="218"/>
          <ac:spMkLst>
            <pc:docMk/>
            <pc:sldMk cId="2221486764" sldId="276"/>
            <ac:spMk id="18" creationId="{82580482-BA80-420A-8A05-C58E97F26B21}"/>
          </ac:spMkLst>
        </pc:spChg>
        <pc:grpChg chg="add del">
          <ac:chgData name="Musfikur Rahaman" userId="S::mrahaman@atu.edu::e2f71e0a-9e23-4ee5-8ed6-9379dcf14f3b" providerId="AD" clId="Web-{0214257D-3891-92A7-FC64-B6590F04B27A}" dt="2023-03-24T16:41:41.664" v="217"/>
          <ac:grpSpMkLst>
            <pc:docMk/>
            <pc:sldMk cId="2221486764" sldId="276"/>
            <ac:grpSpMk id="10" creationId="{DC9608D4-CD9C-4B8B-88DC-8055C0325C72}"/>
          </ac:grpSpMkLst>
        </pc:grpChg>
        <pc:picChg chg="add del">
          <ac:chgData name="Musfikur Rahaman" userId="S::mrahaman@atu.edu::e2f71e0a-9e23-4ee5-8ed6-9379dcf14f3b" providerId="AD" clId="Web-{0214257D-3891-92A7-FC64-B6590F04B27A}" dt="2023-03-24T16:41:41.664" v="217"/>
          <ac:picMkLst>
            <pc:docMk/>
            <pc:sldMk cId="2221486764" sldId="276"/>
            <ac:picMk id="4" creationId="{17892631-495D-E4D5-F17A-345BCA37D286}"/>
          </ac:picMkLst>
        </pc:picChg>
        <pc:picChg chg="add">
          <ac:chgData name="Musfikur Rahaman" userId="S::mrahaman@atu.edu::e2f71e0a-9e23-4ee5-8ed6-9379dcf14f3b" providerId="AD" clId="Web-{0214257D-3891-92A7-FC64-B6590F04B27A}" dt="2023-03-24T16:41:41.679" v="218"/>
          <ac:picMkLst>
            <pc:docMk/>
            <pc:sldMk cId="2221486764" sldId="276"/>
            <ac:picMk id="17" creationId="{1DC8AD0B-09D6-9EB7-EB0A-9CBF4846AC9D}"/>
          </ac:picMkLst>
        </pc:picChg>
      </pc:sldChg>
      <pc:sldChg chg="addSp delSp modSp new mod setBg">
        <pc:chgData name="Musfikur Rahaman" userId="S::mrahaman@atu.edu::e2f71e0a-9e23-4ee5-8ed6-9379dcf14f3b" providerId="AD" clId="Web-{0214257D-3891-92A7-FC64-B6590F04B27A}" dt="2023-03-24T17:06:24.563" v="453" actId="20577"/>
        <pc:sldMkLst>
          <pc:docMk/>
          <pc:sldMk cId="1510487195" sldId="277"/>
        </pc:sldMkLst>
        <pc:spChg chg="del">
          <ac:chgData name="Musfikur Rahaman" userId="S::mrahaman@atu.edu::e2f71e0a-9e23-4ee5-8ed6-9379dcf14f3b" providerId="AD" clId="Web-{0214257D-3891-92A7-FC64-B6590F04B27A}" dt="2023-03-24T16:44:46.483" v="261"/>
          <ac:spMkLst>
            <pc:docMk/>
            <pc:sldMk cId="1510487195" sldId="277"/>
            <ac:spMk id="2" creationId="{1C28200B-499E-B247-8A53-E156D8518C88}"/>
          </ac:spMkLst>
        </pc:spChg>
        <pc:spChg chg="del mod">
          <ac:chgData name="Musfikur Rahaman" userId="S::mrahaman@atu.edu::e2f71e0a-9e23-4ee5-8ed6-9379dcf14f3b" providerId="AD" clId="Web-{0214257D-3891-92A7-FC64-B6590F04B27A}" dt="2023-03-24T16:45:53.986" v="268"/>
          <ac:spMkLst>
            <pc:docMk/>
            <pc:sldMk cId="1510487195" sldId="277"/>
            <ac:spMk id="3" creationId="{2E2B7AAC-1F83-2C71-4030-7C8D28BE0867}"/>
          </ac:spMkLst>
        </pc:spChg>
        <pc:spChg chg="add mod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5" creationId="{9D1BD2C2-D8F2-6AC9-D491-7277E2DC0F8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5:53.986" v="268"/>
          <ac:spMkLst>
            <pc:docMk/>
            <pc:sldMk cId="1510487195" sldId="277"/>
            <ac:spMk id="8" creationId="{979E27D9-03C7-44E2-9FF8-15D0C8506AF7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5:53.986" v="268"/>
          <ac:spMkLst>
            <pc:docMk/>
            <pc:sldMk cId="1510487195" sldId="277"/>
            <ac:spMk id="10" creationId="{EEBF1590-3B36-48EE-A89D-3B6F3CB256A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5:53.986" v="268"/>
          <ac:spMkLst>
            <pc:docMk/>
            <pc:sldMk cId="1510487195" sldId="277"/>
            <ac:spMk id="12" creationId="{AC8F6C8C-AB5A-4548-942D-E3FD40ACBC4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18" creationId="{BACC6370-2D7E-4714-9D71-7542949D7D5D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20" creationId="{F68B3F68-107C-434F-AA38-110D5EA91B85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22" creationId="{AAD0DBB9-1A4B-4391-81D4-CB19F9AB918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24" creationId="{063BBA22-50EA-4C4D-BE05-F1CE4E63AA56}"/>
          </ac:spMkLst>
        </pc:spChg>
        <pc:spChg chg="add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29" creationId="{35DB3719-6FDC-4E5D-891D-FF40B7300F64}"/>
          </ac:spMkLst>
        </pc:spChg>
        <pc:spChg chg="add">
          <ac:chgData name="Musfikur Rahaman" userId="S::mrahaman@atu.edu::e2f71e0a-9e23-4ee5-8ed6-9379dcf14f3b" providerId="AD" clId="Web-{0214257D-3891-92A7-FC64-B6590F04B27A}" dt="2023-03-24T16:46:58.082" v="269"/>
          <ac:spMkLst>
            <pc:docMk/>
            <pc:sldMk cId="1510487195" sldId="277"/>
            <ac:spMk id="31" creationId="{E0CBAC23-2E3F-4A90-BA59-F8299F6A5439}"/>
          </ac:spMkLst>
        </pc:spChg>
        <pc:graphicFrameChg chg="add mod modGraphic">
          <ac:chgData name="Musfikur Rahaman" userId="S::mrahaman@atu.edu::e2f71e0a-9e23-4ee5-8ed6-9379dcf14f3b" providerId="AD" clId="Web-{0214257D-3891-92A7-FC64-B6590F04B27A}" dt="2023-03-24T17:06:24.563" v="453" actId="20577"/>
          <ac:graphicFrameMkLst>
            <pc:docMk/>
            <pc:sldMk cId="1510487195" sldId="277"/>
            <ac:graphicFrameMk id="14" creationId="{CDE114E9-120E-3D4E-82E7-84C15D4B5BBE}"/>
          </ac:graphicFrameMkLst>
        </pc:graphicFrameChg>
      </pc:sldChg>
      <pc:sldChg chg="addSp delSp modSp new mod setBg">
        <pc:chgData name="Musfikur Rahaman" userId="S::mrahaman@atu.edu::e2f71e0a-9e23-4ee5-8ed6-9379dcf14f3b" providerId="AD" clId="Web-{0214257D-3891-92A7-FC64-B6590F04B27A}" dt="2023-03-24T17:03:16.228" v="432" actId="1076"/>
        <pc:sldMkLst>
          <pc:docMk/>
          <pc:sldMk cId="4225854283" sldId="278"/>
        </pc:sldMkLst>
        <pc:spChg chg="mod">
          <ac:chgData name="Musfikur Rahaman" userId="S::mrahaman@atu.edu::e2f71e0a-9e23-4ee5-8ed6-9379dcf14f3b" providerId="AD" clId="Web-{0214257D-3891-92A7-FC64-B6590F04B27A}" dt="2023-03-24T17:03:16.228" v="432" actId="1076"/>
          <ac:spMkLst>
            <pc:docMk/>
            <pc:sldMk cId="4225854283" sldId="278"/>
            <ac:spMk id="2" creationId="{5EA228BA-CCB6-CFF8-097C-8E23F03C67E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54.524" v="293"/>
          <ac:spMkLst>
            <pc:docMk/>
            <pc:sldMk cId="4225854283" sldId="278"/>
            <ac:spMk id="3" creationId="{7CBD829B-BEF6-D6E3-AB26-2EA9B36D144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54.508" v="292"/>
          <ac:spMkLst>
            <pc:docMk/>
            <pc:sldMk cId="4225854283" sldId="278"/>
            <ac:spMk id="8" creationId="{32D45EE4-C4F0-4F72-B1C6-39F596D138A9}"/>
          </ac:spMkLst>
        </pc:spChg>
        <pc:spChg chg="add">
          <ac:chgData name="Musfikur Rahaman" userId="S::mrahaman@atu.edu::e2f71e0a-9e23-4ee5-8ed6-9379dcf14f3b" providerId="AD" clId="Web-{0214257D-3891-92A7-FC64-B6590F04B27A}" dt="2023-03-24T16:48:54.524" v="293"/>
          <ac:spMkLst>
            <pc:docMk/>
            <pc:sldMk cId="4225854283" sldId="278"/>
            <ac:spMk id="9" creationId="{9B7AD9F6-8CE7-4299-8FC6-328F4DCD3FF9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54.508" v="292"/>
          <ac:spMkLst>
            <pc:docMk/>
            <pc:sldMk cId="4225854283" sldId="278"/>
            <ac:spMk id="10" creationId="{8C459BAD-4279-4A9D-B0C5-662C5F5ED21F}"/>
          </ac:spMkLst>
        </pc:spChg>
        <pc:spChg chg="add">
          <ac:chgData name="Musfikur Rahaman" userId="S::mrahaman@atu.edu::e2f71e0a-9e23-4ee5-8ed6-9379dcf14f3b" providerId="AD" clId="Web-{0214257D-3891-92A7-FC64-B6590F04B27A}" dt="2023-03-24T16:48:54.524" v="293"/>
          <ac:spMkLst>
            <pc:docMk/>
            <pc:sldMk cId="4225854283" sldId="278"/>
            <ac:spMk id="11" creationId="{82580482-BA80-420A-8A05-C58E97F26B2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54.508" v="292"/>
          <ac:spMkLst>
            <pc:docMk/>
            <pc:sldMk cId="4225854283" sldId="278"/>
            <ac:spMk id="12" creationId="{0953BC39-9D68-40BE-BF3C-5C4EB782AF94}"/>
          </ac:spMkLst>
        </pc:spChg>
        <pc:picChg chg="add">
          <ac:chgData name="Musfikur Rahaman" userId="S::mrahaman@atu.edu::e2f71e0a-9e23-4ee5-8ed6-9379dcf14f3b" providerId="AD" clId="Web-{0214257D-3891-92A7-FC64-B6590F04B27A}" dt="2023-03-24T16:48:54.524" v="293"/>
          <ac:picMkLst>
            <pc:docMk/>
            <pc:sldMk cId="4225854283" sldId="278"/>
            <ac:picMk id="5" creationId="{EA7F70AA-6510-42E5-9DDE-8C1AD2770106}"/>
          </ac:picMkLst>
        </pc:picChg>
      </pc:sldChg>
      <pc:sldChg chg="addSp delSp modSp new mod setBg">
        <pc:chgData name="Musfikur Rahaman" userId="S::mrahaman@atu.edu::e2f71e0a-9e23-4ee5-8ed6-9379dcf14f3b" providerId="AD" clId="Web-{0214257D-3891-92A7-FC64-B6590F04B27A}" dt="2023-03-24T16:48:46.570" v="290"/>
        <pc:sldMkLst>
          <pc:docMk/>
          <pc:sldMk cId="2917788106" sldId="279"/>
        </pc:sldMkLst>
        <pc:spChg chg="mod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2" creationId="{255E29D0-CA4A-C820-3507-37B35E9A2B16}"/>
          </ac:spMkLst>
        </pc:spChg>
        <pc:spChg chg="del mod">
          <ac:chgData name="Musfikur Rahaman" userId="S::mrahaman@atu.edu::e2f71e0a-9e23-4ee5-8ed6-9379dcf14f3b" providerId="AD" clId="Web-{0214257D-3891-92A7-FC64-B6590F04B27A}" dt="2023-03-24T16:48:29.445" v="287"/>
          <ac:spMkLst>
            <pc:docMk/>
            <pc:sldMk cId="2917788106" sldId="279"/>
            <ac:spMk id="3" creationId="{D30D0304-DCED-5E8D-968F-51A880906D6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8" creationId="{09588DA8-065E-4F6F-8EFD-43104AB2E0CF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10" creationId="{C4285719-470E-454C-AF62-8323075F1F5B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12" creationId="{CD9FE4EF-C4D8-49A0-B2FF-81D8DB7D8A24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14" creationId="{4300840D-0A0B-4512-BACA-B439D5B9C57C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16" creationId="{D2B78728-A580-49A7-84F9-6EF6F583ADE0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18" creationId="{38FAA1A1-D861-433F-88FA-1E9D6FD31D11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20" creationId="{8D71EDA1-87BF-4D5D-AB79-F346FD19278A}"/>
          </ac:spMkLst>
        </pc:spChg>
        <pc:spChg chg="add del">
          <ac:chgData name="Musfikur Rahaman" userId="S::mrahaman@atu.edu::e2f71e0a-9e23-4ee5-8ed6-9379dcf14f3b" providerId="AD" clId="Web-{0214257D-3891-92A7-FC64-B6590F04B27A}" dt="2023-03-24T16:48:46.570" v="289"/>
          <ac:spMkLst>
            <pc:docMk/>
            <pc:sldMk cId="2917788106" sldId="279"/>
            <ac:spMk id="27" creationId="{D0581B61-EB9C-4FED-8E62-AE74FB0BC83F}"/>
          </ac:spMkLst>
        </pc:spChg>
        <pc:spChg chg="add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36" creationId="{C59AB4C8-9178-4F7A-8404-6890510B5917}"/>
          </ac:spMkLst>
        </pc:spChg>
        <pc:spChg chg="add">
          <ac:chgData name="Musfikur Rahaman" userId="S::mrahaman@atu.edu::e2f71e0a-9e23-4ee5-8ed6-9379dcf14f3b" providerId="AD" clId="Web-{0214257D-3891-92A7-FC64-B6590F04B27A}" dt="2023-03-24T16:48:46.570" v="290"/>
          <ac:spMkLst>
            <pc:docMk/>
            <pc:sldMk cId="2917788106" sldId="279"/>
            <ac:spMk id="37" creationId="{4CFDFB37-4BC7-42C6-915D-A6609139BFE7}"/>
          </ac:spMkLst>
        </pc:spChg>
        <pc:grpChg chg="add del">
          <ac:chgData name="Musfikur Rahaman" userId="S::mrahaman@atu.edu::e2f71e0a-9e23-4ee5-8ed6-9379dcf14f3b" providerId="AD" clId="Web-{0214257D-3891-92A7-FC64-B6590F04B27A}" dt="2023-03-24T16:48:46.570" v="289"/>
          <ac:grpSpMkLst>
            <pc:docMk/>
            <pc:sldMk cId="2917788106" sldId="279"/>
            <ac:grpSpMk id="29" creationId="{39198901-5716-4C59-8560-9B4B17388654}"/>
          </ac:grpSpMkLst>
        </pc:grpChg>
        <pc:picChg chg="add del">
          <ac:chgData name="Musfikur Rahaman" userId="S::mrahaman@atu.edu::e2f71e0a-9e23-4ee5-8ed6-9379dcf14f3b" providerId="AD" clId="Web-{0214257D-3891-92A7-FC64-B6590F04B27A}" dt="2023-03-24T16:48:46.570" v="289"/>
          <ac:picMkLst>
            <pc:docMk/>
            <pc:sldMk cId="2917788106" sldId="279"/>
            <ac:picMk id="24" creationId="{6AFB4CB6-2F56-5EFD-34CE-FFD129A1DCFF}"/>
          </ac:picMkLst>
        </pc:picChg>
        <pc:picChg chg="add">
          <ac:chgData name="Musfikur Rahaman" userId="S::mrahaman@atu.edu::e2f71e0a-9e23-4ee5-8ed6-9379dcf14f3b" providerId="AD" clId="Web-{0214257D-3891-92A7-FC64-B6590F04B27A}" dt="2023-03-24T16:48:46.570" v="290"/>
          <ac:picMkLst>
            <pc:docMk/>
            <pc:sldMk cId="2917788106" sldId="279"/>
            <ac:picMk id="38" creationId="{CD84666C-A52E-AAEE-78C2-9CFE68F82571}"/>
          </ac:picMkLst>
        </pc:picChg>
      </pc:sldChg>
    </pc:docChg>
  </pc:docChgLst>
  <pc:docChgLst>
    <pc:chgData name="Robin Ghosh" userId="S::rghosh@atu.edu::cea01928-5504-4796-84c1-be75077cd5de" providerId="AD" clId="Web-{93FAA402-501A-08A7-062B-71F9A445F19A}"/>
    <pc:docChg chg="modSld">
      <pc:chgData name="Robin Ghosh" userId="S::rghosh@atu.edu::cea01928-5504-4796-84c1-be75077cd5de" providerId="AD" clId="Web-{93FAA402-501A-08A7-062B-71F9A445F19A}" dt="2023-03-29T15:06:47.220" v="7" actId="20577"/>
      <pc:docMkLst>
        <pc:docMk/>
      </pc:docMkLst>
      <pc:sldChg chg="modSp">
        <pc:chgData name="Robin Ghosh" userId="S::rghosh@atu.edu::cea01928-5504-4796-84c1-be75077cd5de" providerId="AD" clId="Web-{93FAA402-501A-08A7-062B-71F9A445F19A}" dt="2023-03-29T15:06:47.220" v="7" actId="20577"/>
        <pc:sldMkLst>
          <pc:docMk/>
          <pc:sldMk cId="2644274556" sldId="261"/>
        </pc:sldMkLst>
        <pc:spChg chg="mod">
          <ac:chgData name="Robin Ghosh" userId="S::rghosh@atu.edu::cea01928-5504-4796-84c1-be75077cd5de" providerId="AD" clId="Web-{93FAA402-501A-08A7-062B-71F9A445F19A}" dt="2023-03-29T15:06:47.220" v="7" actId="20577"/>
          <ac:spMkLst>
            <pc:docMk/>
            <pc:sldMk cId="2644274556" sldId="261"/>
            <ac:spMk id="2" creationId="{C3C7055D-7EB4-17E4-A39A-4257C591508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2104)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grant.xlsx]Prog I'!$Y$18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grant.xlsx]Prog I'!$Z$17:$AC$17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grant.xlsx]Prog I'!$Z$18:$AC$18</c:f>
              <c:numCache>
                <c:formatCode>0.00%</c:formatCode>
                <c:ptCount val="4"/>
                <c:pt idx="0" formatCode="0%">
                  <c:v>0.32</c:v>
                </c:pt>
                <c:pt idx="1">
                  <c:v>0.35699999999999998</c:v>
                </c:pt>
                <c:pt idx="2">
                  <c:v>0.23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C4-4435-B105-6AFB5816D4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4"/>
        <c:axId val="2014579024"/>
        <c:axId val="2014601072"/>
      </c:barChart>
      <c:catAx>
        <c:axId val="201457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601072"/>
        <c:crosses val="autoZero"/>
        <c:auto val="1"/>
        <c:lblAlgn val="ctr"/>
        <c:lblOffset val="100"/>
        <c:noMultiLvlLbl val="0"/>
      </c:catAx>
      <c:valAx>
        <c:axId val="201460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5790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2203)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grant.xlsx]Prog II'!$AC$11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  <a:prstDash val="solid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grant.xlsx]Prog II'!$AD$10:$AG$10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grant.xlsx]Prog II'!$AD$11:$AG$11</c:f>
              <c:numCache>
                <c:formatCode>0%</c:formatCode>
                <c:ptCount val="4"/>
                <c:pt idx="0">
                  <c:v>0.35</c:v>
                </c:pt>
                <c:pt idx="1">
                  <c:v>0.33300000000000002</c:v>
                </c:pt>
                <c:pt idx="2">
                  <c:v>0.153</c:v>
                </c:pt>
                <c:pt idx="3" formatCode="0.00%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CC-4002-B41A-F248B75A48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43168480"/>
        <c:axId val="2043158912"/>
      </c:barChart>
      <c:catAx>
        <c:axId val="2043168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3158912"/>
        <c:crosses val="autoZero"/>
        <c:auto val="1"/>
        <c:lblAlgn val="ctr"/>
        <c:lblOffset val="100"/>
        <c:noMultiLvlLbl val="0"/>
      </c:catAx>
      <c:valAx>
        <c:axId val="204315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31684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2213)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grant.xlsx]Data Str'!$AA$11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  <a:prstDash val="solid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grant.xlsx]Data Str'!$AB$10:$AE$10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grant.xlsx]Data Str'!$AB$11:$AE$11</c:f>
              <c:numCache>
                <c:formatCode>0.0%</c:formatCode>
                <c:ptCount val="4"/>
                <c:pt idx="0" formatCode="0%">
                  <c:v>0.27</c:v>
                </c:pt>
                <c:pt idx="1">
                  <c:v>0.13300000000000001</c:v>
                </c:pt>
                <c:pt idx="2" formatCode="0%">
                  <c:v>0</c:v>
                </c:pt>
                <c:pt idx="3" formatCode="0.00%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B4-43D1-B3D4-AD8BCE4E4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455184"/>
        <c:axId val="106440624"/>
      </c:barChart>
      <c:catAx>
        <c:axId val="106455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40624"/>
        <c:crosses val="autoZero"/>
        <c:auto val="1"/>
        <c:lblAlgn val="ctr"/>
        <c:lblOffset val="100"/>
        <c:noMultiLvlLbl val="0"/>
      </c:catAx>
      <c:valAx>
        <c:axId val="106440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551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C_A2F284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264343-C205-43E6-A30B-69C415B405F4}" authorId="{53E50464-C4EE-0B66-EFEF-4EEBE8BE1EB2}" status="resolved" created="2023-03-27T14:49:01.344" complete="100000">
    <pc:sldMkLst xmlns:pc="http://schemas.microsoft.com/office/powerpoint/2013/main/command">
      <pc:docMk/>
      <pc:sldMk cId="2733802601" sldId="268"/>
    </pc:sldMkLst>
    <p188:txBody>
      <a:bodyPr/>
      <a:lstStyle/>
      <a:p>
        <a:r>
          <a:rPr lang="en-US"/>
          <a:t>[@Musfikur Rahaman] make the border same for all three figures</a:t>
        </a:r>
      </a:p>
    </p188:txBody>
  </p188:cm>
</p188:cmLst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86FAF8-9970-41D2-8718-D93F6D43D4DB}" authorId="{53E50464-C4EE-0B66-EFEF-4EEBE8BE1EB2}" status="resolved" created="2023-03-27T15:01:09.88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9857222" sldId="256"/>
      <ac:spMk id="4" creationId="{2D19EF6C-676C-B86D-7C39-EC4155F06424}"/>
    </ac:deMkLst>
    <p188:txBody>
      <a:bodyPr/>
      <a:lstStyle/>
      <a:p>
        <a:r>
          <a:rPr lang="en-US"/>
          <a:t>[@Musfikur Rahaman] give the ATU logo here</a:t>
        </a:r>
      </a:p>
    </p188:txBody>
  </p188:cm>
</p188:cmLst>
</file>

<file path=ppt/comments/modernComment_104_9CADBC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9D7D14-08C4-40F5-8D66-13B1EEF02907}" authorId="{53E50464-C4EE-0B66-EFEF-4EEBE8BE1EB2}" status="resolved" created="2023-03-27T15:02:47.35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28631662" sldId="260"/>
      <ac:spMk id="2" creationId="{806A82EF-C458-689E-8405-F34D1F7DF74D}"/>
    </ac:deMkLst>
    <p188:txBody>
      <a:bodyPr/>
      <a:lstStyle/>
      <a:p>
        <a:r>
          <a:rPr lang="en-US"/>
          <a:t>[@Musfikur Rahaman] make all the heading same size front</a:t>
        </a:r>
      </a:p>
    </p188:txBody>
  </p188:cm>
</p188:cmLst>
</file>

<file path=ppt/comments/modernComment_107_F521D2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2EBCC9-D3CF-454D-A180-5AFB92D71D11}" authorId="{956C5608-5AC0-6FFB-5FDE-F4AC37942DDB}" status="resolved" created="2023-03-27T16:16:51.067" complete="100000">
    <pc:sldMkLst xmlns:pc="http://schemas.microsoft.com/office/powerpoint/2013/main/command">
      <pc:docMk/>
      <pc:sldMk cId="4112634525" sldId="263"/>
    </pc:sldMkLst>
    <p188:txBody>
      <a:bodyPr/>
      <a:lstStyle/>
      <a:p>
        <a:r>
          <a:rPr lang="en-US"/>
          <a:t>It would be better to increase the font size here and on the next slide.</a:t>
        </a:r>
      </a:p>
    </p188:txBody>
  </p188:cm>
</p188:cmLst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33A60D-15F8-4BBD-9AAA-18F763D6B7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9F14D3-7C50-4DEE-85C7-87ACD19A7D96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Every year students from STEM major take 3 PS courses :</a:t>
          </a:r>
        </a:p>
      </dgm:t>
    </dgm:pt>
    <dgm:pt modelId="{6259D0C7-9FA7-49E2-B478-9F1844F453C9}" type="parTrans" cxnId="{506DF794-9B5F-4174-9808-4E0BCEE4A263}">
      <dgm:prSet/>
      <dgm:spPr/>
      <dgm:t>
        <a:bodyPr/>
        <a:lstStyle/>
        <a:p>
          <a:endParaRPr lang="en-US"/>
        </a:p>
      </dgm:t>
    </dgm:pt>
    <dgm:pt modelId="{FB123EFA-C311-46A9-9E4E-1C197F8BB7D4}" type="sibTrans" cxnId="{506DF794-9B5F-4174-9808-4E0BCEE4A263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6ABFE642-7233-453E-838C-03C699F46FA0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Programming I(COMS 2104)</a:t>
          </a:r>
        </a:p>
      </dgm:t>
    </dgm:pt>
    <dgm:pt modelId="{012A5013-98C4-4E3A-9D32-CC1936F17120}" type="parTrans" cxnId="{8F14BBA9-CC5E-4898-965C-267BC445FC61}">
      <dgm:prSet/>
      <dgm:spPr/>
      <dgm:t>
        <a:bodyPr/>
        <a:lstStyle/>
        <a:p>
          <a:endParaRPr lang="en-US"/>
        </a:p>
      </dgm:t>
    </dgm:pt>
    <dgm:pt modelId="{50379087-08C7-4D64-A8A4-BF81CF47703A}" type="sibTrans" cxnId="{8F14BBA9-CC5E-4898-965C-267BC445FC61}">
      <dgm:prSet/>
      <dgm:spPr/>
      <dgm:t>
        <a:bodyPr/>
        <a:lstStyle/>
        <a:p>
          <a:endParaRPr lang="en-US"/>
        </a:p>
      </dgm:t>
    </dgm:pt>
    <dgm:pt modelId="{DCBB9649-94E6-4DED-9567-C0ED380D7D09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Programming II(COMS 2203)</a:t>
          </a:r>
        </a:p>
      </dgm:t>
    </dgm:pt>
    <dgm:pt modelId="{58DCE659-F171-47C6-9182-BF36361D446E}" type="parTrans" cxnId="{0F06F803-9E48-4699-9EC1-1FB3B4AAC0CD}">
      <dgm:prSet/>
      <dgm:spPr/>
      <dgm:t>
        <a:bodyPr/>
        <a:lstStyle/>
        <a:p>
          <a:endParaRPr lang="en-US"/>
        </a:p>
      </dgm:t>
    </dgm:pt>
    <dgm:pt modelId="{1EF719A2-B823-48C8-8C4B-6AD572C9AB31}" type="sibTrans" cxnId="{0F06F803-9E48-4699-9EC1-1FB3B4AAC0CD}">
      <dgm:prSet/>
      <dgm:spPr/>
      <dgm:t>
        <a:bodyPr/>
        <a:lstStyle/>
        <a:p>
          <a:endParaRPr lang="en-US"/>
        </a:p>
      </dgm:t>
    </dgm:pt>
    <dgm:pt modelId="{40F75F13-8902-4527-B3BE-5F8E0379E3FE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Data Structures (COMS 2213)</a:t>
          </a:r>
        </a:p>
      </dgm:t>
    </dgm:pt>
    <dgm:pt modelId="{C2F07542-6CBE-4506-8E9F-DDCF0D7D0C34}" type="parTrans" cxnId="{62ACE450-3D0E-48CB-A602-823C51AB3AEB}">
      <dgm:prSet/>
      <dgm:spPr/>
      <dgm:t>
        <a:bodyPr/>
        <a:lstStyle/>
        <a:p>
          <a:endParaRPr lang="en-US"/>
        </a:p>
      </dgm:t>
    </dgm:pt>
    <dgm:pt modelId="{644C3040-2AA7-408D-9C5C-9B757C020F0F}" type="sibTrans" cxnId="{62ACE450-3D0E-48CB-A602-823C51AB3AEB}">
      <dgm:prSet/>
      <dgm:spPr/>
      <dgm:t>
        <a:bodyPr/>
        <a:lstStyle/>
        <a:p>
          <a:endParaRPr lang="en-US"/>
        </a:p>
      </dgm:t>
    </dgm:pt>
    <dgm:pt modelId="{11FAA17D-948F-4BF3-B558-58733CF95908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Department of Engineering and Computing Science struggling to retain students.</a:t>
          </a:r>
        </a:p>
      </dgm:t>
    </dgm:pt>
    <dgm:pt modelId="{32382D1E-E5B0-4C59-8FCE-23802023F16E}" type="parTrans" cxnId="{CE818485-802D-47F2-BA10-432617E8E380}">
      <dgm:prSet/>
      <dgm:spPr/>
      <dgm:t>
        <a:bodyPr/>
        <a:lstStyle/>
        <a:p>
          <a:endParaRPr lang="en-US"/>
        </a:p>
      </dgm:t>
    </dgm:pt>
    <dgm:pt modelId="{B5D6FE31-3BB6-4FA6-B810-A077592C1F49}" type="sibTrans" cxnId="{CE818485-802D-47F2-BA10-432617E8E380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24EC6120-81C0-42DE-8A5D-E69DBB02052D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DFWI rate for those PS course from 2015-2019 was 32%, 35% and 27%.</a:t>
          </a:r>
        </a:p>
      </dgm:t>
    </dgm:pt>
    <dgm:pt modelId="{A1329A70-6E65-4F0A-927F-260250C520DC}" type="parTrans" cxnId="{9272E286-9902-4FBB-91C2-E4FCA1D524B1}">
      <dgm:prSet/>
      <dgm:spPr/>
      <dgm:t>
        <a:bodyPr/>
        <a:lstStyle/>
        <a:p>
          <a:endParaRPr lang="en-US"/>
        </a:p>
      </dgm:t>
    </dgm:pt>
    <dgm:pt modelId="{99756C8F-0BCD-45BF-A6F5-C98BF3CF7F55}" type="sibTrans" cxnId="{9272E286-9902-4FBB-91C2-E4FCA1D524B1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771D4439-5A85-4BAC-95D3-D34F6840D511}" type="pres">
      <dgm:prSet presAssocID="{D633A60D-15F8-4BBD-9AAA-18F763D6B756}" presName="Name0" presStyleCnt="0">
        <dgm:presLayoutVars>
          <dgm:animLvl val="lvl"/>
          <dgm:resizeHandles val="exact"/>
        </dgm:presLayoutVars>
      </dgm:prSet>
      <dgm:spPr/>
    </dgm:pt>
    <dgm:pt modelId="{23761753-1D60-4AA4-8FB9-6DF0C0753659}" type="pres">
      <dgm:prSet presAssocID="{389F14D3-7C50-4DEE-85C7-87ACD19A7D96}" presName="compositeNode" presStyleCnt="0">
        <dgm:presLayoutVars>
          <dgm:bulletEnabled val="1"/>
        </dgm:presLayoutVars>
      </dgm:prSet>
      <dgm:spPr/>
    </dgm:pt>
    <dgm:pt modelId="{DEB7BFD7-C69C-4EC0-9B68-54F6417665A5}" type="pres">
      <dgm:prSet presAssocID="{389F14D3-7C50-4DEE-85C7-87ACD19A7D96}" presName="bgRect" presStyleLbl="bgAccFollowNode1" presStyleIdx="0" presStyleCnt="3"/>
      <dgm:spPr/>
    </dgm:pt>
    <dgm:pt modelId="{255F1EC0-7B0A-42F2-A480-6DB8CE610A23}" type="pres">
      <dgm:prSet presAssocID="{FB123EFA-C311-46A9-9E4E-1C197F8BB7D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DEC5EBE-8C40-4F1A-A37B-7C539282FFFC}" type="pres">
      <dgm:prSet presAssocID="{389F14D3-7C50-4DEE-85C7-87ACD19A7D96}" presName="bottomLine" presStyleLbl="alignNode1" presStyleIdx="1" presStyleCnt="6">
        <dgm:presLayoutVars/>
      </dgm:prSet>
      <dgm:spPr/>
    </dgm:pt>
    <dgm:pt modelId="{BFEB2B86-0B70-4977-A974-FD14D026FDFB}" type="pres">
      <dgm:prSet presAssocID="{389F14D3-7C50-4DEE-85C7-87ACD19A7D96}" presName="nodeText" presStyleLbl="bgAccFollowNode1" presStyleIdx="0" presStyleCnt="3">
        <dgm:presLayoutVars>
          <dgm:bulletEnabled val="1"/>
        </dgm:presLayoutVars>
      </dgm:prSet>
      <dgm:spPr/>
    </dgm:pt>
    <dgm:pt modelId="{FD97DEEC-C337-4697-BAD8-96EFA0C4C91A}" type="pres">
      <dgm:prSet presAssocID="{FB123EFA-C311-46A9-9E4E-1C197F8BB7D4}" presName="sibTrans" presStyleCnt="0"/>
      <dgm:spPr/>
    </dgm:pt>
    <dgm:pt modelId="{BC7FDD03-3000-4E69-8AAF-E2A2721EA4AD}" type="pres">
      <dgm:prSet presAssocID="{11FAA17D-948F-4BF3-B558-58733CF95908}" presName="compositeNode" presStyleCnt="0">
        <dgm:presLayoutVars>
          <dgm:bulletEnabled val="1"/>
        </dgm:presLayoutVars>
      </dgm:prSet>
      <dgm:spPr/>
    </dgm:pt>
    <dgm:pt modelId="{2F8C40B9-7622-4D44-881D-12779EEEAC7C}" type="pres">
      <dgm:prSet presAssocID="{11FAA17D-948F-4BF3-B558-58733CF95908}" presName="bgRect" presStyleLbl="bgAccFollowNode1" presStyleIdx="1" presStyleCnt="3"/>
      <dgm:spPr/>
    </dgm:pt>
    <dgm:pt modelId="{ECEF3B47-6B5A-443C-A971-F35AD1C2C48E}" type="pres">
      <dgm:prSet presAssocID="{B5D6FE31-3BB6-4FA6-B810-A077592C1F4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D6F98EC-3851-4A52-9FBB-6BB12F70EBD8}" type="pres">
      <dgm:prSet presAssocID="{11FAA17D-948F-4BF3-B558-58733CF95908}" presName="bottomLine" presStyleLbl="alignNode1" presStyleIdx="3" presStyleCnt="6">
        <dgm:presLayoutVars/>
      </dgm:prSet>
      <dgm:spPr/>
    </dgm:pt>
    <dgm:pt modelId="{F60FA361-B7FA-4AEA-B9DF-9D32996AC96E}" type="pres">
      <dgm:prSet presAssocID="{11FAA17D-948F-4BF3-B558-58733CF95908}" presName="nodeText" presStyleLbl="bgAccFollowNode1" presStyleIdx="1" presStyleCnt="3">
        <dgm:presLayoutVars>
          <dgm:bulletEnabled val="1"/>
        </dgm:presLayoutVars>
      </dgm:prSet>
      <dgm:spPr/>
    </dgm:pt>
    <dgm:pt modelId="{C7C4E8D2-F594-4816-BF27-F7142D31BD04}" type="pres">
      <dgm:prSet presAssocID="{B5D6FE31-3BB6-4FA6-B810-A077592C1F49}" presName="sibTrans" presStyleCnt="0"/>
      <dgm:spPr/>
    </dgm:pt>
    <dgm:pt modelId="{DF06B129-1FF4-4337-A0C2-1084CC3DFC55}" type="pres">
      <dgm:prSet presAssocID="{24EC6120-81C0-42DE-8A5D-E69DBB02052D}" presName="compositeNode" presStyleCnt="0">
        <dgm:presLayoutVars>
          <dgm:bulletEnabled val="1"/>
        </dgm:presLayoutVars>
      </dgm:prSet>
      <dgm:spPr/>
    </dgm:pt>
    <dgm:pt modelId="{965FA5B7-123C-44EB-8A94-11B61BE67221}" type="pres">
      <dgm:prSet presAssocID="{24EC6120-81C0-42DE-8A5D-E69DBB02052D}" presName="bgRect" presStyleLbl="bgAccFollowNode1" presStyleIdx="2" presStyleCnt="3"/>
      <dgm:spPr/>
    </dgm:pt>
    <dgm:pt modelId="{D1B68041-2467-41DA-A56B-11CD8B0B8093}" type="pres">
      <dgm:prSet presAssocID="{99756C8F-0BCD-45BF-A6F5-C98BF3CF7F5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0EBBE07-2132-4597-8C91-D9D5194CC11D}" type="pres">
      <dgm:prSet presAssocID="{24EC6120-81C0-42DE-8A5D-E69DBB02052D}" presName="bottomLine" presStyleLbl="alignNode1" presStyleIdx="5" presStyleCnt="6">
        <dgm:presLayoutVars/>
      </dgm:prSet>
      <dgm:spPr/>
    </dgm:pt>
    <dgm:pt modelId="{11D61BA8-4CF8-4E64-9454-AD73E1BD4EEA}" type="pres">
      <dgm:prSet presAssocID="{24EC6120-81C0-42DE-8A5D-E69DBB02052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0F06F803-9E48-4699-9EC1-1FB3B4AAC0CD}" srcId="{389F14D3-7C50-4DEE-85C7-87ACD19A7D96}" destId="{DCBB9649-94E6-4DED-9567-C0ED380D7D09}" srcOrd="1" destOrd="0" parTransId="{58DCE659-F171-47C6-9182-BF36361D446E}" sibTransId="{1EF719A2-B823-48C8-8C4B-6AD572C9AB31}"/>
    <dgm:cxn modelId="{32CD3925-017A-4528-996B-5F1CF50C3960}" type="presOf" srcId="{389F14D3-7C50-4DEE-85C7-87ACD19A7D96}" destId="{BFEB2B86-0B70-4977-A974-FD14D026FDFB}" srcOrd="1" destOrd="0" presId="urn:microsoft.com/office/officeart/2016/7/layout/BasicLinearProcessNumbered"/>
    <dgm:cxn modelId="{B2477430-383F-4007-8F37-C6823415BF1B}" type="presOf" srcId="{D633A60D-15F8-4BBD-9AAA-18F763D6B756}" destId="{771D4439-5A85-4BAC-95D3-D34F6840D511}" srcOrd="0" destOrd="0" presId="urn:microsoft.com/office/officeart/2016/7/layout/BasicLinearProcessNumbered"/>
    <dgm:cxn modelId="{CE2D8140-A69C-4FBF-A132-0BD0E8ED0F20}" type="presOf" srcId="{FB123EFA-C311-46A9-9E4E-1C197F8BB7D4}" destId="{255F1EC0-7B0A-42F2-A480-6DB8CE610A23}" srcOrd="0" destOrd="0" presId="urn:microsoft.com/office/officeart/2016/7/layout/BasicLinearProcessNumbered"/>
    <dgm:cxn modelId="{4EE5C86A-3F56-4F7B-9BDC-1E5C79291F26}" type="presOf" srcId="{6ABFE642-7233-453E-838C-03C699F46FA0}" destId="{BFEB2B86-0B70-4977-A974-FD14D026FDFB}" srcOrd="0" destOrd="1" presId="urn:microsoft.com/office/officeart/2016/7/layout/BasicLinearProcessNumbered"/>
    <dgm:cxn modelId="{62ACE450-3D0E-48CB-A602-823C51AB3AEB}" srcId="{389F14D3-7C50-4DEE-85C7-87ACD19A7D96}" destId="{40F75F13-8902-4527-B3BE-5F8E0379E3FE}" srcOrd="2" destOrd="0" parTransId="{C2F07542-6CBE-4506-8E9F-DDCF0D7D0C34}" sibTransId="{644C3040-2AA7-408D-9C5C-9B757C020F0F}"/>
    <dgm:cxn modelId="{42E85B59-D7D6-4F97-AF72-07C694588E75}" type="presOf" srcId="{11FAA17D-948F-4BF3-B558-58733CF95908}" destId="{2F8C40B9-7622-4D44-881D-12779EEEAC7C}" srcOrd="0" destOrd="0" presId="urn:microsoft.com/office/officeart/2016/7/layout/BasicLinearProcessNumbered"/>
    <dgm:cxn modelId="{CE818485-802D-47F2-BA10-432617E8E380}" srcId="{D633A60D-15F8-4BBD-9AAA-18F763D6B756}" destId="{11FAA17D-948F-4BF3-B558-58733CF95908}" srcOrd="1" destOrd="0" parTransId="{32382D1E-E5B0-4C59-8FCE-23802023F16E}" sibTransId="{B5D6FE31-3BB6-4FA6-B810-A077592C1F49}"/>
    <dgm:cxn modelId="{9272E286-9902-4FBB-91C2-E4FCA1D524B1}" srcId="{D633A60D-15F8-4BBD-9AAA-18F763D6B756}" destId="{24EC6120-81C0-42DE-8A5D-E69DBB02052D}" srcOrd="2" destOrd="0" parTransId="{A1329A70-6E65-4F0A-927F-260250C520DC}" sibTransId="{99756C8F-0BCD-45BF-A6F5-C98BF3CF7F55}"/>
    <dgm:cxn modelId="{8AFE758D-A43A-4715-BC04-D8CC1E880C21}" type="presOf" srcId="{11FAA17D-948F-4BF3-B558-58733CF95908}" destId="{F60FA361-B7FA-4AEA-B9DF-9D32996AC96E}" srcOrd="1" destOrd="0" presId="urn:microsoft.com/office/officeart/2016/7/layout/BasicLinearProcessNumbered"/>
    <dgm:cxn modelId="{506DF794-9B5F-4174-9808-4E0BCEE4A263}" srcId="{D633A60D-15F8-4BBD-9AAA-18F763D6B756}" destId="{389F14D3-7C50-4DEE-85C7-87ACD19A7D96}" srcOrd="0" destOrd="0" parTransId="{6259D0C7-9FA7-49E2-B478-9F1844F453C9}" sibTransId="{FB123EFA-C311-46A9-9E4E-1C197F8BB7D4}"/>
    <dgm:cxn modelId="{8F14BBA9-CC5E-4898-965C-267BC445FC61}" srcId="{389F14D3-7C50-4DEE-85C7-87ACD19A7D96}" destId="{6ABFE642-7233-453E-838C-03C699F46FA0}" srcOrd="0" destOrd="0" parTransId="{012A5013-98C4-4E3A-9D32-CC1936F17120}" sibTransId="{50379087-08C7-4D64-A8A4-BF81CF47703A}"/>
    <dgm:cxn modelId="{749012B4-6502-4853-8385-0B1772FE9EF5}" type="presOf" srcId="{24EC6120-81C0-42DE-8A5D-E69DBB02052D}" destId="{11D61BA8-4CF8-4E64-9454-AD73E1BD4EEA}" srcOrd="1" destOrd="0" presId="urn:microsoft.com/office/officeart/2016/7/layout/BasicLinearProcessNumbered"/>
    <dgm:cxn modelId="{701D41B9-0F37-450F-91E0-80DC13FF32D8}" type="presOf" srcId="{389F14D3-7C50-4DEE-85C7-87ACD19A7D96}" destId="{DEB7BFD7-C69C-4EC0-9B68-54F6417665A5}" srcOrd="0" destOrd="0" presId="urn:microsoft.com/office/officeart/2016/7/layout/BasicLinearProcessNumbered"/>
    <dgm:cxn modelId="{B62136BD-79E1-41FC-91DF-6C9BC6D2547A}" type="presOf" srcId="{24EC6120-81C0-42DE-8A5D-E69DBB02052D}" destId="{965FA5B7-123C-44EB-8A94-11B61BE67221}" srcOrd="0" destOrd="0" presId="urn:microsoft.com/office/officeart/2016/7/layout/BasicLinearProcessNumbered"/>
    <dgm:cxn modelId="{223BBFCE-44BA-4389-BA6D-F0702A995E5E}" type="presOf" srcId="{B5D6FE31-3BB6-4FA6-B810-A077592C1F49}" destId="{ECEF3B47-6B5A-443C-A971-F35AD1C2C48E}" srcOrd="0" destOrd="0" presId="urn:microsoft.com/office/officeart/2016/7/layout/BasicLinearProcessNumbered"/>
    <dgm:cxn modelId="{F2BE6ED7-D32D-450B-872C-EF0B7CD0A977}" type="presOf" srcId="{DCBB9649-94E6-4DED-9567-C0ED380D7D09}" destId="{BFEB2B86-0B70-4977-A974-FD14D026FDFB}" srcOrd="0" destOrd="2" presId="urn:microsoft.com/office/officeart/2016/7/layout/BasicLinearProcessNumbered"/>
    <dgm:cxn modelId="{7889AEEB-35D7-4F06-9019-7D3BFF94FC8C}" type="presOf" srcId="{99756C8F-0BCD-45BF-A6F5-C98BF3CF7F55}" destId="{D1B68041-2467-41DA-A56B-11CD8B0B8093}" srcOrd="0" destOrd="0" presId="urn:microsoft.com/office/officeart/2016/7/layout/BasicLinearProcessNumbered"/>
    <dgm:cxn modelId="{960933F6-AA40-4744-B2C2-F7D4D383DBAF}" type="presOf" srcId="{40F75F13-8902-4527-B3BE-5F8E0379E3FE}" destId="{BFEB2B86-0B70-4977-A974-FD14D026FDFB}" srcOrd="0" destOrd="3" presId="urn:microsoft.com/office/officeart/2016/7/layout/BasicLinearProcessNumbered"/>
    <dgm:cxn modelId="{B5F7FA2D-5229-4210-B6A3-59D22D1B38BE}" type="presParOf" srcId="{771D4439-5A85-4BAC-95D3-D34F6840D511}" destId="{23761753-1D60-4AA4-8FB9-6DF0C0753659}" srcOrd="0" destOrd="0" presId="urn:microsoft.com/office/officeart/2016/7/layout/BasicLinearProcessNumbered"/>
    <dgm:cxn modelId="{D9A33044-5B9F-403B-BA11-AAF64EB384AF}" type="presParOf" srcId="{23761753-1D60-4AA4-8FB9-6DF0C0753659}" destId="{DEB7BFD7-C69C-4EC0-9B68-54F6417665A5}" srcOrd="0" destOrd="0" presId="urn:microsoft.com/office/officeart/2016/7/layout/BasicLinearProcessNumbered"/>
    <dgm:cxn modelId="{1F17B534-1BAF-4243-A18E-4392CBEE16FA}" type="presParOf" srcId="{23761753-1D60-4AA4-8FB9-6DF0C0753659}" destId="{255F1EC0-7B0A-42F2-A480-6DB8CE610A23}" srcOrd="1" destOrd="0" presId="urn:microsoft.com/office/officeart/2016/7/layout/BasicLinearProcessNumbered"/>
    <dgm:cxn modelId="{63D11AE0-2211-430D-9A3D-705178F272C5}" type="presParOf" srcId="{23761753-1D60-4AA4-8FB9-6DF0C0753659}" destId="{0DEC5EBE-8C40-4F1A-A37B-7C539282FFFC}" srcOrd="2" destOrd="0" presId="urn:microsoft.com/office/officeart/2016/7/layout/BasicLinearProcessNumbered"/>
    <dgm:cxn modelId="{493BFB9C-3B56-475F-9C62-78CEA4177350}" type="presParOf" srcId="{23761753-1D60-4AA4-8FB9-6DF0C0753659}" destId="{BFEB2B86-0B70-4977-A974-FD14D026FDFB}" srcOrd="3" destOrd="0" presId="urn:microsoft.com/office/officeart/2016/7/layout/BasicLinearProcessNumbered"/>
    <dgm:cxn modelId="{F2E1D926-2010-496B-BAA5-D28D99FE83BC}" type="presParOf" srcId="{771D4439-5A85-4BAC-95D3-D34F6840D511}" destId="{FD97DEEC-C337-4697-BAD8-96EFA0C4C91A}" srcOrd="1" destOrd="0" presId="urn:microsoft.com/office/officeart/2016/7/layout/BasicLinearProcessNumbered"/>
    <dgm:cxn modelId="{A2ACF1E1-F06D-4C0B-8F15-B91558104815}" type="presParOf" srcId="{771D4439-5A85-4BAC-95D3-D34F6840D511}" destId="{BC7FDD03-3000-4E69-8AAF-E2A2721EA4AD}" srcOrd="2" destOrd="0" presId="urn:microsoft.com/office/officeart/2016/7/layout/BasicLinearProcessNumbered"/>
    <dgm:cxn modelId="{89DD2FB5-773F-417C-8D78-061542DE4DF8}" type="presParOf" srcId="{BC7FDD03-3000-4E69-8AAF-E2A2721EA4AD}" destId="{2F8C40B9-7622-4D44-881D-12779EEEAC7C}" srcOrd="0" destOrd="0" presId="urn:microsoft.com/office/officeart/2016/7/layout/BasicLinearProcessNumbered"/>
    <dgm:cxn modelId="{BBF26671-4B3F-4667-9273-BFDAC3A3446F}" type="presParOf" srcId="{BC7FDD03-3000-4E69-8AAF-E2A2721EA4AD}" destId="{ECEF3B47-6B5A-443C-A971-F35AD1C2C48E}" srcOrd="1" destOrd="0" presId="urn:microsoft.com/office/officeart/2016/7/layout/BasicLinearProcessNumbered"/>
    <dgm:cxn modelId="{6B05D743-0716-44BC-B43C-C8AB2C92E592}" type="presParOf" srcId="{BC7FDD03-3000-4E69-8AAF-E2A2721EA4AD}" destId="{CD6F98EC-3851-4A52-9FBB-6BB12F70EBD8}" srcOrd="2" destOrd="0" presId="urn:microsoft.com/office/officeart/2016/7/layout/BasicLinearProcessNumbered"/>
    <dgm:cxn modelId="{8FF51546-FAC5-46DC-AA5D-8AF7AA39AEF8}" type="presParOf" srcId="{BC7FDD03-3000-4E69-8AAF-E2A2721EA4AD}" destId="{F60FA361-B7FA-4AEA-B9DF-9D32996AC96E}" srcOrd="3" destOrd="0" presId="urn:microsoft.com/office/officeart/2016/7/layout/BasicLinearProcessNumbered"/>
    <dgm:cxn modelId="{3E081F99-C6B9-4072-AE7B-20AEAE9AAA03}" type="presParOf" srcId="{771D4439-5A85-4BAC-95D3-D34F6840D511}" destId="{C7C4E8D2-F594-4816-BF27-F7142D31BD04}" srcOrd="3" destOrd="0" presId="urn:microsoft.com/office/officeart/2016/7/layout/BasicLinearProcessNumbered"/>
    <dgm:cxn modelId="{2908EFB4-B761-40F1-AC5C-E79545332B8F}" type="presParOf" srcId="{771D4439-5A85-4BAC-95D3-D34F6840D511}" destId="{DF06B129-1FF4-4337-A0C2-1084CC3DFC55}" srcOrd="4" destOrd="0" presId="urn:microsoft.com/office/officeart/2016/7/layout/BasicLinearProcessNumbered"/>
    <dgm:cxn modelId="{6169834E-31A0-44AF-9B17-62E0D3A6D891}" type="presParOf" srcId="{DF06B129-1FF4-4337-A0C2-1084CC3DFC55}" destId="{965FA5B7-123C-44EB-8A94-11B61BE67221}" srcOrd="0" destOrd="0" presId="urn:microsoft.com/office/officeart/2016/7/layout/BasicLinearProcessNumbered"/>
    <dgm:cxn modelId="{3A02148B-6ACD-40B7-BE4A-A9CA7A0CFCE9}" type="presParOf" srcId="{DF06B129-1FF4-4337-A0C2-1084CC3DFC55}" destId="{D1B68041-2467-41DA-A56B-11CD8B0B8093}" srcOrd="1" destOrd="0" presId="urn:microsoft.com/office/officeart/2016/7/layout/BasicLinearProcessNumbered"/>
    <dgm:cxn modelId="{67F25B59-68AF-4F8A-93C5-6DA4680CFC16}" type="presParOf" srcId="{DF06B129-1FF4-4337-A0C2-1084CC3DFC55}" destId="{60EBBE07-2132-4597-8C91-D9D5194CC11D}" srcOrd="2" destOrd="0" presId="urn:microsoft.com/office/officeart/2016/7/layout/BasicLinearProcessNumbered"/>
    <dgm:cxn modelId="{F6567264-12F3-4709-9593-48667DEEA5D6}" type="presParOf" srcId="{DF06B129-1FF4-4337-A0C2-1084CC3DFC55}" destId="{11D61BA8-4CF8-4E64-9454-AD73E1BD4EE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8895F-47F6-4092-B0B0-199D0F3B774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2D245BD-AC8D-4063-B84F-0010913BA5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Increase the first year and second-year student retention in Programming Sequence courses. </a:t>
          </a:r>
        </a:p>
      </dgm:t>
    </dgm:pt>
    <dgm:pt modelId="{2B9E1163-937E-4EBD-81D1-06A65B3CB1B4}" type="parTrans" cxnId="{DCA2E6F7-B14A-4153-A830-83DA4CE7081A}">
      <dgm:prSet/>
      <dgm:spPr/>
      <dgm:t>
        <a:bodyPr/>
        <a:lstStyle/>
        <a:p>
          <a:endParaRPr lang="en-US"/>
        </a:p>
      </dgm:t>
    </dgm:pt>
    <dgm:pt modelId="{49CD71D9-100C-4C37-A159-BEF1FEB4544F}" type="sibTrans" cxnId="{DCA2E6F7-B14A-4153-A830-83DA4CE708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6776B3-1883-439A-9886-A0868491F0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Decreasing DFWI  rates 10% each year.</a:t>
          </a:r>
        </a:p>
      </dgm:t>
    </dgm:pt>
    <dgm:pt modelId="{1DFD18DE-6829-4F50-BDD0-4D1E4BF25010}" type="parTrans" cxnId="{9C912D31-D530-48D9-B336-D5F5E686426E}">
      <dgm:prSet/>
      <dgm:spPr/>
      <dgm:t>
        <a:bodyPr/>
        <a:lstStyle/>
        <a:p>
          <a:endParaRPr lang="en-US"/>
        </a:p>
      </dgm:t>
    </dgm:pt>
    <dgm:pt modelId="{52EB7E19-386C-45C7-9AD6-2149BA69BBC1}" type="sibTrans" cxnId="{9C912D31-D530-48D9-B336-D5F5E686426E}">
      <dgm:prSet/>
      <dgm:spPr/>
      <dgm:t>
        <a:bodyPr/>
        <a:lstStyle/>
        <a:p>
          <a:endParaRPr lang="en-US"/>
        </a:p>
      </dgm:t>
    </dgm:pt>
    <dgm:pt modelId="{224140A3-CCF1-49D1-A58A-3494D36DDBF3}" type="pres">
      <dgm:prSet presAssocID="{7FF8895F-47F6-4092-B0B0-199D0F3B7741}" presName="root" presStyleCnt="0">
        <dgm:presLayoutVars>
          <dgm:dir/>
          <dgm:resizeHandles val="exact"/>
        </dgm:presLayoutVars>
      </dgm:prSet>
      <dgm:spPr/>
    </dgm:pt>
    <dgm:pt modelId="{54565E63-C156-49D1-B0DF-B36C9AEB88D7}" type="pres">
      <dgm:prSet presAssocID="{12D245BD-AC8D-4063-B84F-0010913BA5DC}" presName="compNode" presStyleCnt="0"/>
      <dgm:spPr/>
    </dgm:pt>
    <dgm:pt modelId="{D30AACDB-40ED-4FC3-B97C-A9938434223F}" type="pres">
      <dgm:prSet presAssocID="{12D245BD-AC8D-4063-B84F-0010913BA5D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06D8CF9-127C-49BD-ADD5-AD654BF2BED8}" type="pres">
      <dgm:prSet presAssocID="{12D245BD-AC8D-4063-B84F-0010913BA5DC}" presName="spaceRect" presStyleCnt="0"/>
      <dgm:spPr/>
    </dgm:pt>
    <dgm:pt modelId="{008A536E-DC0E-4C50-86D2-BD05259798C0}" type="pres">
      <dgm:prSet presAssocID="{12D245BD-AC8D-4063-B84F-0010913BA5DC}" presName="textRect" presStyleLbl="revTx" presStyleIdx="0" presStyleCnt="2">
        <dgm:presLayoutVars>
          <dgm:chMax val="1"/>
          <dgm:chPref val="1"/>
        </dgm:presLayoutVars>
      </dgm:prSet>
      <dgm:spPr/>
    </dgm:pt>
    <dgm:pt modelId="{89EB4DF6-A988-49D6-8CA6-C64B8460DC74}" type="pres">
      <dgm:prSet presAssocID="{49CD71D9-100C-4C37-A159-BEF1FEB4544F}" presName="sibTrans" presStyleCnt="0"/>
      <dgm:spPr/>
    </dgm:pt>
    <dgm:pt modelId="{9F056EDB-E063-41E3-87AB-0CBF21B1F6FB}" type="pres">
      <dgm:prSet presAssocID="{CC6776B3-1883-439A-9886-A0868491F080}" presName="compNode" presStyleCnt="0"/>
      <dgm:spPr/>
    </dgm:pt>
    <dgm:pt modelId="{88B189EF-AF9D-4ABA-A648-112BD6566942}" type="pres">
      <dgm:prSet presAssocID="{CC6776B3-1883-439A-9886-A0868491F0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9526EF2-70D8-493B-85FA-926EFAA1D6C8}" type="pres">
      <dgm:prSet presAssocID="{CC6776B3-1883-439A-9886-A0868491F080}" presName="spaceRect" presStyleCnt="0"/>
      <dgm:spPr/>
    </dgm:pt>
    <dgm:pt modelId="{BACE9AB1-8CCB-4D31-AE79-4B0C6BC572CC}" type="pres">
      <dgm:prSet presAssocID="{CC6776B3-1883-439A-9886-A0868491F08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A737002-264F-4A41-B805-76AFFE0FC902}" type="presOf" srcId="{7FF8895F-47F6-4092-B0B0-199D0F3B7741}" destId="{224140A3-CCF1-49D1-A58A-3494D36DDBF3}" srcOrd="0" destOrd="0" presId="urn:microsoft.com/office/officeart/2018/2/layout/IconLabelList"/>
    <dgm:cxn modelId="{9C912D31-D530-48D9-B336-D5F5E686426E}" srcId="{7FF8895F-47F6-4092-B0B0-199D0F3B7741}" destId="{CC6776B3-1883-439A-9886-A0868491F080}" srcOrd="1" destOrd="0" parTransId="{1DFD18DE-6829-4F50-BDD0-4D1E4BF25010}" sibTransId="{52EB7E19-386C-45C7-9AD6-2149BA69BBC1}"/>
    <dgm:cxn modelId="{7EE6973E-7EC5-4E67-964F-5C2988579B04}" type="presOf" srcId="{12D245BD-AC8D-4063-B84F-0010913BA5DC}" destId="{008A536E-DC0E-4C50-86D2-BD05259798C0}" srcOrd="0" destOrd="0" presId="urn:microsoft.com/office/officeart/2018/2/layout/IconLabelList"/>
    <dgm:cxn modelId="{2E62D789-287C-4025-9180-669941B6C382}" type="presOf" srcId="{CC6776B3-1883-439A-9886-A0868491F080}" destId="{BACE9AB1-8CCB-4D31-AE79-4B0C6BC572CC}" srcOrd="0" destOrd="0" presId="urn:microsoft.com/office/officeart/2018/2/layout/IconLabelList"/>
    <dgm:cxn modelId="{DCA2E6F7-B14A-4153-A830-83DA4CE7081A}" srcId="{7FF8895F-47F6-4092-B0B0-199D0F3B7741}" destId="{12D245BD-AC8D-4063-B84F-0010913BA5DC}" srcOrd="0" destOrd="0" parTransId="{2B9E1163-937E-4EBD-81D1-06A65B3CB1B4}" sibTransId="{49CD71D9-100C-4C37-A159-BEF1FEB4544F}"/>
    <dgm:cxn modelId="{D0ED0602-F81B-4722-AC15-E1E6F538B0F1}" type="presParOf" srcId="{224140A3-CCF1-49D1-A58A-3494D36DDBF3}" destId="{54565E63-C156-49D1-B0DF-B36C9AEB88D7}" srcOrd="0" destOrd="0" presId="urn:microsoft.com/office/officeart/2018/2/layout/IconLabelList"/>
    <dgm:cxn modelId="{4B4BE28E-2E1A-4BA3-900A-45BC9F35831D}" type="presParOf" srcId="{54565E63-C156-49D1-B0DF-B36C9AEB88D7}" destId="{D30AACDB-40ED-4FC3-B97C-A9938434223F}" srcOrd="0" destOrd="0" presId="urn:microsoft.com/office/officeart/2018/2/layout/IconLabelList"/>
    <dgm:cxn modelId="{E767188B-B7E0-41A6-BC61-D1FAE388ECBC}" type="presParOf" srcId="{54565E63-C156-49D1-B0DF-B36C9AEB88D7}" destId="{806D8CF9-127C-49BD-ADD5-AD654BF2BED8}" srcOrd="1" destOrd="0" presId="urn:microsoft.com/office/officeart/2018/2/layout/IconLabelList"/>
    <dgm:cxn modelId="{7D5365E1-CE50-4597-9A9B-2F627284E379}" type="presParOf" srcId="{54565E63-C156-49D1-B0DF-B36C9AEB88D7}" destId="{008A536E-DC0E-4C50-86D2-BD05259798C0}" srcOrd="2" destOrd="0" presId="urn:microsoft.com/office/officeart/2018/2/layout/IconLabelList"/>
    <dgm:cxn modelId="{460C9F1E-BBCD-457E-BF7B-CD7E453B9883}" type="presParOf" srcId="{224140A3-CCF1-49D1-A58A-3494D36DDBF3}" destId="{89EB4DF6-A988-49D6-8CA6-C64B8460DC74}" srcOrd="1" destOrd="0" presId="urn:microsoft.com/office/officeart/2018/2/layout/IconLabelList"/>
    <dgm:cxn modelId="{2DA7E6F6-3734-42F4-8576-61DE27EFB269}" type="presParOf" srcId="{224140A3-CCF1-49D1-A58A-3494D36DDBF3}" destId="{9F056EDB-E063-41E3-87AB-0CBF21B1F6FB}" srcOrd="2" destOrd="0" presId="urn:microsoft.com/office/officeart/2018/2/layout/IconLabelList"/>
    <dgm:cxn modelId="{AE5BAAFC-97F5-484F-99CC-1C1EB60F4EEE}" type="presParOf" srcId="{9F056EDB-E063-41E3-87AB-0CBF21B1F6FB}" destId="{88B189EF-AF9D-4ABA-A648-112BD6566942}" srcOrd="0" destOrd="0" presId="urn:microsoft.com/office/officeart/2018/2/layout/IconLabelList"/>
    <dgm:cxn modelId="{05488F14-8CB8-460B-8C8F-72C055429CB1}" type="presParOf" srcId="{9F056EDB-E063-41E3-87AB-0CBF21B1F6FB}" destId="{99526EF2-70D8-493B-85FA-926EFAA1D6C8}" srcOrd="1" destOrd="0" presId="urn:microsoft.com/office/officeart/2018/2/layout/IconLabelList"/>
    <dgm:cxn modelId="{DDB91F3F-64F4-4110-9549-D76D70C99AEA}" type="presParOf" srcId="{9F056EDB-E063-41E3-87AB-0CBF21B1F6FB}" destId="{BACE9AB1-8CCB-4D31-AE79-4B0C6BC572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C20829-F806-4576-B5EB-DB505F3EEA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AC1F5B-8015-41EB-8900-30DD602319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Create a tutoring lab for students enrolled in a programming course.</a:t>
          </a:r>
        </a:p>
      </dgm:t>
    </dgm:pt>
    <dgm:pt modelId="{190A213E-BF5D-4F80-8606-9E5952D27297}" type="parTrans" cxnId="{94127E89-6287-4A0D-8C47-56E9B07B79E2}">
      <dgm:prSet/>
      <dgm:spPr/>
      <dgm:t>
        <a:bodyPr/>
        <a:lstStyle/>
        <a:p>
          <a:endParaRPr lang="en-US"/>
        </a:p>
      </dgm:t>
    </dgm:pt>
    <dgm:pt modelId="{363C203B-96BC-4CAF-B31F-E4A880633383}" type="sibTrans" cxnId="{94127E89-6287-4A0D-8C47-56E9B07B79E2}">
      <dgm:prSet phldrT="01" phldr="0"/>
      <dgm:spPr/>
      <dgm:t>
        <a:bodyPr/>
        <a:lstStyle/>
        <a:p>
          <a:endParaRPr lang="en-US"/>
        </a:p>
      </dgm:t>
    </dgm:pt>
    <dgm:pt modelId="{CAC07CC4-5F04-4495-8ADA-A15C0B49E6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Implement communication/collaboration tools for students.</a:t>
          </a:r>
        </a:p>
      </dgm:t>
    </dgm:pt>
    <dgm:pt modelId="{52665F08-E552-4601-BC0C-C76AC69B2343}" type="parTrans" cxnId="{2C11E240-C3F2-43E8-B1AA-5F913F828FCC}">
      <dgm:prSet/>
      <dgm:spPr/>
      <dgm:t>
        <a:bodyPr/>
        <a:lstStyle/>
        <a:p>
          <a:endParaRPr lang="en-US"/>
        </a:p>
      </dgm:t>
    </dgm:pt>
    <dgm:pt modelId="{3A89085E-BCD9-4EDE-B2A5-FACDB35656BD}" type="sibTrans" cxnId="{2C11E240-C3F2-43E8-B1AA-5F913F828FCC}">
      <dgm:prSet phldrT="02" phldr="0"/>
      <dgm:spPr/>
      <dgm:t>
        <a:bodyPr/>
        <a:lstStyle/>
        <a:p>
          <a:endParaRPr lang="en-US"/>
        </a:p>
      </dgm:t>
    </dgm:pt>
    <dgm:pt modelId="{5D38D6A1-5DB5-4DBD-A17D-7057621FBB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Research current pedagogies for teaching programming.</a:t>
          </a:r>
        </a:p>
      </dgm:t>
    </dgm:pt>
    <dgm:pt modelId="{C4A3990B-ADCA-4E19-94DA-676BF3D96EB0}" type="parTrans" cxnId="{F2FC5C2C-13E9-40D9-AFE3-E6843E0CBAB1}">
      <dgm:prSet/>
      <dgm:spPr/>
      <dgm:t>
        <a:bodyPr/>
        <a:lstStyle/>
        <a:p>
          <a:endParaRPr lang="en-US"/>
        </a:p>
      </dgm:t>
    </dgm:pt>
    <dgm:pt modelId="{70B2ED06-0C9B-4BDF-AF29-947C56EB9C34}" type="sibTrans" cxnId="{F2FC5C2C-13E9-40D9-AFE3-E6843E0CBAB1}">
      <dgm:prSet phldrT="03" phldr="0"/>
      <dgm:spPr/>
      <dgm:t>
        <a:bodyPr/>
        <a:lstStyle/>
        <a:p>
          <a:endParaRPr lang="en-US"/>
        </a:p>
      </dgm:t>
    </dgm:pt>
    <dgm:pt modelId="{9A852767-0893-4866-A3CE-7CE5B1445C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Better align the curriculum.</a:t>
          </a:r>
        </a:p>
      </dgm:t>
    </dgm:pt>
    <dgm:pt modelId="{38CB0D9A-08CA-4162-89A9-2D873050BE12}" type="parTrans" cxnId="{998B2E88-7E8B-4401-9E83-78045F8163A9}">
      <dgm:prSet/>
      <dgm:spPr/>
      <dgm:t>
        <a:bodyPr/>
        <a:lstStyle/>
        <a:p>
          <a:endParaRPr lang="en-US"/>
        </a:p>
      </dgm:t>
    </dgm:pt>
    <dgm:pt modelId="{18D2D738-A60C-4A5B-88EC-F6238834F03F}" type="sibTrans" cxnId="{998B2E88-7E8B-4401-9E83-78045F8163A9}">
      <dgm:prSet phldrT="04" phldr="0"/>
      <dgm:spPr/>
      <dgm:t>
        <a:bodyPr/>
        <a:lstStyle/>
        <a:p>
          <a:endParaRPr lang="en-US"/>
        </a:p>
      </dgm:t>
    </dgm:pt>
    <dgm:pt modelId="{27AFF4C8-1E99-4CEA-9A13-7886B5C9E34F}" type="pres">
      <dgm:prSet presAssocID="{F8C20829-F806-4576-B5EB-DB505F3EEA82}" presName="root" presStyleCnt="0">
        <dgm:presLayoutVars>
          <dgm:dir/>
          <dgm:resizeHandles val="exact"/>
        </dgm:presLayoutVars>
      </dgm:prSet>
      <dgm:spPr/>
    </dgm:pt>
    <dgm:pt modelId="{9B1698B2-4BA7-4B86-8DC6-B80DA873F0E2}" type="pres">
      <dgm:prSet presAssocID="{5AAC1F5B-8015-41EB-8900-30DD60231955}" presName="compNode" presStyleCnt="0"/>
      <dgm:spPr/>
    </dgm:pt>
    <dgm:pt modelId="{33C1A1DF-43A5-4269-BC78-3CA53E77DE9E}" type="pres">
      <dgm:prSet presAssocID="{5AAC1F5B-8015-41EB-8900-30DD60231955}" presName="iconBgRect" presStyleLbl="bgShp" presStyleIdx="0" presStyleCnt="4"/>
      <dgm:spPr/>
    </dgm:pt>
    <dgm:pt modelId="{9288C1D8-9CFF-410B-A774-9B0BFFD243AC}" type="pres">
      <dgm:prSet presAssocID="{5AAC1F5B-8015-41EB-8900-30DD602319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3418DEB-1475-4805-8963-11360D6B393B}" type="pres">
      <dgm:prSet presAssocID="{5AAC1F5B-8015-41EB-8900-30DD60231955}" presName="spaceRect" presStyleCnt="0"/>
      <dgm:spPr/>
    </dgm:pt>
    <dgm:pt modelId="{CF1F837A-04DF-487D-8326-AB20A1A31EA7}" type="pres">
      <dgm:prSet presAssocID="{5AAC1F5B-8015-41EB-8900-30DD60231955}" presName="textRect" presStyleLbl="revTx" presStyleIdx="0" presStyleCnt="4">
        <dgm:presLayoutVars>
          <dgm:chMax val="1"/>
          <dgm:chPref val="1"/>
        </dgm:presLayoutVars>
      </dgm:prSet>
      <dgm:spPr/>
    </dgm:pt>
    <dgm:pt modelId="{762AFA39-3905-408F-84FA-971E2A0D5DB1}" type="pres">
      <dgm:prSet presAssocID="{363C203B-96BC-4CAF-B31F-E4A880633383}" presName="sibTrans" presStyleCnt="0"/>
      <dgm:spPr/>
    </dgm:pt>
    <dgm:pt modelId="{66A95FFD-B8C4-4950-9116-B0272B2D912A}" type="pres">
      <dgm:prSet presAssocID="{CAC07CC4-5F04-4495-8ADA-A15C0B49E619}" presName="compNode" presStyleCnt="0"/>
      <dgm:spPr/>
    </dgm:pt>
    <dgm:pt modelId="{57A216A2-8815-4CDF-9152-12E4F38C2343}" type="pres">
      <dgm:prSet presAssocID="{CAC07CC4-5F04-4495-8ADA-A15C0B49E619}" presName="iconBgRect" presStyleLbl="bgShp" presStyleIdx="1" presStyleCnt="4"/>
      <dgm:spPr/>
    </dgm:pt>
    <dgm:pt modelId="{AFAE0D61-C83D-4DEB-B82F-0B96AF324E59}" type="pres">
      <dgm:prSet presAssocID="{CAC07CC4-5F04-4495-8ADA-A15C0B49E61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7EBFEC4-F1A4-4A2D-954F-2D7C44342D80}" type="pres">
      <dgm:prSet presAssocID="{CAC07CC4-5F04-4495-8ADA-A15C0B49E619}" presName="spaceRect" presStyleCnt="0"/>
      <dgm:spPr/>
    </dgm:pt>
    <dgm:pt modelId="{4D81D9A5-DCCF-422E-B43B-EBC4D9A301D6}" type="pres">
      <dgm:prSet presAssocID="{CAC07CC4-5F04-4495-8ADA-A15C0B49E619}" presName="textRect" presStyleLbl="revTx" presStyleIdx="1" presStyleCnt="4">
        <dgm:presLayoutVars>
          <dgm:chMax val="1"/>
          <dgm:chPref val="1"/>
        </dgm:presLayoutVars>
      </dgm:prSet>
      <dgm:spPr/>
    </dgm:pt>
    <dgm:pt modelId="{E3B28F14-96AD-4C9D-AC02-1C4A43436ECB}" type="pres">
      <dgm:prSet presAssocID="{3A89085E-BCD9-4EDE-B2A5-FACDB35656BD}" presName="sibTrans" presStyleCnt="0"/>
      <dgm:spPr/>
    </dgm:pt>
    <dgm:pt modelId="{A08AE6E5-4C01-447E-968F-F0E40C26094F}" type="pres">
      <dgm:prSet presAssocID="{5D38D6A1-5DB5-4DBD-A17D-7057621FBBF8}" presName="compNode" presStyleCnt="0"/>
      <dgm:spPr/>
    </dgm:pt>
    <dgm:pt modelId="{7DB8F8AC-AAA1-4F64-BB07-3CEEA21282A6}" type="pres">
      <dgm:prSet presAssocID="{5D38D6A1-5DB5-4DBD-A17D-7057621FBBF8}" presName="iconBgRect" presStyleLbl="bgShp" presStyleIdx="2" presStyleCnt="4"/>
      <dgm:spPr/>
    </dgm:pt>
    <dgm:pt modelId="{C5E4E824-2807-44D9-843F-323DBE67D014}" type="pres">
      <dgm:prSet presAssocID="{5D38D6A1-5DB5-4DBD-A17D-7057621FBB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C325940-A2CA-437C-805B-76ADD772BADB}" type="pres">
      <dgm:prSet presAssocID="{5D38D6A1-5DB5-4DBD-A17D-7057621FBBF8}" presName="spaceRect" presStyleCnt="0"/>
      <dgm:spPr/>
    </dgm:pt>
    <dgm:pt modelId="{37791F0A-C0B4-48E1-A528-EE0B4F130737}" type="pres">
      <dgm:prSet presAssocID="{5D38D6A1-5DB5-4DBD-A17D-7057621FBBF8}" presName="textRect" presStyleLbl="revTx" presStyleIdx="2" presStyleCnt="4">
        <dgm:presLayoutVars>
          <dgm:chMax val="1"/>
          <dgm:chPref val="1"/>
        </dgm:presLayoutVars>
      </dgm:prSet>
      <dgm:spPr/>
    </dgm:pt>
    <dgm:pt modelId="{B38E1983-7A30-4C94-9036-070A3C312671}" type="pres">
      <dgm:prSet presAssocID="{70B2ED06-0C9B-4BDF-AF29-947C56EB9C34}" presName="sibTrans" presStyleCnt="0"/>
      <dgm:spPr/>
    </dgm:pt>
    <dgm:pt modelId="{2E68FBF5-556D-4A24-8518-87B29905A2D6}" type="pres">
      <dgm:prSet presAssocID="{9A852767-0893-4866-A3CE-7CE5B1445C99}" presName="compNode" presStyleCnt="0"/>
      <dgm:spPr/>
    </dgm:pt>
    <dgm:pt modelId="{60152979-1007-4B83-B10F-2EAD3B552672}" type="pres">
      <dgm:prSet presAssocID="{9A852767-0893-4866-A3CE-7CE5B1445C99}" presName="iconBgRect" presStyleLbl="bgShp" presStyleIdx="3" presStyleCnt="4"/>
      <dgm:spPr/>
    </dgm:pt>
    <dgm:pt modelId="{3797A15C-820A-416C-A120-5EBA5B6539E9}" type="pres">
      <dgm:prSet presAssocID="{9A852767-0893-4866-A3CE-7CE5B1445C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2AF4FBA-7C38-43DB-BB11-6189BDEA0EAC}" type="pres">
      <dgm:prSet presAssocID="{9A852767-0893-4866-A3CE-7CE5B1445C99}" presName="spaceRect" presStyleCnt="0"/>
      <dgm:spPr/>
    </dgm:pt>
    <dgm:pt modelId="{F7B23DD5-F9E4-4B1F-9FE5-B30BB03A0BF1}" type="pres">
      <dgm:prSet presAssocID="{9A852767-0893-4866-A3CE-7CE5B1445C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FC5C2C-13E9-40D9-AFE3-E6843E0CBAB1}" srcId="{F8C20829-F806-4576-B5EB-DB505F3EEA82}" destId="{5D38D6A1-5DB5-4DBD-A17D-7057621FBBF8}" srcOrd="2" destOrd="0" parTransId="{C4A3990B-ADCA-4E19-94DA-676BF3D96EB0}" sibTransId="{70B2ED06-0C9B-4BDF-AF29-947C56EB9C34}"/>
    <dgm:cxn modelId="{2C11E240-C3F2-43E8-B1AA-5F913F828FCC}" srcId="{F8C20829-F806-4576-B5EB-DB505F3EEA82}" destId="{CAC07CC4-5F04-4495-8ADA-A15C0B49E619}" srcOrd="1" destOrd="0" parTransId="{52665F08-E552-4601-BC0C-C76AC69B2343}" sibTransId="{3A89085E-BCD9-4EDE-B2A5-FACDB35656BD}"/>
    <dgm:cxn modelId="{801BC374-7D11-4CE3-9A73-51350BE869E3}" type="presOf" srcId="{9A852767-0893-4866-A3CE-7CE5B1445C99}" destId="{F7B23DD5-F9E4-4B1F-9FE5-B30BB03A0BF1}" srcOrd="0" destOrd="0" presId="urn:microsoft.com/office/officeart/2018/5/layout/IconCircleLabelList"/>
    <dgm:cxn modelId="{998B2E88-7E8B-4401-9E83-78045F8163A9}" srcId="{F8C20829-F806-4576-B5EB-DB505F3EEA82}" destId="{9A852767-0893-4866-A3CE-7CE5B1445C99}" srcOrd="3" destOrd="0" parTransId="{38CB0D9A-08CA-4162-89A9-2D873050BE12}" sibTransId="{18D2D738-A60C-4A5B-88EC-F6238834F03F}"/>
    <dgm:cxn modelId="{94127E89-6287-4A0D-8C47-56E9B07B79E2}" srcId="{F8C20829-F806-4576-B5EB-DB505F3EEA82}" destId="{5AAC1F5B-8015-41EB-8900-30DD60231955}" srcOrd="0" destOrd="0" parTransId="{190A213E-BF5D-4F80-8606-9E5952D27297}" sibTransId="{363C203B-96BC-4CAF-B31F-E4A880633383}"/>
    <dgm:cxn modelId="{B89DF99A-5018-4D33-99BA-BE7F150381A8}" type="presOf" srcId="{5AAC1F5B-8015-41EB-8900-30DD60231955}" destId="{CF1F837A-04DF-487D-8326-AB20A1A31EA7}" srcOrd="0" destOrd="0" presId="urn:microsoft.com/office/officeart/2018/5/layout/IconCircleLabelList"/>
    <dgm:cxn modelId="{2C6192C7-7D64-4B67-A51F-97EE1D247D3E}" type="presOf" srcId="{5D38D6A1-5DB5-4DBD-A17D-7057621FBBF8}" destId="{37791F0A-C0B4-48E1-A528-EE0B4F130737}" srcOrd="0" destOrd="0" presId="urn:microsoft.com/office/officeart/2018/5/layout/IconCircleLabelList"/>
    <dgm:cxn modelId="{D8DE58D3-1810-4433-8C35-2356060CC77A}" type="presOf" srcId="{CAC07CC4-5F04-4495-8ADA-A15C0B49E619}" destId="{4D81D9A5-DCCF-422E-B43B-EBC4D9A301D6}" srcOrd="0" destOrd="0" presId="urn:microsoft.com/office/officeart/2018/5/layout/IconCircleLabelList"/>
    <dgm:cxn modelId="{067604EA-F502-4DC6-B782-3EEB2C91CDA6}" type="presOf" srcId="{F8C20829-F806-4576-B5EB-DB505F3EEA82}" destId="{27AFF4C8-1E99-4CEA-9A13-7886B5C9E34F}" srcOrd="0" destOrd="0" presId="urn:microsoft.com/office/officeart/2018/5/layout/IconCircleLabelList"/>
    <dgm:cxn modelId="{84E1E043-1ADB-4BCD-AD86-BEE3300CC900}" type="presParOf" srcId="{27AFF4C8-1E99-4CEA-9A13-7886B5C9E34F}" destId="{9B1698B2-4BA7-4B86-8DC6-B80DA873F0E2}" srcOrd="0" destOrd="0" presId="urn:microsoft.com/office/officeart/2018/5/layout/IconCircleLabelList"/>
    <dgm:cxn modelId="{02353A8A-8D38-4161-842C-65B913313A6D}" type="presParOf" srcId="{9B1698B2-4BA7-4B86-8DC6-B80DA873F0E2}" destId="{33C1A1DF-43A5-4269-BC78-3CA53E77DE9E}" srcOrd="0" destOrd="0" presId="urn:microsoft.com/office/officeart/2018/5/layout/IconCircleLabelList"/>
    <dgm:cxn modelId="{63EB75B7-B798-47CD-8A31-BE963124A733}" type="presParOf" srcId="{9B1698B2-4BA7-4B86-8DC6-B80DA873F0E2}" destId="{9288C1D8-9CFF-410B-A774-9B0BFFD243AC}" srcOrd="1" destOrd="0" presId="urn:microsoft.com/office/officeart/2018/5/layout/IconCircleLabelList"/>
    <dgm:cxn modelId="{0766CB70-E1BD-424A-AE76-F16065054857}" type="presParOf" srcId="{9B1698B2-4BA7-4B86-8DC6-B80DA873F0E2}" destId="{63418DEB-1475-4805-8963-11360D6B393B}" srcOrd="2" destOrd="0" presId="urn:microsoft.com/office/officeart/2018/5/layout/IconCircleLabelList"/>
    <dgm:cxn modelId="{0A72A416-DC3D-4845-8059-798A79098358}" type="presParOf" srcId="{9B1698B2-4BA7-4B86-8DC6-B80DA873F0E2}" destId="{CF1F837A-04DF-487D-8326-AB20A1A31EA7}" srcOrd="3" destOrd="0" presId="urn:microsoft.com/office/officeart/2018/5/layout/IconCircleLabelList"/>
    <dgm:cxn modelId="{72234236-8868-4475-98B2-F12030AF6457}" type="presParOf" srcId="{27AFF4C8-1E99-4CEA-9A13-7886B5C9E34F}" destId="{762AFA39-3905-408F-84FA-971E2A0D5DB1}" srcOrd="1" destOrd="0" presId="urn:microsoft.com/office/officeart/2018/5/layout/IconCircleLabelList"/>
    <dgm:cxn modelId="{3C095A94-17D0-4BEF-AD30-A7F7FEB58192}" type="presParOf" srcId="{27AFF4C8-1E99-4CEA-9A13-7886B5C9E34F}" destId="{66A95FFD-B8C4-4950-9116-B0272B2D912A}" srcOrd="2" destOrd="0" presId="urn:microsoft.com/office/officeart/2018/5/layout/IconCircleLabelList"/>
    <dgm:cxn modelId="{99F89837-C414-4924-A1B5-031B4F519F24}" type="presParOf" srcId="{66A95FFD-B8C4-4950-9116-B0272B2D912A}" destId="{57A216A2-8815-4CDF-9152-12E4F38C2343}" srcOrd="0" destOrd="0" presId="urn:microsoft.com/office/officeart/2018/5/layout/IconCircleLabelList"/>
    <dgm:cxn modelId="{7C28ECB3-0B49-4900-86B2-30BDCBBF7607}" type="presParOf" srcId="{66A95FFD-B8C4-4950-9116-B0272B2D912A}" destId="{AFAE0D61-C83D-4DEB-B82F-0B96AF324E59}" srcOrd="1" destOrd="0" presId="urn:microsoft.com/office/officeart/2018/5/layout/IconCircleLabelList"/>
    <dgm:cxn modelId="{B7645327-1473-4CCB-8EB2-C73DDF7ED787}" type="presParOf" srcId="{66A95FFD-B8C4-4950-9116-B0272B2D912A}" destId="{07EBFEC4-F1A4-4A2D-954F-2D7C44342D80}" srcOrd="2" destOrd="0" presId="urn:microsoft.com/office/officeart/2018/5/layout/IconCircleLabelList"/>
    <dgm:cxn modelId="{86782AC1-AD3C-495F-95DD-4CCAF1B49E62}" type="presParOf" srcId="{66A95FFD-B8C4-4950-9116-B0272B2D912A}" destId="{4D81D9A5-DCCF-422E-B43B-EBC4D9A301D6}" srcOrd="3" destOrd="0" presId="urn:microsoft.com/office/officeart/2018/5/layout/IconCircleLabelList"/>
    <dgm:cxn modelId="{A562D859-8B6E-477E-A1DA-B5DC47506314}" type="presParOf" srcId="{27AFF4C8-1E99-4CEA-9A13-7886B5C9E34F}" destId="{E3B28F14-96AD-4C9D-AC02-1C4A43436ECB}" srcOrd="3" destOrd="0" presId="urn:microsoft.com/office/officeart/2018/5/layout/IconCircleLabelList"/>
    <dgm:cxn modelId="{F583DAC2-0E95-4C52-936C-67F64A4BFD1A}" type="presParOf" srcId="{27AFF4C8-1E99-4CEA-9A13-7886B5C9E34F}" destId="{A08AE6E5-4C01-447E-968F-F0E40C26094F}" srcOrd="4" destOrd="0" presId="urn:microsoft.com/office/officeart/2018/5/layout/IconCircleLabelList"/>
    <dgm:cxn modelId="{CFD88C8B-1C3F-4BF7-99E0-4949EEBDF0D7}" type="presParOf" srcId="{A08AE6E5-4C01-447E-968F-F0E40C26094F}" destId="{7DB8F8AC-AAA1-4F64-BB07-3CEEA21282A6}" srcOrd="0" destOrd="0" presId="urn:microsoft.com/office/officeart/2018/5/layout/IconCircleLabelList"/>
    <dgm:cxn modelId="{D632BD0A-A2B0-40B5-A10C-2B8B484C4FEE}" type="presParOf" srcId="{A08AE6E5-4C01-447E-968F-F0E40C26094F}" destId="{C5E4E824-2807-44D9-843F-323DBE67D014}" srcOrd="1" destOrd="0" presId="urn:microsoft.com/office/officeart/2018/5/layout/IconCircleLabelList"/>
    <dgm:cxn modelId="{E34CC9AB-2EC3-49C3-8DF4-24E0D532677D}" type="presParOf" srcId="{A08AE6E5-4C01-447E-968F-F0E40C26094F}" destId="{6C325940-A2CA-437C-805B-76ADD772BADB}" srcOrd="2" destOrd="0" presId="urn:microsoft.com/office/officeart/2018/5/layout/IconCircleLabelList"/>
    <dgm:cxn modelId="{DB40F588-F1A8-4B9C-8B7B-CD7903E792F5}" type="presParOf" srcId="{A08AE6E5-4C01-447E-968F-F0E40C26094F}" destId="{37791F0A-C0B4-48E1-A528-EE0B4F130737}" srcOrd="3" destOrd="0" presId="urn:microsoft.com/office/officeart/2018/5/layout/IconCircleLabelList"/>
    <dgm:cxn modelId="{417CC404-E7CE-46BE-9F72-9D8361C2F2E4}" type="presParOf" srcId="{27AFF4C8-1E99-4CEA-9A13-7886B5C9E34F}" destId="{B38E1983-7A30-4C94-9036-070A3C312671}" srcOrd="5" destOrd="0" presId="urn:microsoft.com/office/officeart/2018/5/layout/IconCircleLabelList"/>
    <dgm:cxn modelId="{2C9D22A9-16E8-4181-81B3-D5E6CC9A85F1}" type="presParOf" srcId="{27AFF4C8-1E99-4CEA-9A13-7886B5C9E34F}" destId="{2E68FBF5-556D-4A24-8518-87B29905A2D6}" srcOrd="6" destOrd="0" presId="urn:microsoft.com/office/officeart/2018/5/layout/IconCircleLabelList"/>
    <dgm:cxn modelId="{98F288A2-A324-4084-89C6-E133927328C1}" type="presParOf" srcId="{2E68FBF5-556D-4A24-8518-87B29905A2D6}" destId="{60152979-1007-4B83-B10F-2EAD3B552672}" srcOrd="0" destOrd="0" presId="urn:microsoft.com/office/officeart/2018/5/layout/IconCircleLabelList"/>
    <dgm:cxn modelId="{5AE662FF-4975-4E0F-A4E0-C5233F281327}" type="presParOf" srcId="{2E68FBF5-556D-4A24-8518-87B29905A2D6}" destId="{3797A15C-820A-416C-A120-5EBA5B6539E9}" srcOrd="1" destOrd="0" presId="urn:microsoft.com/office/officeart/2018/5/layout/IconCircleLabelList"/>
    <dgm:cxn modelId="{6B4D7D16-8DC7-4C1E-82B9-FFC62672A61F}" type="presParOf" srcId="{2E68FBF5-556D-4A24-8518-87B29905A2D6}" destId="{52AF4FBA-7C38-43DB-BB11-6189BDEA0EAC}" srcOrd="2" destOrd="0" presId="urn:microsoft.com/office/officeart/2018/5/layout/IconCircleLabelList"/>
    <dgm:cxn modelId="{4DF5866D-FCDE-4000-8DF8-86C7CD9C5C5A}" type="presParOf" srcId="{2E68FBF5-556D-4A24-8518-87B29905A2D6}" destId="{F7B23DD5-F9E4-4B1F-9FE5-B30BB03A0B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0D7153-6A68-4B8A-8011-1A49BDF87BB4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F1C44E-9B56-4697-AA39-66A609100B95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2022</a:t>
          </a:r>
        </a:p>
      </dgm:t>
    </dgm:pt>
    <dgm:pt modelId="{404D49F5-55B1-4524-907B-B65F56250624}" type="parTrans" cxnId="{0ADF0F86-4328-4D18-B419-3E6A1681B9D0}">
      <dgm:prSet/>
      <dgm:spPr/>
      <dgm:t>
        <a:bodyPr/>
        <a:lstStyle/>
        <a:p>
          <a:endParaRPr lang="en-US"/>
        </a:p>
      </dgm:t>
    </dgm:pt>
    <dgm:pt modelId="{A3E2A2E8-1FC4-41D0-9EA2-FD673D7EE999}" type="sibTrans" cxnId="{0ADF0F86-4328-4D18-B419-3E6A1681B9D0}">
      <dgm:prSet/>
      <dgm:spPr/>
      <dgm:t>
        <a:bodyPr/>
        <a:lstStyle/>
        <a:p>
          <a:endParaRPr lang="en-US"/>
        </a:p>
      </dgm:t>
    </dgm:pt>
    <dgm:pt modelId="{EC35ADBE-975C-4A64-B752-771797EBBC19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1 (Spring 2022): Equipment acquisition and start deployment and utilize by at least 10~25 using them daily</a:t>
          </a:r>
        </a:p>
      </dgm:t>
    </dgm:pt>
    <dgm:pt modelId="{49D58E3D-744A-4474-A6F7-7A53D73D9620}" type="parTrans" cxnId="{0E9E1FF2-23B0-4A36-AF08-D52F29077E60}">
      <dgm:prSet/>
      <dgm:spPr/>
      <dgm:t>
        <a:bodyPr/>
        <a:lstStyle/>
        <a:p>
          <a:endParaRPr lang="en-US"/>
        </a:p>
      </dgm:t>
    </dgm:pt>
    <dgm:pt modelId="{1879655B-8461-4FD0-B335-097E74F44751}" type="sibTrans" cxnId="{0E9E1FF2-23B0-4A36-AF08-D52F29077E60}">
      <dgm:prSet/>
      <dgm:spPr/>
      <dgm:t>
        <a:bodyPr/>
        <a:lstStyle/>
        <a:p>
          <a:endParaRPr lang="en-US"/>
        </a:p>
      </dgm:t>
    </dgm:pt>
    <dgm:pt modelId="{C4CFE375-1E0B-4BF3-896D-2885966D8AB3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2022</a:t>
          </a:r>
        </a:p>
      </dgm:t>
    </dgm:pt>
    <dgm:pt modelId="{77AE2C1B-A388-4950-B53C-4366EBF09553}" type="parTrans" cxnId="{A56486DB-BEEE-47DE-A3DD-22EFC698B175}">
      <dgm:prSet/>
      <dgm:spPr/>
      <dgm:t>
        <a:bodyPr/>
        <a:lstStyle/>
        <a:p>
          <a:endParaRPr lang="en-US"/>
        </a:p>
      </dgm:t>
    </dgm:pt>
    <dgm:pt modelId="{07BB50DF-4CE9-4B21-8E32-1247C7C6EB23}" type="sibTrans" cxnId="{A56486DB-BEEE-47DE-A3DD-22EFC698B175}">
      <dgm:prSet/>
      <dgm:spPr/>
      <dgm:t>
        <a:bodyPr/>
        <a:lstStyle/>
        <a:p>
          <a:endParaRPr lang="en-US"/>
        </a:p>
      </dgm:t>
    </dgm:pt>
    <dgm:pt modelId="{10C9FE50-FA92-4664-928A-F5273ED5465E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2 (Fall 2022): Fully operational lab and utilized by all students enrolled in PS courses at ATU</a:t>
          </a:r>
        </a:p>
      </dgm:t>
    </dgm:pt>
    <dgm:pt modelId="{B7F6E7ED-E7B8-49EE-85F6-83E91E220F04}" type="parTrans" cxnId="{6B4BC575-B3A6-4E9F-AC7F-D4C209592AB9}">
      <dgm:prSet/>
      <dgm:spPr/>
      <dgm:t>
        <a:bodyPr/>
        <a:lstStyle/>
        <a:p>
          <a:endParaRPr lang="en-US"/>
        </a:p>
      </dgm:t>
    </dgm:pt>
    <dgm:pt modelId="{2D38A480-6B17-4A52-89C9-C71CF5E0125F}" type="sibTrans" cxnId="{6B4BC575-B3A6-4E9F-AC7F-D4C209592AB9}">
      <dgm:prSet/>
      <dgm:spPr/>
      <dgm:t>
        <a:bodyPr/>
        <a:lstStyle/>
        <a:p>
          <a:endParaRPr lang="en-US"/>
        </a:p>
      </dgm:t>
    </dgm:pt>
    <dgm:pt modelId="{CCDE73DE-8187-4A5D-ABB8-269AF72B34D7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2023</a:t>
          </a:r>
        </a:p>
      </dgm:t>
    </dgm:pt>
    <dgm:pt modelId="{3DA69DAF-741F-40CE-907A-8BF245D2F714}" type="parTrans" cxnId="{F2FEE797-5429-421D-AFF9-5218F4C2B84A}">
      <dgm:prSet/>
      <dgm:spPr/>
      <dgm:t>
        <a:bodyPr/>
        <a:lstStyle/>
        <a:p>
          <a:endParaRPr lang="en-US"/>
        </a:p>
      </dgm:t>
    </dgm:pt>
    <dgm:pt modelId="{3C168CDF-8809-4F03-881B-2DB98FBF7603}" type="sibTrans" cxnId="{F2FEE797-5429-421D-AFF9-5218F4C2B84A}">
      <dgm:prSet/>
      <dgm:spPr/>
      <dgm:t>
        <a:bodyPr/>
        <a:lstStyle/>
        <a:p>
          <a:endParaRPr lang="en-US"/>
        </a:p>
      </dgm:t>
    </dgm:pt>
    <dgm:pt modelId="{CE22B2B3-4590-4EA6-8EF7-90032F681254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3 (Spring 2023): Retention/completion in COMS 2104, COMS 2203, and COMS 2213 increased by 10%.</a:t>
          </a:r>
        </a:p>
      </dgm:t>
    </dgm:pt>
    <dgm:pt modelId="{330EFC88-DE10-48C5-959A-BD6B8324439E}" type="parTrans" cxnId="{1DCCBB5C-5297-4927-BB57-4925D4E3B24B}">
      <dgm:prSet/>
      <dgm:spPr/>
      <dgm:t>
        <a:bodyPr/>
        <a:lstStyle/>
        <a:p>
          <a:endParaRPr lang="en-US"/>
        </a:p>
      </dgm:t>
    </dgm:pt>
    <dgm:pt modelId="{4FADB9C6-63D8-4C82-8AB8-6E2BDF6B8321}" type="sibTrans" cxnId="{1DCCBB5C-5297-4927-BB57-4925D4E3B24B}">
      <dgm:prSet/>
      <dgm:spPr/>
      <dgm:t>
        <a:bodyPr/>
        <a:lstStyle/>
        <a:p>
          <a:endParaRPr lang="en-US"/>
        </a:p>
      </dgm:t>
    </dgm:pt>
    <dgm:pt modelId="{30044B7A-3E7D-41DB-888D-5DD6182BCB13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2023</a:t>
          </a:r>
        </a:p>
      </dgm:t>
    </dgm:pt>
    <dgm:pt modelId="{B0FA839F-3DF5-4429-9E6C-7CE33E2D4843}" type="parTrans" cxnId="{FFA71035-124A-4611-ADBC-4B874CFAE1D9}">
      <dgm:prSet/>
      <dgm:spPr/>
      <dgm:t>
        <a:bodyPr/>
        <a:lstStyle/>
        <a:p>
          <a:endParaRPr lang="en-US"/>
        </a:p>
      </dgm:t>
    </dgm:pt>
    <dgm:pt modelId="{F90E20F2-9968-45E1-B2A3-7BB09404CAA8}" type="sibTrans" cxnId="{FFA71035-124A-4611-ADBC-4B874CFAE1D9}">
      <dgm:prSet/>
      <dgm:spPr/>
      <dgm:t>
        <a:bodyPr/>
        <a:lstStyle/>
        <a:p>
          <a:endParaRPr lang="en-US"/>
        </a:p>
      </dgm:t>
    </dgm:pt>
    <dgm:pt modelId="{12200D04-F2C3-458A-AB55-0F6C0B6A3D26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4 (Fall 2023): Retention/completion in COMS 2104, COMS 2203, and COMS 2213 increased by 10% from semester 1 &amp; 2.</a:t>
          </a:r>
        </a:p>
      </dgm:t>
    </dgm:pt>
    <dgm:pt modelId="{DC79724E-E659-45D6-81E9-A9B28B4C3FDA}" type="parTrans" cxnId="{6A70A1A7-2B9E-4452-9C5B-411BFDBFA3C5}">
      <dgm:prSet/>
      <dgm:spPr/>
      <dgm:t>
        <a:bodyPr/>
        <a:lstStyle/>
        <a:p>
          <a:endParaRPr lang="en-US"/>
        </a:p>
      </dgm:t>
    </dgm:pt>
    <dgm:pt modelId="{D9C9BD5B-B3A0-4943-8723-C03F89C13096}" type="sibTrans" cxnId="{6A70A1A7-2B9E-4452-9C5B-411BFDBFA3C5}">
      <dgm:prSet/>
      <dgm:spPr/>
      <dgm:t>
        <a:bodyPr/>
        <a:lstStyle/>
        <a:p>
          <a:endParaRPr lang="en-US"/>
        </a:p>
      </dgm:t>
    </dgm:pt>
    <dgm:pt modelId="{1D7C3C9E-A3CF-497D-A870-FA5D082E39F2}" type="pres">
      <dgm:prSet presAssocID="{190D7153-6A68-4B8A-8011-1A49BDF87BB4}" presName="root" presStyleCnt="0">
        <dgm:presLayoutVars>
          <dgm:chMax/>
          <dgm:chPref/>
          <dgm:animLvl val="lvl"/>
        </dgm:presLayoutVars>
      </dgm:prSet>
      <dgm:spPr/>
    </dgm:pt>
    <dgm:pt modelId="{ACC8155E-099E-4645-AF7B-CFC4A8A250EC}" type="pres">
      <dgm:prSet presAssocID="{190D7153-6A68-4B8A-8011-1A49BDF87BB4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458C6BCF-0645-48A8-8548-7431845B0532}" type="pres">
      <dgm:prSet presAssocID="{190D7153-6A68-4B8A-8011-1A49BDF87BB4}" presName="nodes" presStyleCnt="0">
        <dgm:presLayoutVars>
          <dgm:chMax/>
          <dgm:chPref/>
          <dgm:animLvl val="lvl"/>
        </dgm:presLayoutVars>
      </dgm:prSet>
      <dgm:spPr/>
    </dgm:pt>
    <dgm:pt modelId="{C2A4ED29-7B39-4483-A5EA-FFF5DCB783B9}" type="pres">
      <dgm:prSet presAssocID="{1CF1C44E-9B56-4697-AA39-66A609100B95}" presName="composite" presStyleCnt="0"/>
      <dgm:spPr/>
    </dgm:pt>
    <dgm:pt modelId="{95C4DFC7-E162-4AFF-B33B-4B016F1D33A2}" type="pres">
      <dgm:prSet presAssocID="{1CF1C44E-9B56-4697-AA39-66A609100B95}" presName="ConnectorPoint" presStyleLbl="lnNode1" presStyleIdx="0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38A4945-4850-49FA-B0B2-978BC5917990}" type="pres">
      <dgm:prSet presAssocID="{1CF1C44E-9B56-4697-AA39-66A609100B95}" presName="DropPinPlaceHolder" presStyleCnt="0"/>
      <dgm:spPr/>
    </dgm:pt>
    <dgm:pt modelId="{242073C2-51ED-4F6A-9845-C7B2F62E26ED}" type="pres">
      <dgm:prSet presAssocID="{1CF1C44E-9B56-4697-AA39-66A609100B95}" presName="DropPin" presStyleLbl="alignNode1" presStyleIdx="0" presStyleCnt="4"/>
      <dgm:spPr/>
    </dgm:pt>
    <dgm:pt modelId="{9F9C077D-36C9-4BF3-B445-B8275C7F0842}" type="pres">
      <dgm:prSet presAssocID="{1CF1C44E-9B56-4697-AA39-66A609100B95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971A387E-136C-4CC5-9743-A8D3E250FD26}" type="pres">
      <dgm:prSet presAssocID="{1CF1C44E-9B56-4697-AA39-66A609100B95}" presName="L2TextContainer" presStyleLbl="revTx" presStyleIdx="0" presStyleCnt="8">
        <dgm:presLayoutVars>
          <dgm:bulletEnabled val="1"/>
        </dgm:presLayoutVars>
      </dgm:prSet>
      <dgm:spPr/>
    </dgm:pt>
    <dgm:pt modelId="{8D826D04-05FB-4CC2-9325-3DE46B7A5BC1}" type="pres">
      <dgm:prSet presAssocID="{1CF1C44E-9B56-4697-AA39-66A609100B95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DF22A952-2214-4A9A-B8BF-8A58C0B6A2D4}" type="pres">
      <dgm:prSet presAssocID="{1CF1C44E-9B56-4697-AA39-66A609100B95}" presName="ConnectLine" presStyleLbl="sibTrans1D1" presStyleIdx="0" presStyleCnt="4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AA437F7-035E-40E9-9BF7-3A6A40FA7F7B}" type="pres">
      <dgm:prSet presAssocID="{1CF1C44E-9B56-4697-AA39-66A609100B95}" presName="EmptyPlaceHolder" presStyleCnt="0"/>
      <dgm:spPr/>
    </dgm:pt>
    <dgm:pt modelId="{86D87C4F-8299-4F3C-B13D-CF47B6B1C2E9}" type="pres">
      <dgm:prSet presAssocID="{A3E2A2E8-1FC4-41D0-9EA2-FD673D7EE999}" presName="spaceBetweenRectangles" presStyleCnt="0"/>
      <dgm:spPr/>
    </dgm:pt>
    <dgm:pt modelId="{5D351DBC-4DF7-4008-B375-133B524B26C2}" type="pres">
      <dgm:prSet presAssocID="{C4CFE375-1E0B-4BF3-896D-2885966D8AB3}" presName="composite" presStyleCnt="0"/>
      <dgm:spPr/>
    </dgm:pt>
    <dgm:pt modelId="{60F56B93-D6DF-4460-8359-FBC6569B0AB5}" type="pres">
      <dgm:prSet presAssocID="{C4CFE375-1E0B-4BF3-896D-2885966D8AB3}" presName="ConnectorPoint" presStyleLbl="lnNode1" presStyleIdx="1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D51F027-48F4-4F5A-A036-8DAF47E9F389}" type="pres">
      <dgm:prSet presAssocID="{C4CFE375-1E0B-4BF3-896D-2885966D8AB3}" presName="DropPinPlaceHolder" presStyleCnt="0"/>
      <dgm:spPr/>
    </dgm:pt>
    <dgm:pt modelId="{008B53A1-2EED-4E7D-AD4F-43BE940DE698}" type="pres">
      <dgm:prSet presAssocID="{C4CFE375-1E0B-4BF3-896D-2885966D8AB3}" presName="DropPin" presStyleLbl="alignNode1" presStyleIdx="1" presStyleCnt="4"/>
      <dgm:spPr/>
    </dgm:pt>
    <dgm:pt modelId="{6ACEA26E-9CAF-4E21-90C6-D7DB1C4BC215}" type="pres">
      <dgm:prSet presAssocID="{C4CFE375-1E0B-4BF3-896D-2885966D8AB3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828E2EAA-33F5-4B43-AAD7-2F81FB603AA0}" type="pres">
      <dgm:prSet presAssocID="{C4CFE375-1E0B-4BF3-896D-2885966D8AB3}" presName="L2TextContainer" presStyleLbl="revTx" presStyleIdx="2" presStyleCnt="8">
        <dgm:presLayoutVars>
          <dgm:bulletEnabled val="1"/>
        </dgm:presLayoutVars>
      </dgm:prSet>
      <dgm:spPr/>
    </dgm:pt>
    <dgm:pt modelId="{CCAFAF63-D538-469E-84DF-8857E6088849}" type="pres">
      <dgm:prSet presAssocID="{C4CFE375-1E0B-4BF3-896D-2885966D8AB3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52A33F32-A58A-4222-B40B-3E62F6ABDAE9}" type="pres">
      <dgm:prSet presAssocID="{C4CFE375-1E0B-4BF3-896D-2885966D8AB3}" presName="ConnectLine" presStyleLbl="sibTrans1D1" presStyleIdx="1" presStyleCnt="4"/>
      <dgm:spPr>
        <a:noFill/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dash"/>
          <a:miter lim="800000"/>
        </a:ln>
        <a:effectLst/>
      </dgm:spPr>
    </dgm:pt>
    <dgm:pt modelId="{6950ADE3-E757-4B7E-A694-6CAB198EF749}" type="pres">
      <dgm:prSet presAssocID="{C4CFE375-1E0B-4BF3-896D-2885966D8AB3}" presName="EmptyPlaceHolder" presStyleCnt="0"/>
      <dgm:spPr/>
    </dgm:pt>
    <dgm:pt modelId="{3D71ADC5-E625-4DF3-841E-C4F6AB408D5D}" type="pres">
      <dgm:prSet presAssocID="{07BB50DF-4CE9-4B21-8E32-1247C7C6EB23}" presName="spaceBetweenRectangles" presStyleCnt="0"/>
      <dgm:spPr/>
    </dgm:pt>
    <dgm:pt modelId="{786EAC51-1501-41EF-8B9E-1536B57C4701}" type="pres">
      <dgm:prSet presAssocID="{CCDE73DE-8187-4A5D-ABB8-269AF72B34D7}" presName="composite" presStyleCnt="0"/>
      <dgm:spPr/>
    </dgm:pt>
    <dgm:pt modelId="{23116D9B-9322-47F9-A37A-AB1D4722403C}" type="pres">
      <dgm:prSet presAssocID="{CCDE73DE-8187-4A5D-ABB8-269AF72B34D7}" presName="ConnectorPoint" presStyleLbl="lnNode1" presStyleIdx="2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DFFC2E8-1E99-4B82-BE1B-620F0B6BD5C0}" type="pres">
      <dgm:prSet presAssocID="{CCDE73DE-8187-4A5D-ABB8-269AF72B34D7}" presName="DropPinPlaceHolder" presStyleCnt="0"/>
      <dgm:spPr/>
    </dgm:pt>
    <dgm:pt modelId="{403664DB-B12B-4B3C-BB58-7020DA5088FE}" type="pres">
      <dgm:prSet presAssocID="{CCDE73DE-8187-4A5D-ABB8-269AF72B34D7}" presName="DropPin" presStyleLbl="alignNode1" presStyleIdx="2" presStyleCnt="4"/>
      <dgm:spPr/>
    </dgm:pt>
    <dgm:pt modelId="{403EA544-A438-4FAA-A238-E2F3C8183912}" type="pres">
      <dgm:prSet presAssocID="{CCDE73DE-8187-4A5D-ABB8-269AF72B34D7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4D860D69-3BEB-4EB7-955A-6806E4869AB5}" type="pres">
      <dgm:prSet presAssocID="{CCDE73DE-8187-4A5D-ABB8-269AF72B34D7}" presName="L2TextContainer" presStyleLbl="revTx" presStyleIdx="4" presStyleCnt="8">
        <dgm:presLayoutVars>
          <dgm:bulletEnabled val="1"/>
        </dgm:presLayoutVars>
      </dgm:prSet>
      <dgm:spPr/>
    </dgm:pt>
    <dgm:pt modelId="{A16A6C97-32EC-41C3-99A4-4CEFB906E2E4}" type="pres">
      <dgm:prSet presAssocID="{CCDE73DE-8187-4A5D-ABB8-269AF72B34D7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FEE2EA5A-47AE-4321-84C0-80E4B88550A9}" type="pres">
      <dgm:prSet presAssocID="{CCDE73DE-8187-4A5D-ABB8-269AF72B34D7}" presName="ConnectLine" presStyleLbl="sibTrans1D1" presStyleIdx="2" presStyleCnt="4"/>
      <dgm:spPr>
        <a:noFill/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dash"/>
          <a:miter lim="800000"/>
        </a:ln>
        <a:effectLst/>
      </dgm:spPr>
    </dgm:pt>
    <dgm:pt modelId="{D2321113-E751-4DB1-87F2-99ED6EB6421D}" type="pres">
      <dgm:prSet presAssocID="{CCDE73DE-8187-4A5D-ABB8-269AF72B34D7}" presName="EmptyPlaceHolder" presStyleCnt="0"/>
      <dgm:spPr/>
    </dgm:pt>
    <dgm:pt modelId="{1F96D3A1-2B73-4DB8-923E-C9529403E041}" type="pres">
      <dgm:prSet presAssocID="{3C168CDF-8809-4F03-881B-2DB98FBF7603}" presName="spaceBetweenRectangles" presStyleCnt="0"/>
      <dgm:spPr/>
    </dgm:pt>
    <dgm:pt modelId="{19B96D85-5730-4994-831D-8F27545BE075}" type="pres">
      <dgm:prSet presAssocID="{30044B7A-3E7D-41DB-888D-5DD6182BCB13}" presName="composite" presStyleCnt="0"/>
      <dgm:spPr/>
    </dgm:pt>
    <dgm:pt modelId="{936E2E7E-4A21-4816-B09B-81F1261E598D}" type="pres">
      <dgm:prSet presAssocID="{30044B7A-3E7D-41DB-888D-5DD6182BCB13}" presName="ConnectorPoint" presStyleLbl="lnNode1" presStyleIdx="3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2AE8EB3-AF9D-454C-A089-67E84E2BBE04}" type="pres">
      <dgm:prSet presAssocID="{30044B7A-3E7D-41DB-888D-5DD6182BCB13}" presName="DropPinPlaceHolder" presStyleCnt="0"/>
      <dgm:spPr/>
    </dgm:pt>
    <dgm:pt modelId="{2E3DD968-3287-4C58-91A1-006A2134ADAF}" type="pres">
      <dgm:prSet presAssocID="{30044B7A-3E7D-41DB-888D-5DD6182BCB13}" presName="DropPin" presStyleLbl="alignNode1" presStyleIdx="3" presStyleCnt="4"/>
      <dgm:spPr/>
    </dgm:pt>
    <dgm:pt modelId="{41A121FD-976C-4044-A573-A614C229E1A9}" type="pres">
      <dgm:prSet presAssocID="{30044B7A-3E7D-41DB-888D-5DD6182BCB13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58104AB3-8384-49C0-B134-2E298EEC4E6C}" type="pres">
      <dgm:prSet presAssocID="{30044B7A-3E7D-41DB-888D-5DD6182BCB13}" presName="L2TextContainer" presStyleLbl="revTx" presStyleIdx="6" presStyleCnt="8">
        <dgm:presLayoutVars>
          <dgm:bulletEnabled val="1"/>
        </dgm:presLayoutVars>
      </dgm:prSet>
      <dgm:spPr/>
    </dgm:pt>
    <dgm:pt modelId="{8FBEAAA1-6223-4157-93F2-33D4ED8F1EB2}" type="pres">
      <dgm:prSet presAssocID="{30044B7A-3E7D-41DB-888D-5DD6182BCB13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3D9AB30E-117E-4E39-AFEE-733980F63A5F}" type="pres">
      <dgm:prSet presAssocID="{30044B7A-3E7D-41DB-888D-5DD6182BCB13}" presName="ConnectLine" presStyleLbl="sibTrans1D1" presStyleIdx="3" presStyleCnt="4"/>
      <dgm:spPr>
        <a:noFill/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dash"/>
          <a:miter lim="800000"/>
        </a:ln>
        <a:effectLst/>
      </dgm:spPr>
    </dgm:pt>
    <dgm:pt modelId="{313034E4-0215-46CD-9439-F29D4FC453D6}" type="pres">
      <dgm:prSet presAssocID="{30044B7A-3E7D-41DB-888D-5DD6182BCB13}" presName="EmptyPlaceHolder" presStyleCnt="0"/>
      <dgm:spPr/>
    </dgm:pt>
  </dgm:ptLst>
  <dgm:cxnLst>
    <dgm:cxn modelId="{84E4C41E-3A63-4E87-A1AE-F8D4A531D004}" type="presOf" srcId="{CCDE73DE-8187-4A5D-ABB8-269AF72B34D7}" destId="{A16A6C97-32EC-41C3-99A4-4CEFB906E2E4}" srcOrd="0" destOrd="0" presId="urn:microsoft.com/office/officeart/2017/3/layout/DropPinTimeline"/>
    <dgm:cxn modelId="{FFA71035-124A-4611-ADBC-4B874CFAE1D9}" srcId="{190D7153-6A68-4B8A-8011-1A49BDF87BB4}" destId="{30044B7A-3E7D-41DB-888D-5DD6182BCB13}" srcOrd="3" destOrd="0" parTransId="{B0FA839F-3DF5-4429-9E6C-7CE33E2D4843}" sibTransId="{F90E20F2-9968-45E1-B2A3-7BB09404CAA8}"/>
    <dgm:cxn modelId="{1B227536-7EA3-4368-96CD-916ED604582E}" type="presOf" srcId="{190D7153-6A68-4B8A-8011-1A49BDF87BB4}" destId="{1D7C3C9E-A3CF-497D-A870-FA5D082E39F2}" srcOrd="0" destOrd="0" presId="urn:microsoft.com/office/officeart/2017/3/layout/DropPinTimeline"/>
    <dgm:cxn modelId="{1DCCBB5C-5297-4927-BB57-4925D4E3B24B}" srcId="{CCDE73DE-8187-4A5D-ABB8-269AF72B34D7}" destId="{CE22B2B3-4590-4EA6-8EF7-90032F681254}" srcOrd="0" destOrd="0" parTransId="{330EFC88-DE10-48C5-959A-BD6B8324439E}" sibTransId="{4FADB9C6-63D8-4C82-8AB8-6E2BDF6B8321}"/>
    <dgm:cxn modelId="{1CE2F654-2146-4EAD-9834-13DF94552349}" type="presOf" srcId="{CE22B2B3-4590-4EA6-8EF7-90032F681254}" destId="{4D860D69-3BEB-4EB7-955A-6806E4869AB5}" srcOrd="0" destOrd="0" presId="urn:microsoft.com/office/officeart/2017/3/layout/DropPinTimeline"/>
    <dgm:cxn modelId="{6B4BC575-B3A6-4E9F-AC7F-D4C209592AB9}" srcId="{C4CFE375-1E0B-4BF3-896D-2885966D8AB3}" destId="{10C9FE50-FA92-4664-928A-F5273ED5465E}" srcOrd="0" destOrd="0" parTransId="{B7F6E7ED-E7B8-49EE-85F6-83E91E220F04}" sibTransId="{2D38A480-6B17-4A52-89C9-C71CF5E0125F}"/>
    <dgm:cxn modelId="{E1FDE757-9D3D-4032-9BA4-C8BBEA8432B9}" type="presOf" srcId="{C4CFE375-1E0B-4BF3-896D-2885966D8AB3}" destId="{CCAFAF63-D538-469E-84DF-8857E6088849}" srcOrd="0" destOrd="0" presId="urn:microsoft.com/office/officeart/2017/3/layout/DropPinTimeline"/>
    <dgm:cxn modelId="{0ADF0F86-4328-4D18-B419-3E6A1681B9D0}" srcId="{190D7153-6A68-4B8A-8011-1A49BDF87BB4}" destId="{1CF1C44E-9B56-4697-AA39-66A609100B95}" srcOrd="0" destOrd="0" parTransId="{404D49F5-55B1-4524-907B-B65F56250624}" sibTransId="{A3E2A2E8-1FC4-41D0-9EA2-FD673D7EE999}"/>
    <dgm:cxn modelId="{35C82B8B-6E3B-4FC0-862A-E80066BE2FE0}" type="presOf" srcId="{EC35ADBE-975C-4A64-B752-771797EBBC19}" destId="{971A387E-136C-4CC5-9743-A8D3E250FD26}" srcOrd="0" destOrd="0" presId="urn:microsoft.com/office/officeart/2017/3/layout/DropPinTimeline"/>
    <dgm:cxn modelId="{F2FEE797-5429-421D-AFF9-5218F4C2B84A}" srcId="{190D7153-6A68-4B8A-8011-1A49BDF87BB4}" destId="{CCDE73DE-8187-4A5D-ABB8-269AF72B34D7}" srcOrd="2" destOrd="0" parTransId="{3DA69DAF-741F-40CE-907A-8BF245D2F714}" sibTransId="{3C168CDF-8809-4F03-881B-2DB98FBF7603}"/>
    <dgm:cxn modelId="{3A7DE9A6-5612-417A-9EBD-D38FE032FA7C}" type="presOf" srcId="{30044B7A-3E7D-41DB-888D-5DD6182BCB13}" destId="{8FBEAAA1-6223-4157-93F2-33D4ED8F1EB2}" srcOrd="0" destOrd="0" presId="urn:microsoft.com/office/officeart/2017/3/layout/DropPinTimeline"/>
    <dgm:cxn modelId="{6A70A1A7-2B9E-4452-9C5B-411BFDBFA3C5}" srcId="{30044B7A-3E7D-41DB-888D-5DD6182BCB13}" destId="{12200D04-F2C3-458A-AB55-0F6C0B6A3D26}" srcOrd="0" destOrd="0" parTransId="{DC79724E-E659-45D6-81E9-A9B28B4C3FDA}" sibTransId="{D9C9BD5B-B3A0-4943-8723-C03F89C13096}"/>
    <dgm:cxn modelId="{CA2B59AD-338E-41AD-94D2-A8A66501CEE9}" type="presOf" srcId="{10C9FE50-FA92-4664-928A-F5273ED5465E}" destId="{828E2EAA-33F5-4B43-AAD7-2F81FB603AA0}" srcOrd="0" destOrd="0" presId="urn:microsoft.com/office/officeart/2017/3/layout/DropPinTimeline"/>
    <dgm:cxn modelId="{F67337B8-B6EB-46E4-858E-843B5236566E}" type="presOf" srcId="{12200D04-F2C3-458A-AB55-0F6C0B6A3D26}" destId="{58104AB3-8384-49C0-B134-2E298EEC4E6C}" srcOrd="0" destOrd="0" presId="urn:microsoft.com/office/officeart/2017/3/layout/DropPinTimeline"/>
    <dgm:cxn modelId="{35A9BEBB-0317-40B0-B71E-670F5B5FEEE9}" type="presOf" srcId="{1CF1C44E-9B56-4697-AA39-66A609100B95}" destId="{8D826D04-05FB-4CC2-9325-3DE46B7A5BC1}" srcOrd="0" destOrd="0" presId="urn:microsoft.com/office/officeart/2017/3/layout/DropPinTimeline"/>
    <dgm:cxn modelId="{A56486DB-BEEE-47DE-A3DD-22EFC698B175}" srcId="{190D7153-6A68-4B8A-8011-1A49BDF87BB4}" destId="{C4CFE375-1E0B-4BF3-896D-2885966D8AB3}" srcOrd="1" destOrd="0" parTransId="{77AE2C1B-A388-4950-B53C-4366EBF09553}" sibTransId="{07BB50DF-4CE9-4B21-8E32-1247C7C6EB23}"/>
    <dgm:cxn modelId="{0E9E1FF2-23B0-4A36-AF08-D52F29077E60}" srcId="{1CF1C44E-9B56-4697-AA39-66A609100B95}" destId="{EC35ADBE-975C-4A64-B752-771797EBBC19}" srcOrd="0" destOrd="0" parTransId="{49D58E3D-744A-4474-A6F7-7A53D73D9620}" sibTransId="{1879655B-8461-4FD0-B335-097E74F44751}"/>
    <dgm:cxn modelId="{A2414958-DDAC-4245-B511-A764A500D200}" type="presParOf" srcId="{1D7C3C9E-A3CF-497D-A870-FA5D082E39F2}" destId="{ACC8155E-099E-4645-AF7B-CFC4A8A250EC}" srcOrd="0" destOrd="0" presId="urn:microsoft.com/office/officeart/2017/3/layout/DropPinTimeline"/>
    <dgm:cxn modelId="{5B866A23-D292-45FF-B72F-B935A7F76C00}" type="presParOf" srcId="{1D7C3C9E-A3CF-497D-A870-FA5D082E39F2}" destId="{458C6BCF-0645-48A8-8548-7431845B0532}" srcOrd="1" destOrd="0" presId="urn:microsoft.com/office/officeart/2017/3/layout/DropPinTimeline"/>
    <dgm:cxn modelId="{7F74FE81-731A-41FF-9833-1FFA1126FC79}" type="presParOf" srcId="{458C6BCF-0645-48A8-8548-7431845B0532}" destId="{C2A4ED29-7B39-4483-A5EA-FFF5DCB783B9}" srcOrd="0" destOrd="0" presId="urn:microsoft.com/office/officeart/2017/3/layout/DropPinTimeline"/>
    <dgm:cxn modelId="{48FF7ECE-86FC-4FAB-9F70-FCD6995E925A}" type="presParOf" srcId="{C2A4ED29-7B39-4483-A5EA-FFF5DCB783B9}" destId="{95C4DFC7-E162-4AFF-B33B-4B016F1D33A2}" srcOrd="0" destOrd="0" presId="urn:microsoft.com/office/officeart/2017/3/layout/DropPinTimeline"/>
    <dgm:cxn modelId="{AC8F90CC-0B08-473A-9541-53BDDE3A1EAF}" type="presParOf" srcId="{C2A4ED29-7B39-4483-A5EA-FFF5DCB783B9}" destId="{D38A4945-4850-49FA-B0B2-978BC5917990}" srcOrd="1" destOrd="0" presId="urn:microsoft.com/office/officeart/2017/3/layout/DropPinTimeline"/>
    <dgm:cxn modelId="{F3473524-738F-4980-9095-8AF28710D0E0}" type="presParOf" srcId="{D38A4945-4850-49FA-B0B2-978BC5917990}" destId="{242073C2-51ED-4F6A-9845-C7B2F62E26ED}" srcOrd="0" destOrd="0" presId="urn:microsoft.com/office/officeart/2017/3/layout/DropPinTimeline"/>
    <dgm:cxn modelId="{AECDAC2A-1FA1-4699-9A49-FE8C4883003D}" type="presParOf" srcId="{D38A4945-4850-49FA-B0B2-978BC5917990}" destId="{9F9C077D-36C9-4BF3-B445-B8275C7F0842}" srcOrd="1" destOrd="0" presId="urn:microsoft.com/office/officeart/2017/3/layout/DropPinTimeline"/>
    <dgm:cxn modelId="{5AD6CC18-C016-475D-9CD6-4B4C7AB208F2}" type="presParOf" srcId="{C2A4ED29-7B39-4483-A5EA-FFF5DCB783B9}" destId="{971A387E-136C-4CC5-9743-A8D3E250FD26}" srcOrd="2" destOrd="0" presId="urn:microsoft.com/office/officeart/2017/3/layout/DropPinTimeline"/>
    <dgm:cxn modelId="{BDF4E788-9AEB-4E41-B5AC-6FA3FFB18931}" type="presParOf" srcId="{C2A4ED29-7B39-4483-A5EA-FFF5DCB783B9}" destId="{8D826D04-05FB-4CC2-9325-3DE46B7A5BC1}" srcOrd="3" destOrd="0" presId="urn:microsoft.com/office/officeart/2017/3/layout/DropPinTimeline"/>
    <dgm:cxn modelId="{B93707B6-DA9F-4C41-9361-B8DE015A137A}" type="presParOf" srcId="{C2A4ED29-7B39-4483-A5EA-FFF5DCB783B9}" destId="{DF22A952-2214-4A9A-B8BF-8A58C0B6A2D4}" srcOrd="4" destOrd="0" presId="urn:microsoft.com/office/officeart/2017/3/layout/DropPinTimeline"/>
    <dgm:cxn modelId="{1C85335D-74D3-43C6-9040-C43DB5F3B3DD}" type="presParOf" srcId="{C2A4ED29-7B39-4483-A5EA-FFF5DCB783B9}" destId="{6AA437F7-035E-40E9-9BF7-3A6A40FA7F7B}" srcOrd="5" destOrd="0" presId="urn:microsoft.com/office/officeart/2017/3/layout/DropPinTimeline"/>
    <dgm:cxn modelId="{DD9D9E44-3FA5-4BCF-A432-EAC37EF54D58}" type="presParOf" srcId="{458C6BCF-0645-48A8-8548-7431845B0532}" destId="{86D87C4F-8299-4F3C-B13D-CF47B6B1C2E9}" srcOrd="1" destOrd="0" presId="urn:microsoft.com/office/officeart/2017/3/layout/DropPinTimeline"/>
    <dgm:cxn modelId="{F05BA679-6501-4096-89BD-FEE4F93A57FD}" type="presParOf" srcId="{458C6BCF-0645-48A8-8548-7431845B0532}" destId="{5D351DBC-4DF7-4008-B375-133B524B26C2}" srcOrd="2" destOrd="0" presId="urn:microsoft.com/office/officeart/2017/3/layout/DropPinTimeline"/>
    <dgm:cxn modelId="{CC6F451A-C76E-4CF1-A1B8-5DE68D1E6FAC}" type="presParOf" srcId="{5D351DBC-4DF7-4008-B375-133B524B26C2}" destId="{60F56B93-D6DF-4460-8359-FBC6569B0AB5}" srcOrd="0" destOrd="0" presId="urn:microsoft.com/office/officeart/2017/3/layout/DropPinTimeline"/>
    <dgm:cxn modelId="{AAC5E996-C3FB-4F0F-95C6-2E7B310234D9}" type="presParOf" srcId="{5D351DBC-4DF7-4008-B375-133B524B26C2}" destId="{CD51F027-48F4-4F5A-A036-8DAF47E9F389}" srcOrd="1" destOrd="0" presId="urn:microsoft.com/office/officeart/2017/3/layout/DropPinTimeline"/>
    <dgm:cxn modelId="{F8FC39B3-F24A-454C-B3DC-AADCD3CAA587}" type="presParOf" srcId="{CD51F027-48F4-4F5A-A036-8DAF47E9F389}" destId="{008B53A1-2EED-4E7D-AD4F-43BE940DE698}" srcOrd="0" destOrd="0" presId="urn:microsoft.com/office/officeart/2017/3/layout/DropPinTimeline"/>
    <dgm:cxn modelId="{7F382DA0-2901-4F8F-A469-DEA488AB9C0F}" type="presParOf" srcId="{CD51F027-48F4-4F5A-A036-8DAF47E9F389}" destId="{6ACEA26E-9CAF-4E21-90C6-D7DB1C4BC215}" srcOrd="1" destOrd="0" presId="urn:microsoft.com/office/officeart/2017/3/layout/DropPinTimeline"/>
    <dgm:cxn modelId="{6A74B417-7474-4A71-88D3-2A823BFBA6A1}" type="presParOf" srcId="{5D351DBC-4DF7-4008-B375-133B524B26C2}" destId="{828E2EAA-33F5-4B43-AAD7-2F81FB603AA0}" srcOrd="2" destOrd="0" presId="urn:microsoft.com/office/officeart/2017/3/layout/DropPinTimeline"/>
    <dgm:cxn modelId="{043311B1-45D4-4EF0-8CAA-3EC69B494B03}" type="presParOf" srcId="{5D351DBC-4DF7-4008-B375-133B524B26C2}" destId="{CCAFAF63-D538-469E-84DF-8857E6088849}" srcOrd="3" destOrd="0" presId="urn:microsoft.com/office/officeart/2017/3/layout/DropPinTimeline"/>
    <dgm:cxn modelId="{8CC5D8E2-E4DC-402D-87C1-756F97CF9E0A}" type="presParOf" srcId="{5D351DBC-4DF7-4008-B375-133B524B26C2}" destId="{52A33F32-A58A-4222-B40B-3E62F6ABDAE9}" srcOrd="4" destOrd="0" presId="urn:microsoft.com/office/officeart/2017/3/layout/DropPinTimeline"/>
    <dgm:cxn modelId="{B5F317F5-7D88-4579-AA42-E60A2CBDCA37}" type="presParOf" srcId="{5D351DBC-4DF7-4008-B375-133B524B26C2}" destId="{6950ADE3-E757-4B7E-A694-6CAB198EF749}" srcOrd="5" destOrd="0" presId="urn:microsoft.com/office/officeart/2017/3/layout/DropPinTimeline"/>
    <dgm:cxn modelId="{B70B9CEE-148B-4D74-8AB9-35A37DBCA947}" type="presParOf" srcId="{458C6BCF-0645-48A8-8548-7431845B0532}" destId="{3D71ADC5-E625-4DF3-841E-C4F6AB408D5D}" srcOrd="3" destOrd="0" presId="urn:microsoft.com/office/officeart/2017/3/layout/DropPinTimeline"/>
    <dgm:cxn modelId="{806A111F-4242-4A4E-A510-DEFA03C37DCD}" type="presParOf" srcId="{458C6BCF-0645-48A8-8548-7431845B0532}" destId="{786EAC51-1501-41EF-8B9E-1536B57C4701}" srcOrd="4" destOrd="0" presId="urn:microsoft.com/office/officeart/2017/3/layout/DropPinTimeline"/>
    <dgm:cxn modelId="{F1677A1A-DAD1-409F-B2B9-00B8F1EC8591}" type="presParOf" srcId="{786EAC51-1501-41EF-8B9E-1536B57C4701}" destId="{23116D9B-9322-47F9-A37A-AB1D4722403C}" srcOrd="0" destOrd="0" presId="urn:microsoft.com/office/officeart/2017/3/layout/DropPinTimeline"/>
    <dgm:cxn modelId="{C00CDA91-1AF3-4F48-887A-29D7A9633CAB}" type="presParOf" srcId="{786EAC51-1501-41EF-8B9E-1536B57C4701}" destId="{3DFFC2E8-1E99-4B82-BE1B-620F0B6BD5C0}" srcOrd="1" destOrd="0" presId="urn:microsoft.com/office/officeart/2017/3/layout/DropPinTimeline"/>
    <dgm:cxn modelId="{000ABB9A-BB23-46E1-91FA-0D8391699EC9}" type="presParOf" srcId="{3DFFC2E8-1E99-4B82-BE1B-620F0B6BD5C0}" destId="{403664DB-B12B-4B3C-BB58-7020DA5088FE}" srcOrd="0" destOrd="0" presId="urn:microsoft.com/office/officeart/2017/3/layout/DropPinTimeline"/>
    <dgm:cxn modelId="{BF1AAC28-59FA-4166-90C6-3D1F0B67CAD3}" type="presParOf" srcId="{3DFFC2E8-1E99-4B82-BE1B-620F0B6BD5C0}" destId="{403EA544-A438-4FAA-A238-E2F3C8183912}" srcOrd="1" destOrd="0" presId="urn:microsoft.com/office/officeart/2017/3/layout/DropPinTimeline"/>
    <dgm:cxn modelId="{44B37C94-045C-41EC-9FA3-DA82D7975E27}" type="presParOf" srcId="{786EAC51-1501-41EF-8B9E-1536B57C4701}" destId="{4D860D69-3BEB-4EB7-955A-6806E4869AB5}" srcOrd="2" destOrd="0" presId="urn:microsoft.com/office/officeart/2017/3/layout/DropPinTimeline"/>
    <dgm:cxn modelId="{A9124C19-6DBD-4C14-9988-08A21DC43565}" type="presParOf" srcId="{786EAC51-1501-41EF-8B9E-1536B57C4701}" destId="{A16A6C97-32EC-41C3-99A4-4CEFB906E2E4}" srcOrd="3" destOrd="0" presId="urn:microsoft.com/office/officeart/2017/3/layout/DropPinTimeline"/>
    <dgm:cxn modelId="{422C3DC2-C09B-4290-8019-438EE3266603}" type="presParOf" srcId="{786EAC51-1501-41EF-8B9E-1536B57C4701}" destId="{FEE2EA5A-47AE-4321-84C0-80E4B88550A9}" srcOrd="4" destOrd="0" presId="urn:microsoft.com/office/officeart/2017/3/layout/DropPinTimeline"/>
    <dgm:cxn modelId="{FF58BB2B-2EDD-4F1D-9E0F-BE742E4FCB94}" type="presParOf" srcId="{786EAC51-1501-41EF-8B9E-1536B57C4701}" destId="{D2321113-E751-4DB1-87F2-99ED6EB6421D}" srcOrd="5" destOrd="0" presId="urn:microsoft.com/office/officeart/2017/3/layout/DropPinTimeline"/>
    <dgm:cxn modelId="{A2E8F22E-5288-46B5-A3D0-210ABB660CF3}" type="presParOf" srcId="{458C6BCF-0645-48A8-8548-7431845B0532}" destId="{1F96D3A1-2B73-4DB8-923E-C9529403E041}" srcOrd="5" destOrd="0" presId="urn:microsoft.com/office/officeart/2017/3/layout/DropPinTimeline"/>
    <dgm:cxn modelId="{4E86D8EC-5FDD-40A7-A179-3D1FCD9B13CC}" type="presParOf" srcId="{458C6BCF-0645-48A8-8548-7431845B0532}" destId="{19B96D85-5730-4994-831D-8F27545BE075}" srcOrd="6" destOrd="0" presId="urn:microsoft.com/office/officeart/2017/3/layout/DropPinTimeline"/>
    <dgm:cxn modelId="{55BF1859-6624-469F-B3B5-844DB05EB3C3}" type="presParOf" srcId="{19B96D85-5730-4994-831D-8F27545BE075}" destId="{936E2E7E-4A21-4816-B09B-81F1261E598D}" srcOrd="0" destOrd="0" presId="urn:microsoft.com/office/officeart/2017/3/layout/DropPinTimeline"/>
    <dgm:cxn modelId="{523CBC28-13A5-4D75-8087-FCAD2F527FDE}" type="presParOf" srcId="{19B96D85-5730-4994-831D-8F27545BE075}" destId="{42AE8EB3-AF9D-454C-A089-67E84E2BBE04}" srcOrd="1" destOrd="0" presId="urn:microsoft.com/office/officeart/2017/3/layout/DropPinTimeline"/>
    <dgm:cxn modelId="{0DD54D7E-28F0-4A03-9D04-03B56222C97D}" type="presParOf" srcId="{42AE8EB3-AF9D-454C-A089-67E84E2BBE04}" destId="{2E3DD968-3287-4C58-91A1-006A2134ADAF}" srcOrd="0" destOrd="0" presId="urn:microsoft.com/office/officeart/2017/3/layout/DropPinTimeline"/>
    <dgm:cxn modelId="{83AE3BED-FDBB-4685-A7BF-05A4EF924E8F}" type="presParOf" srcId="{42AE8EB3-AF9D-454C-A089-67E84E2BBE04}" destId="{41A121FD-976C-4044-A573-A614C229E1A9}" srcOrd="1" destOrd="0" presId="urn:microsoft.com/office/officeart/2017/3/layout/DropPinTimeline"/>
    <dgm:cxn modelId="{0775BD5B-78A4-4E85-B647-2678719A118A}" type="presParOf" srcId="{19B96D85-5730-4994-831D-8F27545BE075}" destId="{58104AB3-8384-49C0-B134-2E298EEC4E6C}" srcOrd="2" destOrd="0" presId="urn:microsoft.com/office/officeart/2017/3/layout/DropPinTimeline"/>
    <dgm:cxn modelId="{49269A83-D962-4954-AE17-52A56CA49E14}" type="presParOf" srcId="{19B96D85-5730-4994-831D-8F27545BE075}" destId="{8FBEAAA1-6223-4157-93F2-33D4ED8F1EB2}" srcOrd="3" destOrd="0" presId="urn:microsoft.com/office/officeart/2017/3/layout/DropPinTimeline"/>
    <dgm:cxn modelId="{4F36EE8A-B912-4C6E-B32D-E6CE56FDB411}" type="presParOf" srcId="{19B96D85-5730-4994-831D-8F27545BE075}" destId="{3D9AB30E-117E-4E39-AFEE-733980F63A5F}" srcOrd="4" destOrd="0" presId="urn:microsoft.com/office/officeart/2017/3/layout/DropPinTimeline"/>
    <dgm:cxn modelId="{E004C877-D743-4658-9CD3-A1702B075E6E}" type="presParOf" srcId="{19B96D85-5730-4994-831D-8F27545BE075}" destId="{313034E4-0215-46CD-9439-F29D4FC453D6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355B77-8D61-4215-B379-C5FD48A5574F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517D0C-2197-49E1-AD2C-E7543F50062D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2022</a:t>
          </a:r>
        </a:p>
      </dgm:t>
    </dgm:pt>
    <dgm:pt modelId="{D46EFACE-2446-4BAB-9189-E1FA6A7A4DCD}" type="parTrans" cxnId="{37C3569A-E11A-42CF-8C6F-E5CBEFFE621C}">
      <dgm:prSet/>
      <dgm:spPr/>
      <dgm:t>
        <a:bodyPr/>
        <a:lstStyle/>
        <a:p>
          <a:endParaRPr lang="en-US"/>
        </a:p>
      </dgm:t>
    </dgm:pt>
    <dgm:pt modelId="{2506DA8F-9D6A-49EF-B58F-BC755F26C034}" type="sibTrans" cxnId="{37C3569A-E11A-42CF-8C6F-E5CBEFFE621C}">
      <dgm:prSet/>
      <dgm:spPr/>
      <dgm:t>
        <a:bodyPr/>
        <a:lstStyle/>
        <a:p>
          <a:endParaRPr lang="en-US"/>
        </a:p>
      </dgm:t>
    </dgm:pt>
    <dgm:pt modelId="{38C007D0-ED9D-4D38-AC07-E098C4C2A67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2 (Fall 2022): 20~25 participants enrolled in COMS 2104, COMS 2203, and COMS 2213.</a:t>
          </a:r>
        </a:p>
      </dgm:t>
    </dgm:pt>
    <dgm:pt modelId="{E05FB145-3240-4069-A27F-86E6BDBCA689}" type="parTrans" cxnId="{F85FDFB1-888C-4E2D-BD85-4235AB16CAA9}">
      <dgm:prSet/>
      <dgm:spPr/>
      <dgm:t>
        <a:bodyPr/>
        <a:lstStyle/>
        <a:p>
          <a:endParaRPr lang="en-US"/>
        </a:p>
      </dgm:t>
    </dgm:pt>
    <dgm:pt modelId="{45205F21-CFA6-44A7-BD3D-1B08CC0E3181}" type="sibTrans" cxnId="{F85FDFB1-888C-4E2D-BD85-4235AB16CAA9}">
      <dgm:prSet/>
      <dgm:spPr/>
      <dgm:t>
        <a:bodyPr/>
        <a:lstStyle/>
        <a:p>
          <a:endParaRPr lang="en-US"/>
        </a:p>
      </dgm:t>
    </dgm:pt>
    <dgm:pt modelId="{A198EA1C-E366-4834-8F88-726346C815AC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2023</a:t>
          </a:r>
        </a:p>
      </dgm:t>
    </dgm:pt>
    <dgm:pt modelId="{E5F85E8F-37B2-4F6C-9517-2C0FBE3AA0E1}" type="parTrans" cxnId="{BC366DFA-C300-40AA-B13A-7CA489AE1744}">
      <dgm:prSet/>
      <dgm:spPr/>
      <dgm:t>
        <a:bodyPr/>
        <a:lstStyle/>
        <a:p>
          <a:endParaRPr lang="en-US"/>
        </a:p>
      </dgm:t>
    </dgm:pt>
    <dgm:pt modelId="{6531A206-43B4-42E9-A47B-F60915E9CE94}" type="sibTrans" cxnId="{BC366DFA-C300-40AA-B13A-7CA489AE1744}">
      <dgm:prSet/>
      <dgm:spPr/>
      <dgm:t>
        <a:bodyPr/>
        <a:lstStyle/>
        <a:p>
          <a:endParaRPr lang="en-US"/>
        </a:p>
      </dgm:t>
    </dgm:pt>
    <dgm:pt modelId="{1932C65C-F5E4-4014-A904-1E207B147B00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3 (Spring 2023): 10% increase in participation from semester 2 in social media sites.</a:t>
          </a:r>
        </a:p>
      </dgm:t>
    </dgm:pt>
    <dgm:pt modelId="{B7BBE218-A2CC-40C0-A1B5-E919DE01F093}" type="parTrans" cxnId="{07A885A3-7BF8-43DF-88CA-C0D0D5C17ABB}">
      <dgm:prSet/>
      <dgm:spPr/>
      <dgm:t>
        <a:bodyPr/>
        <a:lstStyle/>
        <a:p>
          <a:endParaRPr lang="en-US"/>
        </a:p>
      </dgm:t>
    </dgm:pt>
    <dgm:pt modelId="{3D34A35D-E5D4-4496-AE87-58AA6BD4F9DF}" type="sibTrans" cxnId="{07A885A3-7BF8-43DF-88CA-C0D0D5C17ABB}">
      <dgm:prSet/>
      <dgm:spPr/>
      <dgm:t>
        <a:bodyPr/>
        <a:lstStyle/>
        <a:p>
          <a:endParaRPr lang="en-US"/>
        </a:p>
      </dgm:t>
    </dgm:pt>
    <dgm:pt modelId="{AC2F2214-CDAB-47F3-9116-AAF1A4E892C5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2023</a:t>
          </a:r>
        </a:p>
      </dgm:t>
    </dgm:pt>
    <dgm:pt modelId="{740C7591-8E82-4879-A2E3-1B3F8881597A}" type="parTrans" cxnId="{A4F54EE2-AF75-4473-B3BF-1E753134F2E8}">
      <dgm:prSet/>
      <dgm:spPr/>
      <dgm:t>
        <a:bodyPr/>
        <a:lstStyle/>
        <a:p>
          <a:endParaRPr lang="en-US"/>
        </a:p>
      </dgm:t>
    </dgm:pt>
    <dgm:pt modelId="{7372F16F-B3F3-4CD3-B045-9DDA234AF30C}" type="sibTrans" cxnId="{A4F54EE2-AF75-4473-B3BF-1E753134F2E8}">
      <dgm:prSet/>
      <dgm:spPr/>
      <dgm:t>
        <a:bodyPr/>
        <a:lstStyle/>
        <a:p>
          <a:endParaRPr lang="en-US"/>
        </a:p>
      </dgm:t>
    </dgm:pt>
    <dgm:pt modelId="{5546813F-A875-4439-94C1-1DB38CBED41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4 (Fall 2023): 10% increase in participation from semester 3 in social media sites.</a:t>
          </a:r>
        </a:p>
      </dgm:t>
    </dgm:pt>
    <dgm:pt modelId="{2BE674A3-9709-4F51-9FDB-599C0BD4DB03}" type="parTrans" cxnId="{1C947441-6026-45B6-8B08-8060DAD656D5}">
      <dgm:prSet/>
      <dgm:spPr/>
      <dgm:t>
        <a:bodyPr/>
        <a:lstStyle/>
        <a:p>
          <a:endParaRPr lang="en-US"/>
        </a:p>
      </dgm:t>
    </dgm:pt>
    <dgm:pt modelId="{88088F50-A3F2-4AD1-BF60-966AD65ACEE3}" type="sibTrans" cxnId="{1C947441-6026-45B6-8B08-8060DAD656D5}">
      <dgm:prSet/>
      <dgm:spPr/>
      <dgm:t>
        <a:bodyPr/>
        <a:lstStyle/>
        <a:p>
          <a:endParaRPr lang="en-US"/>
        </a:p>
      </dgm:t>
    </dgm:pt>
    <dgm:pt modelId="{922D2C4C-F237-41A5-B5CE-023492063F17}" type="pres">
      <dgm:prSet presAssocID="{71355B77-8D61-4215-B379-C5FD48A5574F}" presName="root" presStyleCnt="0">
        <dgm:presLayoutVars>
          <dgm:chMax/>
          <dgm:chPref/>
          <dgm:animLvl val="lvl"/>
        </dgm:presLayoutVars>
      </dgm:prSet>
      <dgm:spPr/>
    </dgm:pt>
    <dgm:pt modelId="{0D78D64F-7622-4576-846F-405603302663}" type="pres">
      <dgm:prSet presAssocID="{71355B77-8D61-4215-B379-C5FD48A5574F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4AEE3EEF-FDB1-4A40-B7E0-C2117AA68267}" type="pres">
      <dgm:prSet presAssocID="{71355B77-8D61-4215-B379-C5FD48A5574F}" presName="nodes" presStyleCnt="0">
        <dgm:presLayoutVars>
          <dgm:chMax/>
          <dgm:chPref/>
          <dgm:animLvl val="lvl"/>
        </dgm:presLayoutVars>
      </dgm:prSet>
      <dgm:spPr/>
    </dgm:pt>
    <dgm:pt modelId="{C834C1FA-8C6F-41E4-8337-48C13C760F3E}" type="pres">
      <dgm:prSet presAssocID="{C9517D0C-2197-49E1-AD2C-E7543F50062D}" presName="composite" presStyleCnt="0"/>
      <dgm:spPr/>
    </dgm:pt>
    <dgm:pt modelId="{EF9EB818-BEC2-4C09-A66A-7388AC4B44A3}" type="pres">
      <dgm:prSet presAssocID="{C9517D0C-2197-49E1-AD2C-E7543F50062D}" presName="ConnectorPoint" presStyleLbl="lnNode1" presStyleIdx="0" presStyleCnt="3"/>
      <dgm:spPr>
        <a:gradFill rotWithShape="0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EE4A2ED-2745-4378-8FA6-33DB95BBB2E2}" type="pres">
      <dgm:prSet presAssocID="{C9517D0C-2197-49E1-AD2C-E7543F50062D}" presName="DropPinPlaceHolder" presStyleCnt="0"/>
      <dgm:spPr/>
    </dgm:pt>
    <dgm:pt modelId="{BD11E17E-6DF9-47FF-9FB2-1410E8959AEC}" type="pres">
      <dgm:prSet presAssocID="{C9517D0C-2197-49E1-AD2C-E7543F50062D}" presName="DropPin" presStyleLbl="alignNode1" presStyleIdx="0" presStyleCnt="3"/>
      <dgm:spPr/>
    </dgm:pt>
    <dgm:pt modelId="{5A596EBA-34D0-4737-A556-D2ED95568D80}" type="pres">
      <dgm:prSet presAssocID="{C9517D0C-2197-49E1-AD2C-E7543F50062D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88C4D9EE-523E-4CB9-902B-6F7C7CE1FF0F}" type="pres">
      <dgm:prSet presAssocID="{C9517D0C-2197-49E1-AD2C-E7543F50062D}" presName="L2TextContainer" presStyleLbl="revTx" presStyleIdx="0" presStyleCnt="6">
        <dgm:presLayoutVars>
          <dgm:bulletEnabled val="1"/>
        </dgm:presLayoutVars>
      </dgm:prSet>
      <dgm:spPr/>
    </dgm:pt>
    <dgm:pt modelId="{266B1524-8C87-47B3-B8BE-E21650072780}" type="pres">
      <dgm:prSet presAssocID="{C9517D0C-2197-49E1-AD2C-E7543F50062D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EA62D250-FA8F-478B-97DE-DE822BA5EC4B}" type="pres">
      <dgm:prSet presAssocID="{C9517D0C-2197-49E1-AD2C-E7543F50062D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16B5270-EA4B-49E1-9EF2-96C5F74AA5AB}" type="pres">
      <dgm:prSet presAssocID="{C9517D0C-2197-49E1-AD2C-E7543F50062D}" presName="EmptyPlaceHolder" presStyleCnt="0"/>
      <dgm:spPr/>
    </dgm:pt>
    <dgm:pt modelId="{1B953DE8-5DE6-44F0-BB75-021CE2C32C4B}" type="pres">
      <dgm:prSet presAssocID="{2506DA8F-9D6A-49EF-B58F-BC755F26C034}" presName="spaceBetweenRectangles" presStyleCnt="0"/>
      <dgm:spPr/>
    </dgm:pt>
    <dgm:pt modelId="{5D692AA6-3668-4969-AD34-821EDF74FFB7}" type="pres">
      <dgm:prSet presAssocID="{A198EA1C-E366-4834-8F88-726346C815AC}" presName="composite" presStyleCnt="0"/>
      <dgm:spPr/>
    </dgm:pt>
    <dgm:pt modelId="{8BB0F60B-F21C-4C16-8711-715462B8CFEB}" type="pres">
      <dgm:prSet presAssocID="{A198EA1C-E366-4834-8F88-726346C815AC}" presName="ConnectorPoint" presStyleLbl="lnNode1" presStyleIdx="1" presStyleCnt="3"/>
      <dgm:spPr>
        <a:gradFill rotWithShape="0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880F31C-ACCB-44B1-99B1-C9F14DFB8E3A}" type="pres">
      <dgm:prSet presAssocID="{A198EA1C-E366-4834-8F88-726346C815AC}" presName="DropPinPlaceHolder" presStyleCnt="0"/>
      <dgm:spPr/>
    </dgm:pt>
    <dgm:pt modelId="{CC8D2DF7-8E77-4D34-85B6-52214A74FF49}" type="pres">
      <dgm:prSet presAssocID="{A198EA1C-E366-4834-8F88-726346C815AC}" presName="DropPin" presStyleLbl="alignNode1" presStyleIdx="1" presStyleCnt="3"/>
      <dgm:spPr/>
    </dgm:pt>
    <dgm:pt modelId="{1FDF1208-F38E-4579-AC96-4501D6A8ABA6}" type="pres">
      <dgm:prSet presAssocID="{A198EA1C-E366-4834-8F88-726346C815AC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6A99BCE9-860D-449D-9AA0-7F6F8D19F20A}" type="pres">
      <dgm:prSet presAssocID="{A198EA1C-E366-4834-8F88-726346C815AC}" presName="L2TextContainer" presStyleLbl="revTx" presStyleIdx="2" presStyleCnt="6">
        <dgm:presLayoutVars>
          <dgm:bulletEnabled val="1"/>
        </dgm:presLayoutVars>
      </dgm:prSet>
      <dgm:spPr/>
    </dgm:pt>
    <dgm:pt modelId="{DF3F78B2-0D1A-45DF-BB1D-66B02746C489}" type="pres">
      <dgm:prSet presAssocID="{A198EA1C-E366-4834-8F88-726346C815AC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463F75E4-1EBC-4FB8-A9AA-8F1C6FD884FB}" type="pres">
      <dgm:prSet presAssocID="{A198EA1C-E366-4834-8F88-726346C815AC}" presName="ConnectLine" presStyleLbl="sibTrans1D1" presStyleIdx="1" presStyleCnt="3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0082C45-EAF0-4369-BD96-B719F7C845D5}" type="pres">
      <dgm:prSet presAssocID="{A198EA1C-E366-4834-8F88-726346C815AC}" presName="EmptyPlaceHolder" presStyleCnt="0"/>
      <dgm:spPr/>
    </dgm:pt>
    <dgm:pt modelId="{3E27D644-8FB3-4080-A133-1E07FCEE6D7C}" type="pres">
      <dgm:prSet presAssocID="{6531A206-43B4-42E9-A47B-F60915E9CE94}" presName="spaceBetweenRectangles" presStyleCnt="0"/>
      <dgm:spPr/>
    </dgm:pt>
    <dgm:pt modelId="{5B74001F-2163-4930-8668-2F0618F0C5D5}" type="pres">
      <dgm:prSet presAssocID="{AC2F2214-CDAB-47F3-9116-AAF1A4E892C5}" presName="composite" presStyleCnt="0"/>
      <dgm:spPr/>
    </dgm:pt>
    <dgm:pt modelId="{44078FB7-7E93-4698-8139-E60295F88D78}" type="pres">
      <dgm:prSet presAssocID="{AC2F2214-CDAB-47F3-9116-AAF1A4E892C5}" presName="ConnectorPoint" presStyleLbl="lnNode1" presStyleIdx="2" presStyleCnt="3"/>
      <dgm:spPr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BA2F341-D3E6-4433-8D23-24E1FBAA87DC}" type="pres">
      <dgm:prSet presAssocID="{AC2F2214-CDAB-47F3-9116-AAF1A4E892C5}" presName="DropPinPlaceHolder" presStyleCnt="0"/>
      <dgm:spPr/>
    </dgm:pt>
    <dgm:pt modelId="{5041F93F-D9CB-4552-B80B-F436B666DA48}" type="pres">
      <dgm:prSet presAssocID="{AC2F2214-CDAB-47F3-9116-AAF1A4E892C5}" presName="DropPin" presStyleLbl="alignNode1" presStyleIdx="2" presStyleCnt="3"/>
      <dgm:spPr/>
    </dgm:pt>
    <dgm:pt modelId="{18FECCAC-913D-4017-845C-31DC3E0A71EF}" type="pres">
      <dgm:prSet presAssocID="{AC2F2214-CDAB-47F3-9116-AAF1A4E892C5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9C7CA109-AE32-4B99-A6CE-0EE9606D3531}" type="pres">
      <dgm:prSet presAssocID="{AC2F2214-CDAB-47F3-9116-AAF1A4E892C5}" presName="L2TextContainer" presStyleLbl="revTx" presStyleIdx="4" presStyleCnt="6">
        <dgm:presLayoutVars>
          <dgm:bulletEnabled val="1"/>
        </dgm:presLayoutVars>
      </dgm:prSet>
      <dgm:spPr/>
    </dgm:pt>
    <dgm:pt modelId="{ACCFDD07-167C-41CF-BEE8-A88DB519A058}" type="pres">
      <dgm:prSet presAssocID="{AC2F2214-CDAB-47F3-9116-AAF1A4E892C5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3DF51CEB-6B42-4039-B9B3-67788851BC48}" type="pres">
      <dgm:prSet presAssocID="{AC2F2214-CDAB-47F3-9116-AAF1A4E892C5}" presName="ConnectLine" presStyleLbl="sibTrans1D1" presStyleIdx="2" presStyleCnt="3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47C95E4-D88C-4CA3-92A0-40DFE786EC61}" type="pres">
      <dgm:prSet presAssocID="{AC2F2214-CDAB-47F3-9116-AAF1A4E892C5}" presName="EmptyPlaceHolder" presStyleCnt="0"/>
      <dgm:spPr/>
    </dgm:pt>
  </dgm:ptLst>
  <dgm:cxnLst>
    <dgm:cxn modelId="{D788E51C-E253-41A2-9148-DA26E6E4A858}" type="presOf" srcId="{A198EA1C-E366-4834-8F88-726346C815AC}" destId="{DF3F78B2-0D1A-45DF-BB1D-66B02746C489}" srcOrd="0" destOrd="0" presId="urn:microsoft.com/office/officeart/2017/3/layout/DropPinTimeline"/>
    <dgm:cxn modelId="{2C01B55F-C314-4961-8B3B-BE179BC08220}" type="presOf" srcId="{71355B77-8D61-4215-B379-C5FD48A5574F}" destId="{922D2C4C-F237-41A5-B5CE-023492063F17}" srcOrd="0" destOrd="0" presId="urn:microsoft.com/office/officeart/2017/3/layout/DropPinTimeline"/>
    <dgm:cxn modelId="{1C947441-6026-45B6-8B08-8060DAD656D5}" srcId="{AC2F2214-CDAB-47F3-9116-AAF1A4E892C5}" destId="{5546813F-A875-4439-94C1-1DB38CBED411}" srcOrd="0" destOrd="0" parTransId="{2BE674A3-9709-4F51-9FDB-599C0BD4DB03}" sibTransId="{88088F50-A3F2-4AD1-BF60-966AD65ACEE3}"/>
    <dgm:cxn modelId="{083F4B42-6569-4BC4-8173-ADE5A012237C}" type="presOf" srcId="{38C007D0-ED9D-4D38-AC07-E098C4C2A671}" destId="{88C4D9EE-523E-4CB9-902B-6F7C7CE1FF0F}" srcOrd="0" destOrd="0" presId="urn:microsoft.com/office/officeart/2017/3/layout/DropPinTimeline"/>
    <dgm:cxn modelId="{2C08A048-66B8-45A5-A91F-FD0794861DD7}" type="presOf" srcId="{AC2F2214-CDAB-47F3-9116-AAF1A4E892C5}" destId="{ACCFDD07-167C-41CF-BEE8-A88DB519A058}" srcOrd="0" destOrd="0" presId="urn:microsoft.com/office/officeart/2017/3/layout/DropPinTimeline"/>
    <dgm:cxn modelId="{37C3569A-E11A-42CF-8C6F-E5CBEFFE621C}" srcId="{71355B77-8D61-4215-B379-C5FD48A5574F}" destId="{C9517D0C-2197-49E1-AD2C-E7543F50062D}" srcOrd="0" destOrd="0" parTransId="{D46EFACE-2446-4BAB-9189-E1FA6A7A4DCD}" sibTransId="{2506DA8F-9D6A-49EF-B58F-BC755F26C034}"/>
    <dgm:cxn modelId="{07A885A3-7BF8-43DF-88CA-C0D0D5C17ABB}" srcId="{A198EA1C-E366-4834-8F88-726346C815AC}" destId="{1932C65C-F5E4-4014-A904-1E207B147B00}" srcOrd="0" destOrd="0" parTransId="{B7BBE218-A2CC-40C0-A1B5-E919DE01F093}" sibTransId="{3D34A35D-E5D4-4496-AE87-58AA6BD4F9DF}"/>
    <dgm:cxn modelId="{F85FDFB1-888C-4E2D-BD85-4235AB16CAA9}" srcId="{C9517D0C-2197-49E1-AD2C-E7543F50062D}" destId="{38C007D0-ED9D-4D38-AC07-E098C4C2A671}" srcOrd="0" destOrd="0" parTransId="{E05FB145-3240-4069-A27F-86E6BDBCA689}" sibTransId="{45205F21-CFA6-44A7-BD3D-1B08CC0E3181}"/>
    <dgm:cxn modelId="{FD618FCF-C266-4438-BB42-79F79A12420A}" type="presOf" srcId="{C9517D0C-2197-49E1-AD2C-E7543F50062D}" destId="{266B1524-8C87-47B3-B8BE-E21650072780}" srcOrd="0" destOrd="0" presId="urn:microsoft.com/office/officeart/2017/3/layout/DropPinTimeline"/>
    <dgm:cxn modelId="{A4F54EE2-AF75-4473-B3BF-1E753134F2E8}" srcId="{71355B77-8D61-4215-B379-C5FD48A5574F}" destId="{AC2F2214-CDAB-47F3-9116-AAF1A4E892C5}" srcOrd="2" destOrd="0" parTransId="{740C7591-8E82-4879-A2E3-1B3F8881597A}" sibTransId="{7372F16F-B3F3-4CD3-B045-9DDA234AF30C}"/>
    <dgm:cxn modelId="{FBD0A0ED-BFD5-4847-811F-29AC77902EF4}" type="presOf" srcId="{5546813F-A875-4439-94C1-1DB38CBED411}" destId="{9C7CA109-AE32-4B99-A6CE-0EE9606D3531}" srcOrd="0" destOrd="0" presId="urn:microsoft.com/office/officeart/2017/3/layout/DropPinTimeline"/>
    <dgm:cxn modelId="{3E9305F8-7C2B-402E-B9CF-7E3121C45279}" type="presOf" srcId="{1932C65C-F5E4-4014-A904-1E207B147B00}" destId="{6A99BCE9-860D-449D-9AA0-7F6F8D19F20A}" srcOrd="0" destOrd="0" presId="urn:microsoft.com/office/officeart/2017/3/layout/DropPinTimeline"/>
    <dgm:cxn modelId="{BC366DFA-C300-40AA-B13A-7CA489AE1744}" srcId="{71355B77-8D61-4215-B379-C5FD48A5574F}" destId="{A198EA1C-E366-4834-8F88-726346C815AC}" srcOrd="1" destOrd="0" parTransId="{E5F85E8F-37B2-4F6C-9517-2C0FBE3AA0E1}" sibTransId="{6531A206-43B4-42E9-A47B-F60915E9CE94}"/>
    <dgm:cxn modelId="{72FD1DB9-FAAD-4DC3-BCD6-762D5D2150E4}" type="presParOf" srcId="{922D2C4C-F237-41A5-B5CE-023492063F17}" destId="{0D78D64F-7622-4576-846F-405603302663}" srcOrd="0" destOrd="0" presId="urn:microsoft.com/office/officeart/2017/3/layout/DropPinTimeline"/>
    <dgm:cxn modelId="{2E12BE3E-4E67-4F4A-8584-B2A1903214A5}" type="presParOf" srcId="{922D2C4C-F237-41A5-B5CE-023492063F17}" destId="{4AEE3EEF-FDB1-4A40-B7E0-C2117AA68267}" srcOrd="1" destOrd="0" presId="urn:microsoft.com/office/officeart/2017/3/layout/DropPinTimeline"/>
    <dgm:cxn modelId="{4D79715F-4745-4D08-9A92-A0D5C397B63A}" type="presParOf" srcId="{4AEE3EEF-FDB1-4A40-B7E0-C2117AA68267}" destId="{C834C1FA-8C6F-41E4-8337-48C13C760F3E}" srcOrd="0" destOrd="0" presId="urn:microsoft.com/office/officeart/2017/3/layout/DropPinTimeline"/>
    <dgm:cxn modelId="{1E4314E9-0783-4AD7-A99C-EB12C99E4FB9}" type="presParOf" srcId="{C834C1FA-8C6F-41E4-8337-48C13C760F3E}" destId="{EF9EB818-BEC2-4C09-A66A-7388AC4B44A3}" srcOrd="0" destOrd="0" presId="urn:microsoft.com/office/officeart/2017/3/layout/DropPinTimeline"/>
    <dgm:cxn modelId="{375F59D3-18A6-44CA-A552-C9D5E11DB992}" type="presParOf" srcId="{C834C1FA-8C6F-41E4-8337-48C13C760F3E}" destId="{BEE4A2ED-2745-4378-8FA6-33DB95BBB2E2}" srcOrd="1" destOrd="0" presId="urn:microsoft.com/office/officeart/2017/3/layout/DropPinTimeline"/>
    <dgm:cxn modelId="{CEC3E55A-C1C7-4258-982B-739F18CD2931}" type="presParOf" srcId="{BEE4A2ED-2745-4378-8FA6-33DB95BBB2E2}" destId="{BD11E17E-6DF9-47FF-9FB2-1410E8959AEC}" srcOrd="0" destOrd="0" presId="urn:microsoft.com/office/officeart/2017/3/layout/DropPinTimeline"/>
    <dgm:cxn modelId="{F1FAADC2-5F3B-4A8C-A5BF-85208DEF16B1}" type="presParOf" srcId="{BEE4A2ED-2745-4378-8FA6-33DB95BBB2E2}" destId="{5A596EBA-34D0-4737-A556-D2ED95568D80}" srcOrd="1" destOrd="0" presId="urn:microsoft.com/office/officeart/2017/3/layout/DropPinTimeline"/>
    <dgm:cxn modelId="{5FD5868A-6700-4F32-8CC4-5B4102AB85B4}" type="presParOf" srcId="{C834C1FA-8C6F-41E4-8337-48C13C760F3E}" destId="{88C4D9EE-523E-4CB9-902B-6F7C7CE1FF0F}" srcOrd="2" destOrd="0" presId="urn:microsoft.com/office/officeart/2017/3/layout/DropPinTimeline"/>
    <dgm:cxn modelId="{E93C262A-B8F7-48E9-BFC6-50BFCB044FDB}" type="presParOf" srcId="{C834C1FA-8C6F-41E4-8337-48C13C760F3E}" destId="{266B1524-8C87-47B3-B8BE-E21650072780}" srcOrd="3" destOrd="0" presId="urn:microsoft.com/office/officeart/2017/3/layout/DropPinTimeline"/>
    <dgm:cxn modelId="{817D2D98-AF5C-4DEA-A286-912BC040736D}" type="presParOf" srcId="{C834C1FA-8C6F-41E4-8337-48C13C760F3E}" destId="{EA62D250-FA8F-478B-97DE-DE822BA5EC4B}" srcOrd="4" destOrd="0" presId="urn:microsoft.com/office/officeart/2017/3/layout/DropPinTimeline"/>
    <dgm:cxn modelId="{7A6A1285-1541-4EF4-A22D-28A177EBC3B1}" type="presParOf" srcId="{C834C1FA-8C6F-41E4-8337-48C13C760F3E}" destId="{816B5270-EA4B-49E1-9EF2-96C5F74AA5AB}" srcOrd="5" destOrd="0" presId="urn:microsoft.com/office/officeart/2017/3/layout/DropPinTimeline"/>
    <dgm:cxn modelId="{84360672-6449-4DC6-8C48-B26897367155}" type="presParOf" srcId="{4AEE3EEF-FDB1-4A40-B7E0-C2117AA68267}" destId="{1B953DE8-5DE6-44F0-BB75-021CE2C32C4B}" srcOrd="1" destOrd="0" presId="urn:microsoft.com/office/officeart/2017/3/layout/DropPinTimeline"/>
    <dgm:cxn modelId="{57BD212E-F0F0-4CEE-99C0-F2405FE108DC}" type="presParOf" srcId="{4AEE3EEF-FDB1-4A40-B7E0-C2117AA68267}" destId="{5D692AA6-3668-4969-AD34-821EDF74FFB7}" srcOrd="2" destOrd="0" presId="urn:microsoft.com/office/officeart/2017/3/layout/DropPinTimeline"/>
    <dgm:cxn modelId="{D85B45BE-5367-4CF1-86DC-CDEC36CA00E4}" type="presParOf" srcId="{5D692AA6-3668-4969-AD34-821EDF74FFB7}" destId="{8BB0F60B-F21C-4C16-8711-715462B8CFEB}" srcOrd="0" destOrd="0" presId="urn:microsoft.com/office/officeart/2017/3/layout/DropPinTimeline"/>
    <dgm:cxn modelId="{3E1CED00-1A41-4009-AAAC-AA6A05C1ED7F}" type="presParOf" srcId="{5D692AA6-3668-4969-AD34-821EDF74FFB7}" destId="{2880F31C-ACCB-44B1-99B1-C9F14DFB8E3A}" srcOrd="1" destOrd="0" presId="urn:microsoft.com/office/officeart/2017/3/layout/DropPinTimeline"/>
    <dgm:cxn modelId="{06689A98-F208-4EB9-85EE-8D8794140B51}" type="presParOf" srcId="{2880F31C-ACCB-44B1-99B1-C9F14DFB8E3A}" destId="{CC8D2DF7-8E77-4D34-85B6-52214A74FF49}" srcOrd="0" destOrd="0" presId="urn:microsoft.com/office/officeart/2017/3/layout/DropPinTimeline"/>
    <dgm:cxn modelId="{67B9600F-06D9-4CB3-B9DB-2F76D495D410}" type="presParOf" srcId="{2880F31C-ACCB-44B1-99B1-C9F14DFB8E3A}" destId="{1FDF1208-F38E-4579-AC96-4501D6A8ABA6}" srcOrd="1" destOrd="0" presId="urn:microsoft.com/office/officeart/2017/3/layout/DropPinTimeline"/>
    <dgm:cxn modelId="{ABA35D93-4D38-441D-BFB1-46CA92B5BC77}" type="presParOf" srcId="{5D692AA6-3668-4969-AD34-821EDF74FFB7}" destId="{6A99BCE9-860D-449D-9AA0-7F6F8D19F20A}" srcOrd="2" destOrd="0" presId="urn:microsoft.com/office/officeart/2017/3/layout/DropPinTimeline"/>
    <dgm:cxn modelId="{494CDF33-9EF4-44A7-8381-1E02310F5BCA}" type="presParOf" srcId="{5D692AA6-3668-4969-AD34-821EDF74FFB7}" destId="{DF3F78B2-0D1A-45DF-BB1D-66B02746C489}" srcOrd="3" destOrd="0" presId="urn:microsoft.com/office/officeart/2017/3/layout/DropPinTimeline"/>
    <dgm:cxn modelId="{6CE221B6-55E3-4F27-84C9-33935D8BDF3A}" type="presParOf" srcId="{5D692AA6-3668-4969-AD34-821EDF74FFB7}" destId="{463F75E4-1EBC-4FB8-A9AA-8F1C6FD884FB}" srcOrd="4" destOrd="0" presId="urn:microsoft.com/office/officeart/2017/3/layout/DropPinTimeline"/>
    <dgm:cxn modelId="{FBC56470-F209-46A7-A8E5-0F6E193FE12F}" type="presParOf" srcId="{5D692AA6-3668-4969-AD34-821EDF74FFB7}" destId="{60082C45-EAF0-4369-BD96-B719F7C845D5}" srcOrd="5" destOrd="0" presId="urn:microsoft.com/office/officeart/2017/3/layout/DropPinTimeline"/>
    <dgm:cxn modelId="{DA8C0AB1-C0E2-4BB7-8A40-49997FBBFD2F}" type="presParOf" srcId="{4AEE3EEF-FDB1-4A40-B7E0-C2117AA68267}" destId="{3E27D644-8FB3-4080-A133-1E07FCEE6D7C}" srcOrd="3" destOrd="0" presId="urn:microsoft.com/office/officeart/2017/3/layout/DropPinTimeline"/>
    <dgm:cxn modelId="{4CC2007C-1A5C-40E3-9A2A-E7D0F291F182}" type="presParOf" srcId="{4AEE3EEF-FDB1-4A40-B7E0-C2117AA68267}" destId="{5B74001F-2163-4930-8668-2F0618F0C5D5}" srcOrd="4" destOrd="0" presId="urn:microsoft.com/office/officeart/2017/3/layout/DropPinTimeline"/>
    <dgm:cxn modelId="{90E99778-F6F9-4647-A790-BAEAC230B6E7}" type="presParOf" srcId="{5B74001F-2163-4930-8668-2F0618F0C5D5}" destId="{44078FB7-7E93-4698-8139-E60295F88D78}" srcOrd="0" destOrd="0" presId="urn:microsoft.com/office/officeart/2017/3/layout/DropPinTimeline"/>
    <dgm:cxn modelId="{517BA63F-2A30-454E-9BED-752B1BC79FE6}" type="presParOf" srcId="{5B74001F-2163-4930-8668-2F0618F0C5D5}" destId="{4BA2F341-D3E6-4433-8D23-24E1FBAA87DC}" srcOrd="1" destOrd="0" presId="urn:microsoft.com/office/officeart/2017/3/layout/DropPinTimeline"/>
    <dgm:cxn modelId="{DD8CB480-7F57-47DC-923A-07331EFA51B0}" type="presParOf" srcId="{4BA2F341-D3E6-4433-8D23-24E1FBAA87DC}" destId="{5041F93F-D9CB-4552-B80B-F436B666DA48}" srcOrd="0" destOrd="0" presId="urn:microsoft.com/office/officeart/2017/3/layout/DropPinTimeline"/>
    <dgm:cxn modelId="{980D04E3-6031-4D1D-B779-2F14610B1847}" type="presParOf" srcId="{4BA2F341-D3E6-4433-8D23-24E1FBAA87DC}" destId="{18FECCAC-913D-4017-845C-31DC3E0A71EF}" srcOrd="1" destOrd="0" presId="urn:microsoft.com/office/officeart/2017/3/layout/DropPinTimeline"/>
    <dgm:cxn modelId="{F9538731-0088-4128-9B64-47DC726E59DA}" type="presParOf" srcId="{5B74001F-2163-4930-8668-2F0618F0C5D5}" destId="{9C7CA109-AE32-4B99-A6CE-0EE9606D3531}" srcOrd="2" destOrd="0" presId="urn:microsoft.com/office/officeart/2017/3/layout/DropPinTimeline"/>
    <dgm:cxn modelId="{10AFAF91-F2BC-46E8-BAA5-8ECBC6E75296}" type="presParOf" srcId="{5B74001F-2163-4930-8668-2F0618F0C5D5}" destId="{ACCFDD07-167C-41CF-BEE8-A88DB519A058}" srcOrd="3" destOrd="0" presId="urn:microsoft.com/office/officeart/2017/3/layout/DropPinTimeline"/>
    <dgm:cxn modelId="{7C71492C-32BE-4ADA-894F-5D46285FDAD9}" type="presParOf" srcId="{5B74001F-2163-4930-8668-2F0618F0C5D5}" destId="{3DF51CEB-6B42-4039-B9B3-67788851BC48}" srcOrd="4" destOrd="0" presId="urn:microsoft.com/office/officeart/2017/3/layout/DropPinTimeline"/>
    <dgm:cxn modelId="{703CA68B-2259-4520-AFBE-C482248943B9}" type="presParOf" srcId="{5B74001F-2163-4930-8668-2F0618F0C5D5}" destId="{047C95E4-D88C-4CA3-92A0-40DFE786EC6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D5B6E0-6F15-4992-99DD-793DC71E98FF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D62E92-005F-42F7-8DF6-FA211F33F02B}">
      <dgm:prSet phldr="0"/>
      <dgm:spPr/>
      <dgm:t>
        <a:bodyPr/>
        <a:lstStyle/>
        <a:p>
          <a:r>
            <a:rPr lang="en-US">
              <a:latin typeface="Times New Roman"/>
              <a:cs typeface="Times New Roman"/>
            </a:rPr>
            <a:t>1</a:t>
          </a:r>
        </a:p>
      </dgm:t>
    </dgm:pt>
    <dgm:pt modelId="{0AF04E2E-32A6-4184-866F-01D2744A9815}" type="parTrans" cxnId="{7D312424-F32D-4CBA-88CF-998E016AAFDD}">
      <dgm:prSet/>
      <dgm:spPr/>
      <dgm:t>
        <a:bodyPr/>
        <a:lstStyle/>
        <a:p>
          <a:endParaRPr lang="en-US"/>
        </a:p>
      </dgm:t>
    </dgm:pt>
    <dgm:pt modelId="{163EA0DE-60AD-4177-B02F-49E826D01655}" type="sibTrans" cxnId="{7D312424-F32D-4CBA-88CF-998E016AAFDD}">
      <dgm:prSet/>
      <dgm:spPr/>
      <dgm:t>
        <a:bodyPr/>
        <a:lstStyle/>
        <a:p>
          <a:endParaRPr lang="en-US"/>
        </a:p>
      </dgm:t>
    </dgm:pt>
    <dgm:pt modelId="{F0C009C4-55DE-446F-9899-5F21CE853500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Identify curriculum content for different sections in the PS.</a:t>
          </a:r>
        </a:p>
      </dgm:t>
    </dgm:pt>
    <dgm:pt modelId="{FE30A750-C205-46A2-B8E0-D00C51CEFAC0}" type="parTrans" cxnId="{F9619C42-2535-493C-98FD-B00C4AB2645B}">
      <dgm:prSet/>
      <dgm:spPr/>
      <dgm:t>
        <a:bodyPr/>
        <a:lstStyle/>
        <a:p>
          <a:endParaRPr lang="en-US"/>
        </a:p>
      </dgm:t>
    </dgm:pt>
    <dgm:pt modelId="{8CBB4E6F-DAC4-4937-AB49-E24B10712A23}" type="sibTrans" cxnId="{F9619C42-2535-493C-98FD-B00C4AB2645B}">
      <dgm:prSet/>
      <dgm:spPr/>
      <dgm:t>
        <a:bodyPr/>
        <a:lstStyle/>
        <a:p>
          <a:endParaRPr lang="en-US"/>
        </a:p>
      </dgm:t>
    </dgm:pt>
    <dgm:pt modelId="{40CEC4A7-46F1-4B58-A5E1-4A32EACA7EF7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2</a:t>
          </a:r>
        </a:p>
      </dgm:t>
    </dgm:pt>
    <dgm:pt modelId="{ACD3C190-2182-4CB7-B816-4F8BD54DF444}" type="parTrans" cxnId="{26751BC6-A86C-47BB-B157-DA2C18AE976C}">
      <dgm:prSet/>
      <dgm:spPr/>
      <dgm:t>
        <a:bodyPr/>
        <a:lstStyle/>
        <a:p>
          <a:endParaRPr lang="en-US"/>
        </a:p>
      </dgm:t>
    </dgm:pt>
    <dgm:pt modelId="{0352AE8D-391C-44AB-B97F-07AC677C5373}" type="sibTrans" cxnId="{26751BC6-A86C-47BB-B157-DA2C18AE976C}">
      <dgm:prSet/>
      <dgm:spPr/>
      <dgm:t>
        <a:bodyPr/>
        <a:lstStyle/>
        <a:p>
          <a:endParaRPr lang="en-US"/>
        </a:p>
      </dgm:t>
    </dgm:pt>
    <dgm:pt modelId="{997F152E-96AC-404D-AAA4-D976086B8293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Examine the creation of team-taught PS courses within CIS faculty.</a:t>
          </a:r>
        </a:p>
      </dgm:t>
    </dgm:pt>
    <dgm:pt modelId="{B865C686-472B-4D73-BA7B-EFB26C3855F7}" type="parTrans" cxnId="{771B3223-12E7-48D4-B24F-BD61EA36FF96}">
      <dgm:prSet/>
      <dgm:spPr/>
      <dgm:t>
        <a:bodyPr/>
        <a:lstStyle/>
        <a:p>
          <a:endParaRPr lang="en-US"/>
        </a:p>
      </dgm:t>
    </dgm:pt>
    <dgm:pt modelId="{2FD44D8F-D4BE-4519-8136-30E4995B2AD6}" type="sibTrans" cxnId="{771B3223-12E7-48D4-B24F-BD61EA36FF96}">
      <dgm:prSet/>
      <dgm:spPr/>
      <dgm:t>
        <a:bodyPr/>
        <a:lstStyle/>
        <a:p>
          <a:endParaRPr lang="en-US"/>
        </a:p>
      </dgm:t>
    </dgm:pt>
    <dgm:pt modelId="{E054FA7B-E657-47A5-BDC9-F47026FF8C0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3</a:t>
          </a:r>
        </a:p>
      </dgm:t>
    </dgm:pt>
    <dgm:pt modelId="{2A608704-866B-4618-9EF0-3C3F5F0A5A8E}" type="parTrans" cxnId="{7CEBCF2A-6669-4260-A428-DC611FD4DDB2}">
      <dgm:prSet/>
      <dgm:spPr/>
      <dgm:t>
        <a:bodyPr/>
        <a:lstStyle/>
        <a:p>
          <a:endParaRPr lang="en-US"/>
        </a:p>
      </dgm:t>
    </dgm:pt>
    <dgm:pt modelId="{F68E0835-8C4C-495C-BB20-01298BA817DB}" type="sibTrans" cxnId="{7CEBCF2A-6669-4260-A428-DC611FD4DDB2}">
      <dgm:prSet/>
      <dgm:spPr/>
      <dgm:t>
        <a:bodyPr/>
        <a:lstStyle/>
        <a:p>
          <a:endParaRPr lang="en-US"/>
        </a:p>
      </dgm:t>
    </dgm:pt>
    <dgm:pt modelId="{EA68B53B-9AA5-4370-B8EA-583143B75C30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Increase dialogue among faculty within the departments to increase awareness.</a:t>
          </a:r>
        </a:p>
      </dgm:t>
    </dgm:pt>
    <dgm:pt modelId="{62AE6DCF-D62F-4161-AB91-1BCA175DACA9}" type="parTrans" cxnId="{0DA702BD-7438-4A55-A8AE-61612EF1C870}">
      <dgm:prSet/>
      <dgm:spPr/>
      <dgm:t>
        <a:bodyPr/>
        <a:lstStyle/>
        <a:p>
          <a:endParaRPr lang="en-US"/>
        </a:p>
      </dgm:t>
    </dgm:pt>
    <dgm:pt modelId="{30B8F371-8471-467D-BBB8-1BDD2E80EE7B}" type="sibTrans" cxnId="{0DA702BD-7438-4A55-A8AE-61612EF1C870}">
      <dgm:prSet/>
      <dgm:spPr/>
      <dgm:t>
        <a:bodyPr/>
        <a:lstStyle/>
        <a:p>
          <a:endParaRPr lang="en-US"/>
        </a:p>
      </dgm:t>
    </dgm:pt>
    <dgm:pt modelId="{8578A0A9-24A5-443B-B740-C81F70B84166}" type="pres">
      <dgm:prSet presAssocID="{25D5B6E0-6F15-4992-99DD-793DC71E98FF}" presName="Name0" presStyleCnt="0">
        <dgm:presLayoutVars>
          <dgm:dir/>
          <dgm:animLvl val="lvl"/>
          <dgm:resizeHandles val="exact"/>
        </dgm:presLayoutVars>
      </dgm:prSet>
      <dgm:spPr/>
    </dgm:pt>
    <dgm:pt modelId="{D9116017-C14C-423C-A2A7-9E91EE94F411}" type="pres">
      <dgm:prSet presAssocID="{3DD62E92-005F-42F7-8DF6-FA211F33F02B}" presName="composite" presStyleCnt="0"/>
      <dgm:spPr/>
    </dgm:pt>
    <dgm:pt modelId="{BB90BB4E-8659-478E-8B47-DA2800EBF97B}" type="pres">
      <dgm:prSet presAssocID="{3DD62E92-005F-42F7-8DF6-FA211F33F02B}" presName="parTx" presStyleLbl="alignNode1" presStyleIdx="0" presStyleCnt="3">
        <dgm:presLayoutVars>
          <dgm:chMax val="0"/>
          <dgm:chPref val="0"/>
        </dgm:presLayoutVars>
      </dgm:prSet>
      <dgm:spPr/>
    </dgm:pt>
    <dgm:pt modelId="{AC6296DD-D270-4621-A187-FB4304600BAF}" type="pres">
      <dgm:prSet presAssocID="{3DD62E92-005F-42F7-8DF6-FA211F33F02B}" presName="desTx" presStyleLbl="alignAccFollowNode1" presStyleIdx="0" presStyleCnt="3">
        <dgm:presLayoutVars/>
      </dgm:prSet>
      <dgm:spPr/>
    </dgm:pt>
    <dgm:pt modelId="{5450A9F0-4CC6-462D-9B82-980CDF4F0A7A}" type="pres">
      <dgm:prSet presAssocID="{163EA0DE-60AD-4177-B02F-49E826D01655}" presName="space" presStyleCnt="0"/>
      <dgm:spPr/>
    </dgm:pt>
    <dgm:pt modelId="{FD3712B9-95CA-4773-ADB5-121A13CB5EA6}" type="pres">
      <dgm:prSet presAssocID="{40CEC4A7-46F1-4B58-A5E1-4A32EACA7EF7}" presName="composite" presStyleCnt="0"/>
      <dgm:spPr/>
    </dgm:pt>
    <dgm:pt modelId="{B99A2FD0-23A4-489E-9BE0-7B0B72C8D4D2}" type="pres">
      <dgm:prSet presAssocID="{40CEC4A7-46F1-4B58-A5E1-4A32EACA7EF7}" presName="parTx" presStyleLbl="alignNode1" presStyleIdx="1" presStyleCnt="3">
        <dgm:presLayoutVars>
          <dgm:chMax val="0"/>
          <dgm:chPref val="0"/>
        </dgm:presLayoutVars>
      </dgm:prSet>
      <dgm:spPr/>
    </dgm:pt>
    <dgm:pt modelId="{D95E080E-BE26-4A90-8EE9-7B02410B0D36}" type="pres">
      <dgm:prSet presAssocID="{40CEC4A7-46F1-4B58-A5E1-4A32EACA7EF7}" presName="desTx" presStyleLbl="alignAccFollowNode1" presStyleIdx="1" presStyleCnt="3">
        <dgm:presLayoutVars/>
      </dgm:prSet>
      <dgm:spPr/>
    </dgm:pt>
    <dgm:pt modelId="{D064C0B1-A9A8-4E1A-ADC0-DF8422546C4E}" type="pres">
      <dgm:prSet presAssocID="{0352AE8D-391C-44AB-B97F-07AC677C5373}" presName="space" presStyleCnt="0"/>
      <dgm:spPr/>
    </dgm:pt>
    <dgm:pt modelId="{EF5AB972-9CC2-4388-9E89-CCED627289F8}" type="pres">
      <dgm:prSet presAssocID="{E054FA7B-E657-47A5-BDC9-F47026FF8C01}" presName="composite" presStyleCnt="0"/>
      <dgm:spPr/>
    </dgm:pt>
    <dgm:pt modelId="{00FD7F1E-44A8-4056-BC4B-93F0824C22DB}" type="pres">
      <dgm:prSet presAssocID="{E054FA7B-E657-47A5-BDC9-F47026FF8C01}" presName="parTx" presStyleLbl="alignNode1" presStyleIdx="2" presStyleCnt="3">
        <dgm:presLayoutVars>
          <dgm:chMax val="0"/>
          <dgm:chPref val="0"/>
        </dgm:presLayoutVars>
      </dgm:prSet>
      <dgm:spPr/>
    </dgm:pt>
    <dgm:pt modelId="{48626929-5F29-42EA-9965-7FEDF9727EA0}" type="pres">
      <dgm:prSet presAssocID="{E054FA7B-E657-47A5-BDC9-F47026FF8C01}" presName="desTx" presStyleLbl="alignAccFollowNode1" presStyleIdx="2" presStyleCnt="3">
        <dgm:presLayoutVars/>
      </dgm:prSet>
      <dgm:spPr/>
    </dgm:pt>
  </dgm:ptLst>
  <dgm:cxnLst>
    <dgm:cxn modelId="{771B3223-12E7-48D4-B24F-BD61EA36FF96}" srcId="{40CEC4A7-46F1-4B58-A5E1-4A32EACA7EF7}" destId="{997F152E-96AC-404D-AAA4-D976086B8293}" srcOrd="0" destOrd="0" parTransId="{B865C686-472B-4D73-BA7B-EFB26C3855F7}" sibTransId="{2FD44D8F-D4BE-4519-8136-30E4995B2AD6}"/>
    <dgm:cxn modelId="{7D312424-F32D-4CBA-88CF-998E016AAFDD}" srcId="{25D5B6E0-6F15-4992-99DD-793DC71E98FF}" destId="{3DD62E92-005F-42F7-8DF6-FA211F33F02B}" srcOrd="0" destOrd="0" parTransId="{0AF04E2E-32A6-4184-866F-01D2744A9815}" sibTransId="{163EA0DE-60AD-4177-B02F-49E826D01655}"/>
    <dgm:cxn modelId="{7CEBCF2A-6669-4260-A428-DC611FD4DDB2}" srcId="{25D5B6E0-6F15-4992-99DD-793DC71E98FF}" destId="{E054FA7B-E657-47A5-BDC9-F47026FF8C01}" srcOrd="2" destOrd="0" parTransId="{2A608704-866B-4618-9EF0-3C3F5F0A5A8E}" sibTransId="{F68E0835-8C4C-495C-BB20-01298BA817DB}"/>
    <dgm:cxn modelId="{F9619C42-2535-493C-98FD-B00C4AB2645B}" srcId="{3DD62E92-005F-42F7-8DF6-FA211F33F02B}" destId="{F0C009C4-55DE-446F-9899-5F21CE853500}" srcOrd="0" destOrd="0" parTransId="{FE30A750-C205-46A2-B8E0-D00C51CEFAC0}" sibTransId="{8CBB4E6F-DAC4-4937-AB49-E24B10712A23}"/>
    <dgm:cxn modelId="{4AE93D7F-1616-4999-AA54-90E3AF6CB9FD}" type="presOf" srcId="{EA68B53B-9AA5-4370-B8EA-583143B75C30}" destId="{48626929-5F29-42EA-9965-7FEDF9727EA0}" srcOrd="0" destOrd="0" presId="urn:microsoft.com/office/officeart/2016/7/layout/HorizontalActionList"/>
    <dgm:cxn modelId="{A2E7A58A-6FBC-4011-A7EA-B227F9687C28}" type="presOf" srcId="{997F152E-96AC-404D-AAA4-D976086B8293}" destId="{D95E080E-BE26-4A90-8EE9-7B02410B0D36}" srcOrd="0" destOrd="0" presId="urn:microsoft.com/office/officeart/2016/7/layout/HorizontalActionList"/>
    <dgm:cxn modelId="{BC21CE97-22FE-4E10-8D71-DA5F1F925673}" type="presOf" srcId="{E054FA7B-E657-47A5-BDC9-F47026FF8C01}" destId="{00FD7F1E-44A8-4056-BC4B-93F0824C22DB}" srcOrd="0" destOrd="0" presId="urn:microsoft.com/office/officeart/2016/7/layout/HorizontalActionList"/>
    <dgm:cxn modelId="{54C00AAB-6C4C-42C4-8982-2BC9D9699121}" type="presOf" srcId="{F0C009C4-55DE-446F-9899-5F21CE853500}" destId="{AC6296DD-D270-4621-A187-FB4304600BAF}" srcOrd="0" destOrd="0" presId="urn:microsoft.com/office/officeart/2016/7/layout/HorizontalActionList"/>
    <dgm:cxn modelId="{0DA702BD-7438-4A55-A8AE-61612EF1C870}" srcId="{E054FA7B-E657-47A5-BDC9-F47026FF8C01}" destId="{EA68B53B-9AA5-4370-B8EA-583143B75C30}" srcOrd="0" destOrd="0" parTransId="{62AE6DCF-D62F-4161-AB91-1BCA175DACA9}" sibTransId="{30B8F371-8471-467D-BBB8-1BDD2E80EE7B}"/>
    <dgm:cxn modelId="{26751BC6-A86C-47BB-B157-DA2C18AE976C}" srcId="{25D5B6E0-6F15-4992-99DD-793DC71E98FF}" destId="{40CEC4A7-46F1-4B58-A5E1-4A32EACA7EF7}" srcOrd="1" destOrd="0" parTransId="{ACD3C190-2182-4CB7-B816-4F8BD54DF444}" sibTransId="{0352AE8D-391C-44AB-B97F-07AC677C5373}"/>
    <dgm:cxn modelId="{2566CBDC-37F9-4FE4-AE20-6F1C0A81D78B}" type="presOf" srcId="{3DD62E92-005F-42F7-8DF6-FA211F33F02B}" destId="{BB90BB4E-8659-478E-8B47-DA2800EBF97B}" srcOrd="0" destOrd="0" presId="urn:microsoft.com/office/officeart/2016/7/layout/HorizontalActionList"/>
    <dgm:cxn modelId="{87C36CEC-5083-49C7-B202-96E745F0140D}" type="presOf" srcId="{25D5B6E0-6F15-4992-99DD-793DC71E98FF}" destId="{8578A0A9-24A5-443B-B740-C81F70B84166}" srcOrd="0" destOrd="0" presId="urn:microsoft.com/office/officeart/2016/7/layout/HorizontalActionList"/>
    <dgm:cxn modelId="{9D8245F7-D8C2-41B2-85F6-E8310CD7BD2E}" type="presOf" srcId="{40CEC4A7-46F1-4B58-A5E1-4A32EACA7EF7}" destId="{B99A2FD0-23A4-489E-9BE0-7B0B72C8D4D2}" srcOrd="0" destOrd="0" presId="urn:microsoft.com/office/officeart/2016/7/layout/HorizontalActionList"/>
    <dgm:cxn modelId="{48B57689-7EA5-49E4-BA0E-6A931BD929C4}" type="presParOf" srcId="{8578A0A9-24A5-443B-B740-C81F70B84166}" destId="{D9116017-C14C-423C-A2A7-9E91EE94F411}" srcOrd="0" destOrd="0" presId="urn:microsoft.com/office/officeart/2016/7/layout/HorizontalActionList"/>
    <dgm:cxn modelId="{36F019C8-405A-44A4-A71A-B6B109FC48FF}" type="presParOf" srcId="{D9116017-C14C-423C-A2A7-9E91EE94F411}" destId="{BB90BB4E-8659-478E-8B47-DA2800EBF97B}" srcOrd="0" destOrd="0" presId="urn:microsoft.com/office/officeart/2016/7/layout/HorizontalActionList"/>
    <dgm:cxn modelId="{085D5A00-3B74-468E-A543-9D3DD601F2BE}" type="presParOf" srcId="{D9116017-C14C-423C-A2A7-9E91EE94F411}" destId="{AC6296DD-D270-4621-A187-FB4304600BAF}" srcOrd="1" destOrd="0" presId="urn:microsoft.com/office/officeart/2016/7/layout/HorizontalActionList"/>
    <dgm:cxn modelId="{73955538-DBB1-4A2C-B5AC-263E48A5A435}" type="presParOf" srcId="{8578A0A9-24A5-443B-B740-C81F70B84166}" destId="{5450A9F0-4CC6-462D-9B82-980CDF4F0A7A}" srcOrd="1" destOrd="0" presId="urn:microsoft.com/office/officeart/2016/7/layout/HorizontalActionList"/>
    <dgm:cxn modelId="{195FC89D-67C1-4F2F-8CA0-65D381B9461C}" type="presParOf" srcId="{8578A0A9-24A5-443B-B740-C81F70B84166}" destId="{FD3712B9-95CA-4773-ADB5-121A13CB5EA6}" srcOrd="2" destOrd="0" presId="urn:microsoft.com/office/officeart/2016/7/layout/HorizontalActionList"/>
    <dgm:cxn modelId="{60A9F2FF-1B0D-4057-AEB4-46ED68EC937E}" type="presParOf" srcId="{FD3712B9-95CA-4773-ADB5-121A13CB5EA6}" destId="{B99A2FD0-23A4-489E-9BE0-7B0B72C8D4D2}" srcOrd="0" destOrd="0" presId="urn:microsoft.com/office/officeart/2016/7/layout/HorizontalActionList"/>
    <dgm:cxn modelId="{9AFC07EC-FF7A-41BD-8B0F-43F67ED63504}" type="presParOf" srcId="{FD3712B9-95CA-4773-ADB5-121A13CB5EA6}" destId="{D95E080E-BE26-4A90-8EE9-7B02410B0D36}" srcOrd="1" destOrd="0" presId="urn:microsoft.com/office/officeart/2016/7/layout/HorizontalActionList"/>
    <dgm:cxn modelId="{3C858B24-DC4C-4F68-B317-D2AD902A875C}" type="presParOf" srcId="{8578A0A9-24A5-443B-B740-C81F70B84166}" destId="{D064C0B1-A9A8-4E1A-ADC0-DF8422546C4E}" srcOrd="3" destOrd="0" presId="urn:microsoft.com/office/officeart/2016/7/layout/HorizontalActionList"/>
    <dgm:cxn modelId="{7DE026D4-4C1E-49B1-96C3-9C27EECB3FB5}" type="presParOf" srcId="{8578A0A9-24A5-443B-B740-C81F70B84166}" destId="{EF5AB972-9CC2-4388-9E89-CCED627289F8}" srcOrd="4" destOrd="0" presId="urn:microsoft.com/office/officeart/2016/7/layout/HorizontalActionList"/>
    <dgm:cxn modelId="{C95498BA-531F-46BE-8000-16E19C84633D}" type="presParOf" srcId="{EF5AB972-9CC2-4388-9E89-CCED627289F8}" destId="{00FD7F1E-44A8-4056-BC4B-93F0824C22DB}" srcOrd="0" destOrd="0" presId="urn:microsoft.com/office/officeart/2016/7/layout/HorizontalActionList"/>
    <dgm:cxn modelId="{D968F4B3-5603-4CDF-AA4A-3B1AA46F54EB}" type="presParOf" srcId="{EF5AB972-9CC2-4388-9E89-CCED627289F8}" destId="{48626929-5F29-42EA-9965-7FEDF9727EA0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95F334-70D3-4DF1-B40C-21E369FFB60B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E2FF37-6A5A-484F-81C0-B450B4BCD785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Develop a training program for CIS faculty.</a:t>
          </a:r>
        </a:p>
      </dgm:t>
    </dgm:pt>
    <dgm:pt modelId="{6EB2407A-49FD-453F-9417-69E80308CA63}" type="parTrans" cxnId="{C2AF66A8-0627-4DBA-B65C-D1F70A8B1B44}">
      <dgm:prSet/>
      <dgm:spPr/>
      <dgm:t>
        <a:bodyPr/>
        <a:lstStyle/>
        <a:p>
          <a:endParaRPr lang="en-US"/>
        </a:p>
      </dgm:t>
    </dgm:pt>
    <dgm:pt modelId="{688EE211-ED45-4A89-9FC8-970AC4114464}" type="sibTrans" cxnId="{C2AF66A8-0627-4DBA-B65C-D1F70A8B1B4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72CD22E-1B05-436A-93FA-686C682B0841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Develop a departmental wiki training series for faculty. </a:t>
          </a:r>
        </a:p>
      </dgm:t>
    </dgm:pt>
    <dgm:pt modelId="{7B91DDE1-29EF-4256-A5A7-E73A25579C2F}" type="parTrans" cxnId="{713B75B9-FE09-4E4D-B077-3D3EACDC5058}">
      <dgm:prSet/>
      <dgm:spPr/>
      <dgm:t>
        <a:bodyPr/>
        <a:lstStyle/>
        <a:p>
          <a:endParaRPr lang="en-US"/>
        </a:p>
      </dgm:t>
    </dgm:pt>
    <dgm:pt modelId="{03D365FE-94AE-4811-A63E-CC0A58ED188D}" type="sibTrans" cxnId="{713B75B9-FE09-4E4D-B077-3D3EACDC505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DE9F114-FF66-41C1-A2E2-2BAA4F0462CD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Encourage faculty to participate in national conferences.</a:t>
          </a:r>
        </a:p>
      </dgm:t>
    </dgm:pt>
    <dgm:pt modelId="{4F541A33-3F18-4BAA-B614-617D3D774EFE}" type="parTrans" cxnId="{53C22A13-11CA-47B7-9AC7-5CC9125316FE}">
      <dgm:prSet/>
      <dgm:spPr/>
      <dgm:t>
        <a:bodyPr/>
        <a:lstStyle/>
        <a:p>
          <a:endParaRPr lang="en-US"/>
        </a:p>
      </dgm:t>
    </dgm:pt>
    <dgm:pt modelId="{FDFDB06E-BD41-48F4-A367-9A0F333EBAF7}" type="sibTrans" cxnId="{53C22A13-11CA-47B7-9AC7-5CC9125316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63FA03E-B602-4EAA-8B0D-3788C6D7D898}" type="pres">
      <dgm:prSet presAssocID="{7095F334-70D3-4DF1-B40C-21E369FFB60B}" presName="Name0" presStyleCnt="0">
        <dgm:presLayoutVars>
          <dgm:animLvl val="lvl"/>
          <dgm:resizeHandles val="exact"/>
        </dgm:presLayoutVars>
      </dgm:prSet>
      <dgm:spPr/>
    </dgm:pt>
    <dgm:pt modelId="{E4EBD7C9-BFA0-4916-8BD5-C3B744A515FE}" type="pres">
      <dgm:prSet presAssocID="{62E2FF37-6A5A-484F-81C0-B450B4BCD785}" presName="compositeNode" presStyleCnt="0">
        <dgm:presLayoutVars>
          <dgm:bulletEnabled val="1"/>
        </dgm:presLayoutVars>
      </dgm:prSet>
      <dgm:spPr/>
    </dgm:pt>
    <dgm:pt modelId="{AEF89EB3-CE5D-4F50-9320-D0B300EE3AE4}" type="pres">
      <dgm:prSet presAssocID="{62E2FF37-6A5A-484F-81C0-B450B4BCD785}" presName="bgRect" presStyleLbl="bgAccFollowNode1" presStyleIdx="0" presStyleCnt="3"/>
      <dgm:spPr/>
    </dgm:pt>
    <dgm:pt modelId="{0BB98D4A-B48F-4157-94A3-201C6FC53F44}" type="pres">
      <dgm:prSet presAssocID="{688EE211-ED45-4A89-9FC8-970AC411446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3C44FE5-390C-4AB4-9004-F59E7D6C1FAE}" type="pres">
      <dgm:prSet presAssocID="{62E2FF37-6A5A-484F-81C0-B450B4BCD785}" presName="bottomLine" presStyleLbl="alignNode1" presStyleIdx="1" presStyleCnt="6">
        <dgm:presLayoutVars/>
      </dgm:prSet>
      <dgm:spPr/>
    </dgm:pt>
    <dgm:pt modelId="{AA7533E9-6F19-4620-A8F8-9E2E3292AE4F}" type="pres">
      <dgm:prSet presAssocID="{62E2FF37-6A5A-484F-81C0-B450B4BCD785}" presName="nodeText" presStyleLbl="bgAccFollowNode1" presStyleIdx="0" presStyleCnt="3">
        <dgm:presLayoutVars>
          <dgm:bulletEnabled val="1"/>
        </dgm:presLayoutVars>
      </dgm:prSet>
      <dgm:spPr/>
    </dgm:pt>
    <dgm:pt modelId="{F43CC208-E462-42CA-A19E-24DB21C2D496}" type="pres">
      <dgm:prSet presAssocID="{688EE211-ED45-4A89-9FC8-970AC4114464}" presName="sibTrans" presStyleCnt="0"/>
      <dgm:spPr/>
    </dgm:pt>
    <dgm:pt modelId="{69A4A12F-0448-4A40-BC34-88BCF82E4FEB}" type="pres">
      <dgm:prSet presAssocID="{D72CD22E-1B05-436A-93FA-686C682B0841}" presName="compositeNode" presStyleCnt="0">
        <dgm:presLayoutVars>
          <dgm:bulletEnabled val="1"/>
        </dgm:presLayoutVars>
      </dgm:prSet>
      <dgm:spPr/>
    </dgm:pt>
    <dgm:pt modelId="{C94889C7-62F2-457B-8DE2-ED3985D0D71A}" type="pres">
      <dgm:prSet presAssocID="{D72CD22E-1B05-436A-93FA-686C682B0841}" presName="bgRect" presStyleLbl="bgAccFollowNode1" presStyleIdx="1" presStyleCnt="3"/>
      <dgm:spPr/>
    </dgm:pt>
    <dgm:pt modelId="{2E7A8C2F-1846-4285-8A53-02D207787E67}" type="pres">
      <dgm:prSet presAssocID="{03D365FE-94AE-4811-A63E-CC0A58ED188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AB83486-543F-45BF-83F6-AF2AA0D16ACD}" type="pres">
      <dgm:prSet presAssocID="{D72CD22E-1B05-436A-93FA-686C682B0841}" presName="bottomLine" presStyleLbl="alignNode1" presStyleIdx="3" presStyleCnt="6">
        <dgm:presLayoutVars/>
      </dgm:prSet>
      <dgm:spPr/>
    </dgm:pt>
    <dgm:pt modelId="{62239F3B-944B-46EA-9ACC-9FE885C74942}" type="pres">
      <dgm:prSet presAssocID="{D72CD22E-1B05-436A-93FA-686C682B0841}" presName="nodeText" presStyleLbl="bgAccFollowNode1" presStyleIdx="1" presStyleCnt="3">
        <dgm:presLayoutVars>
          <dgm:bulletEnabled val="1"/>
        </dgm:presLayoutVars>
      </dgm:prSet>
      <dgm:spPr/>
    </dgm:pt>
    <dgm:pt modelId="{A3EEADB5-5CF8-44EC-ADA3-AE8E6730FC84}" type="pres">
      <dgm:prSet presAssocID="{03D365FE-94AE-4811-A63E-CC0A58ED188D}" presName="sibTrans" presStyleCnt="0"/>
      <dgm:spPr/>
    </dgm:pt>
    <dgm:pt modelId="{3B120780-4F09-44A9-96A3-F2D1B8156127}" type="pres">
      <dgm:prSet presAssocID="{5DE9F114-FF66-41C1-A2E2-2BAA4F0462CD}" presName="compositeNode" presStyleCnt="0">
        <dgm:presLayoutVars>
          <dgm:bulletEnabled val="1"/>
        </dgm:presLayoutVars>
      </dgm:prSet>
      <dgm:spPr/>
    </dgm:pt>
    <dgm:pt modelId="{47B6F8AA-F030-41EB-A81F-DE72CFDAC474}" type="pres">
      <dgm:prSet presAssocID="{5DE9F114-FF66-41C1-A2E2-2BAA4F0462CD}" presName="bgRect" presStyleLbl="bgAccFollowNode1" presStyleIdx="2" presStyleCnt="3"/>
      <dgm:spPr/>
    </dgm:pt>
    <dgm:pt modelId="{094D647E-ECA7-46B7-A671-BBF510A7700D}" type="pres">
      <dgm:prSet presAssocID="{FDFDB06E-BD41-48F4-A367-9A0F333EBAF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CF8AD56-F226-40A1-B0D6-C0C2E58FB426}" type="pres">
      <dgm:prSet presAssocID="{5DE9F114-FF66-41C1-A2E2-2BAA4F0462CD}" presName="bottomLine" presStyleLbl="alignNode1" presStyleIdx="5" presStyleCnt="6">
        <dgm:presLayoutVars/>
      </dgm:prSet>
      <dgm:spPr/>
    </dgm:pt>
    <dgm:pt modelId="{40FAC5DB-5EE4-4579-B2D9-C5E83A535DC2}" type="pres">
      <dgm:prSet presAssocID="{5DE9F114-FF66-41C1-A2E2-2BAA4F0462C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53C22A13-11CA-47B7-9AC7-5CC9125316FE}" srcId="{7095F334-70D3-4DF1-B40C-21E369FFB60B}" destId="{5DE9F114-FF66-41C1-A2E2-2BAA4F0462CD}" srcOrd="2" destOrd="0" parTransId="{4F541A33-3F18-4BAA-B614-617D3D774EFE}" sibTransId="{FDFDB06E-BD41-48F4-A367-9A0F333EBAF7}"/>
    <dgm:cxn modelId="{68A9971B-05C2-4AE5-88EB-2C2DBDC5EFF2}" type="presOf" srcId="{FDFDB06E-BD41-48F4-A367-9A0F333EBAF7}" destId="{094D647E-ECA7-46B7-A671-BBF510A7700D}" srcOrd="0" destOrd="0" presId="urn:microsoft.com/office/officeart/2016/7/layout/BasicLinearProcessNumbered"/>
    <dgm:cxn modelId="{79AC551E-A4D3-4429-8D39-DADFD1069F87}" type="presOf" srcId="{D72CD22E-1B05-436A-93FA-686C682B0841}" destId="{C94889C7-62F2-457B-8DE2-ED3985D0D71A}" srcOrd="0" destOrd="0" presId="urn:microsoft.com/office/officeart/2016/7/layout/BasicLinearProcessNumbered"/>
    <dgm:cxn modelId="{E6B55C25-ED1E-404F-81DD-591C1E6AC0BC}" type="presOf" srcId="{03D365FE-94AE-4811-A63E-CC0A58ED188D}" destId="{2E7A8C2F-1846-4285-8A53-02D207787E67}" srcOrd="0" destOrd="0" presId="urn:microsoft.com/office/officeart/2016/7/layout/BasicLinearProcessNumbered"/>
    <dgm:cxn modelId="{B83A085C-E1A8-4DDA-9B29-D167355F6A7C}" type="presOf" srcId="{D72CD22E-1B05-436A-93FA-686C682B0841}" destId="{62239F3B-944B-46EA-9ACC-9FE885C74942}" srcOrd="1" destOrd="0" presId="urn:microsoft.com/office/officeart/2016/7/layout/BasicLinearProcessNumbered"/>
    <dgm:cxn modelId="{60BBEB5E-F1EF-46B3-BF2F-4A13C5464125}" type="presOf" srcId="{5DE9F114-FF66-41C1-A2E2-2BAA4F0462CD}" destId="{47B6F8AA-F030-41EB-A81F-DE72CFDAC474}" srcOrd="0" destOrd="0" presId="urn:microsoft.com/office/officeart/2016/7/layout/BasicLinearProcessNumbered"/>
    <dgm:cxn modelId="{451B6A5F-AF02-4BA7-A1C7-631E338F701B}" type="presOf" srcId="{7095F334-70D3-4DF1-B40C-21E369FFB60B}" destId="{363FA03E-B602-4EAA-8B0D-3788C6D7D898}" srcOrd="0" destOrd="0" presId="urn:microsoft.com/office/officeart/2016/7/layout/BasicLinearProcessNumbered"/>
    <dgm:cxn modelId="{99DC1F63-93A3-4721-B818-4CED1FE8C5DE}" type="presOf" srcId="{62E2FF37-6A5A-484F-81C0-B450B4BCD785}" destId="{AEF89EB3-CE5D-4F50-9320-D0B300EE3AE4}" srcOrd="0" destOrd="0" presId="urn:microsoft.com/office/officeart/2016/7/layout/BasicLinearProcessNumbered"/>
    <dgm:cxn modelId="{A0860AA0-DBDF-44EB-AD90-51E2212DE120}" type="presOf" srcId="{62E2FF37-6A5A-484F-81C0-B450B4BCD785}" destId="{AA7533E9-6F19-4620-A8F8-9E2E3292AE4F}" srcOrd="1" destOrd="0" presId="urn:microsoft.com/office/officeart/2016/7/layout/BasicLinearProcessNumbered"/>
    <dgm:cxn modelId="{C2AF66A8-0627-4DBA-B65C-D1F70A8B1B44}" srcId="{7095F334-70D3-4DF1-B40C-21E369FFB60B}" destId="{62E2FF37-6A5A-484F-81C0-B450B4BCD785}" srcOrd="0" destOrd="0" parTransId="{6EB2407A-49FD-453F-9417-69E80308CA63}" sibTransId="{688EE211-ED45-4A89-9FC8-970AC4114464}"/>
    <dgm:cxn modelId="{713B75B9-FE09-4E4D-B077-3D3EACDC5058}" srcId="{7095F334-70D3-4DF1-B40C-21E369FFB60B}" destId="{D72CD22E-1B05-436A-93FA-686C682B0841}" srcOrd="1" destOrd="0" parTransId="{7B91DDE1-29EF-4256-A5A7-E73A25579C2F}" sibTransId="{03D365FE-94AE-4811-A63E-CC0A58ED188D}"/>
    <dgm:cxn modelId="{10BBAAEB-1CA4-4A05-A242-30A871D36602}" type="presOf" srcId="{688EE211-ED45-4A89-9FC8-970AC4114464}" destId="{0BB98D4A-B48F-4157-94A3-201C6FC53F44}" srcOrd="0" destOrd="0" presId="urn:microsoft.com/office/officeart/2016/7/layout/BasicLinearProcessNumbered"/>
    <dgm:cxn modelId="{58C4E0FB-AD1F-411D-966D-2528D121E1E9}" type="presOf" srcId="{5DE9F114-FF66-41C1-A2E2-2BAA4F0462CD}" destId="{40FAC5DB-5EE4-4579-B2D9-C5E83A535DC2}" srcOrd="1" destOrd="0" presId="urn:microsoft.com/office/officeart/2016/7/layout/BasicLinearProcessNumbered"/>
    <dgm:cxn modelId="{8880A4B7-D5C9-454A-9240-0C1F87897117}" type="presParOf" srcId="{363FA03E-B602-4EAA-8B0D-3788C6D7D898}" destId="{E4EBD7C9-BFA0-4916-8BD5-C3B744A515FE}" srcOrd="0" destOrd="0" presId="urn:microsoft.com/office/officeart/2016/7/layout/BasicLinearProcessNumbered"/>
    <dgm:cxn modelId="{0C620473-4D91-4056-8A1A-8FC34F5E5CC5}" type="presParOf" srcId="{E4EBD7C9-BFA0-4916-8BD5-C3B744A515FE}" destId="{AEF89EB3-CE5D-4F50-9320-D0B300EE3AE4}" srcOrd="0" destOrd="0" presId="urn:microsoft.com/office/officeart/2016/7/layout/BasicLinearProcessNumbered"/>
    <dgm:cxn modelId="{82199358-B4C2-4FAE-8BD7-4CF7A6DB3612}" type="presParOf" srcId="{E4EBD7C9-BFA0-4916-8BD5-C3B744A515FE}" destId="{0BB98D4A-B48F-4157-94A3-201C6FC53F44}" srcOrd="1" destOrd="0" presId="urn:microsoft.com/office/officeart/2016/7/layout/BasicLinearProcessNumbered"/>
    <dgm:cxn modelId="{8F2DFA34-1FD3-421C-A037-6C2239F3BC38}" type="presParOf" srcId="{E4EBD7C9-BFA0-4916-8BD5-C3B744A515FE}" destId="{13C44FE5-390C-4AB4-9004-F59E7D6C1FAE}" srcOrd="2" destOrd="0" presId="urn:microsoft.com/office/officeart/2016/7/layout/BasicLinearProcessNumbered"/>
    <dgm:cxn modelId="{BA5795BA-0FCE-43EB-A8E1-3A686BB15CBD}" type="presParOf" srcId="{E4EBD7C9-BFA0-4916-8BD5-C3B744A515FE}" destId="{AA7533E9-6F19-4620-A8F8-9E2E3292AE4F}" srcOrd="3" destOrd="0" presId="urn:microsoft.com/office/officeart/2016/7/layout/BasicLinearProcessNumbered"/>
    <dgm:cxn modelId="{347FB5D6-1DF0-47F9-B6B1-C75F4A3F3A3F}" type="presParOf" srcId="{363FA03E-B602-4EAA-8B0D-3788C6D7D898}" destId="{F43CC208-E462-42CA-A19E-24DB21C2D496}" srcOrd="1" destOrd="0" presId="urn:microsoft.com/office/officeart/2016/7/layout/BasicLinearProcessNumbered"/>
    <dgm:cxn modelId="{2CD69F7A-5539-4E46-8ACA-DFC3A401BD76}" type="presParOf" srcId="{363FA03E-B602-4EAA-8B0D-3788C6D7D898}" destId="{69A4A12F-0448-4A40-BC34-88BCF82E4FEB}" srcOrd="2" destOrd="0" presId="urn:microsoft.com/office/officeart/2016/7/layout/BasicLinearProcessNumbered"/>
    <dgm:cxn modelId="{6206C250-FD64-4068-BDC8-CA6C5D2FCFFD}" type="presParOf" srcId="{69A4A12F-0448-4A40-BC34-88BCF82E4FEB}" destId="{C94889C7-62F2-457B-8DE2-ED3985D0D71A}" srcOrd="0" destOrd="0" presId="urn:microsoft.com/office/officeart/2016/7/layout/BasicLinearProcessNumbered"/>
    <dgm:cxn modelId="{FEB8563A-80A2-437E-94F2-74AE2A068E0C}" type="presParOf" srcId="{69A4A12F-0448-4A40-BC34-88BCF82E4FEB}" destId="{2E7A8C2F-1846-4285-8A53-02D207787E67}" srcOrd="1" destOrd="0" presId="urn:microsoft.com/office/officeart/2016/7/layout/BasicLinearProcessNumbered"/>
    <dgm:cxn modelId="{1E58725E-9594-45DF-98FF-7742D56C8BA2}" type="presParOf" srcId="{69A4A12F-0448-4A40-BC34-88BCF82E4FEB}" destId="{4AB83486-543F-45BF-83F6-AF2AA0D16ACD}" srcOrd="2" destOrd="0" presId="urn:microsoft.com/office/officeart/2016/7/layout/BasicLinearProcessNumbered"/>
    <dgm:cxn modelId="{ADFF50F3-888E-4220-BBC6-EB269F2B4DC2}" type="presParOf" srcId="{69A4A12F-0448-4A40-BC34-88BCF82E4FEB}" destId="{62239F3B-944B-46EA-9ACC-9FE885C74942}" srcOrd="3" destOrd="0" presId="urn:microsoft.com/office/officeart/2016/7/layout/BasicLinearProcessNumbered"/>
    <dgm:cxn modelId="{F0644A99-69B4-4EB5-867A-68D64B95AA9B}" type="presParOf" srcId="{363FA03E-B602-4EAA-8B0D-3788C6D7D898}" destId="{A3EEADB5-5CF8-44EC-ADA3-AE8E6730FC84}" srcOrd="3" destOrd="0" presId="urn:microsoft.com/office/officeart/2016/7/layout/BasicLinearProcessNumbered"/>
    <dgm:cxn modelId="{9FFB8E42-BA7E-4CE9-8C0C-B70ABA9DCC01}" type="presParOf" srcId="{363FA03E-B602-4EAA-8B0D-3788C6D7D898}" destId="{3B120780-4F09-44A9-96A3-F2D1B8156127}" srcOrd="4" destOrd="0" presId="urn:microsoft.com/office/officeart/2016/7/layout/BasicLinearProcessNumbered"/>
    <dgm:cxn modelId="{F03A7237-7D0C-4AC9-A20C-0D9719C9E775}" type="presParOf" srcId="{3B120780-4F09-44A9-96A3-F2D1B8156127}" destId="{47B6F8AA-F030-41EB-A81F-DE72CFDAC474}" srcOrd="0" destOrd="0" presId="urn:microsoft.com/office/officeart/2016/7/layout/BasicLinearProcessNumbered"/>
    <dgm:cxn modelId="{D19794F3-7688-4927-97E1-897CEBD20A0A}" type="presParOf" srcId="{3B120780-4F09-44A9-96A3-F2D1B8156127}" destId="{094D647E-ECA7-46B7-A671-BBF510A7700D}" srcOrd="1" destOrd="0" presId="urn:microsoft.com/office/officeart/2016/7/layout/BasicLinearProcessNumbered"/>
    <dgm:cxn modelId="{7B20B413-8A9F-4FEB-B304-B41E08AC3FB3}" type="presParOf" srcId="{3B120780-4F09-44A9-96A3-F2D1B8156127}" destId="{BCF8AD56-F226-40A1-B0D6-C0C2E58FB426}" srcOrd="2" destOrd="0" presId="urn:microsoft.com/office/officeart/2016/7/layout/BasicLinearProcessNumbered"/>
    <dgm:cxn modelId="{0CE57B7E-D8C1-4A7F-BCE0-DF45EFD98CF1}" type="presParOf" srcId="{3B120780-4F09-44A9-96A3-F2D1B8156127}" destId="{40FAC5DB-5EE4-4579-B2D9-C5E83A535DC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3F6EC0C-FE18-4395-93CE-B63B4923C4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48D7DF5-577B-4CF9-BE66-94E13B9D9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2104 (Programming I) was from 32% to 22%, and we successfully reduced it to 23%.</a:t>
          </a:r>
        </a:p>
      </dgm:t>
    </dgm:pt>
    <dgm:pt modelId="{0B4B2AFF-8D51-4F72-8FB9-70189A5E55B8}" type="parTrans" cxnId="{49134111-143E-4558-AC19-24C597AC84F2}">
      <dgm:prSet/>
      <dgm:spPr/>
      <dgm:t>
        <a:bodyPr/>
        <a:lstStyle/>
        <a:p>
          <a:endParaRPr lang="en-US"/>
        </a:p>
      </dgm:t>
    </dgm:pt>
    <dgm:pt modelId="{C8711EF3-2491-43A5-9605-1BDAF58E2D1B}" type="sibTrans" cxnId="{49134111-143E-4558-AC19-24C597AC84F2}">
      <dgm:prSet phldrT="0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56E408-553E-4797-8B9D-1B3B4A1510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2203 (Programming II) was from 35% to 25%, and we successfully reduced it to 15%.</a:t>
          </a:r>
        </a:p>
      </dgm:t>
    </dgm:pt>
    <dgm:pt modelId="{3F997BEF-DAE5-47D1-828D-CF566FFE9AD3}" type="parTrans" cxnId="{B2394458-4B6E-43A7-9806-30BE35F7ED68}">
      <dgm:prSet/>
      <dgm:spPr/>
      <dgm:t>
        <a:bodyPr/>
        <a:lstStyle/>
        <a:p>
          <a:endParaRPr lang="en-US"/>
        </a:p>
      </dgm:t>
    </dgm:pt>
    <dgm:pt modelId="{0397FD7A-53E0-4148-9F0D-9A0567BD3645}" type="sibTrans" cxnId="{B2394458-4B6E-43A7-9806-30BE35F7ED68}">
      <dgm:prSet phldrT="0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78418C-01F9-4C42-8C3C-F2F6192BF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2213 (Data Structure)  was from 27% to 17%, and we successfully reduced it to 0%.</a:t>
          </a:r>
        </a:p>
      </dgm:t>
    </dgm:pt>
    <dgm:pt modelId="{70677469-EF0F-4D43-BC2A-5FC0BB071DC1}" type="parTrans" cxnId="{9BC9E7B5-13BE-4256-9562-6B652CBBF38D}">
      <dgm:prSet/>
      <dgm:spPr/>
      <dgm:t>
        <a:bodyPr/>
        <a:lstStyle/>
        <a:p>
          <a:endParaRPr lang="en-US"/>
        </a:p>
      </dgm:t>
    </dgm:pt>
    <dgm:pt modelId="{A6F36FED-4972-48DD-B7FE-3EF68D0B655A}" type="sibTrans" cxnId="{9BC9E7B5-13BE-4256-9562-6B652CBBF38D}">
      <dgm:prSet phldrT="03"/>
      <dgm:spPr/>
      <dgm:t>
        <a:bodyPr/>
        <a:lstStyle/>
        <a:p>
          <a:endParaRPr lang="en-US"/>
        </a:p>
      </dgm:t>
    </dgm:pt>
    <dgm:pt modelId="{BE56E738-41FB-49B3-AC86-C3802F33C3F8}" type="pres">
      <dgm:prSet presAssocID="{53F6EC0C-FE18-4395-93CE-B63B4923C442}" presName="root" presStyleCnt="0">
        <dgm:presLayoutVars>
          <dgm:dir/>
          <dgm:resizeHandles val="exact"/>
        </dgm:presLayoutVars>
      </dgm:prSet>
      <dgm:spPr/>
    </dgm:pt>
    <dgm:pt modelId="{A05AE132-FA2A-419C-B0F3-E54DCB0EF9E3}" type="pres">
      <dgm:prSet presAssocID="{53F6EC0C-FE18-4395-93CE-B63B4923C442}" presName="container" presStyleCnt="0">
        <dgm:presLayoutVars>
          <dgm:dir/>
          <dgm:resizeHandles val="exact"/>
        </dgm:presLayoutVars>
      </dgm:prSet>
      <dgm:spPr/>
    </dgm:pt>
    <dgm:pt modelId="{2711777C-7631-494F-89D0-52A0F2CF2E54}" type="pres">
      <dgm:prSet presAssocID="{848D7DF5-577B-4CF9-BE66-94E13B9D9D21}" presName="compNode" presStyleCnt="0"/>
      <dgm:spPr/>
    </dgm:pt>
    <dgm:pt modelId="{F57C2019-947C-47D3-B453-4C312EA0DA49}" type="pres">
      <dgm:prSet presAssocID="{848D7DF5-577B-4CF9-BE66-94E13B9D9D21}" presName="iconBgRect" presStyleLbl="bgShp" presStyleIdx="0" presStyleCnt="3"/>
      <dgm:spPr/>
    </dgm:pt>
    <dgm:pt modelId="{257401A4-F837-45AD-B28C-7410C2D541B6}" type="pres">
      <dgm:prSet presAssocID="{848D7DF5-577B-4CF9-BE66-94E13B9D9D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7C6D233C-F9DC-4CBC-AD05-EE33FAFC2182}" type="pres">
      <dgm:prSet presAssocID="{848D7DF5-577B-4CF9-BE66-94E13B9D9D21}" presName="spaceRect" presStyleCnt="0"/>
      <dgm:spPr/>
    </dgm:pt>
    <dgm:pt modelId="{076B1777-F96F-4A98-B99C-24FA36D8D0B6}" type="pres">
      <dgm:prSet presAssocID="{848D7DF5-577B-4CF9-BE66-94E13B9D9D21}" presName="textRect" presStyleLbl="revTx" presStyleIdx="0" presStyleCnt="3">
        <dgm:presLayoutVars>
          <dgm:chMax val="1"/>
          <dgm:chPref val="1"/>
        </dgm:presLayoutVars>
      </dgm:prSet>
      <dgm:spPr/>
    </dgm:pt>
    <dgm:pt modelId="{2538C9F8-6A98-4B58-AFC0-E3FACD592046}" type="pres">
      <dgm:prSet presAssocID="{C8711EF3-2491-43A5-9605-1BDAF58E2D1B}" presName="sibTrans" presStyleLbl="sibTrans2D1" presStyleIdx="0" presStyleCnt="0"/>
      <dgm:spPr/>
    </dgm:pt>
    <dgm:pt modelId="{11E15090-9D1E-4616-876B-39E9D639F403}" type="pres">
      <dgm:prSet presAssocID="{1756E408-553E-4797-8B9D-1B3B4A15102C}" presName="compNode" presStyleCnt="0"/>
      <dgm:spPr/>
    </dgm:pt>
    <dgm:pt modelId="{2C243928-6805-4286-9749-8EA368892676}" type="pres">
      <dgm:prSet presAssocID="{1756E408-553E-4797-8B9D-1B3B4A15102C}" presName="iconBgRect" presStyleLbl="bgShp" presStyleIdx="1" presStyleCnt="3"/>
      <dgm:spPr/>
    </dgm:pt>
    <dgm:pt modelId="{A6EF4FED-B369-4153-A75C-CD1A8A95219E}" type="pres">
      <dgm:prSet presAssocID="{1756E408-553E-4797-8B9D-1B3B4A1510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ED0245C-7EFF-4563-966F-B628CD981054}" type="pres">
      <dgm:prSet presAssocID="{1756E408-553E-4797-8B9D-1B3B4A15102C}" presName="spaceRect" presStyleCnt="0"/>
      <dgm:spPr/>
    </dgm:pt>
    <dgm:pt modelId="{991E9779-74C3-41CA-A4FE-CCB464FB0CFD}" type="pres">
      <dgm:prSet presAssocID="{1756E408-553E-4797-8B9D-1B3B4A15102C}" presName="textRect" presStyleLbl="revTx" presStyleIdx="1" presStyleCnt="3">
        <dgm:presLayoutVars>
          <dgm:chMax val="1"/>
          <dgm:chPref val="1"/>
        </dgm:presLayoutVars>
      </dgm:prSet>
      <dgm:spPr/>
    </dgm:pt>
    <dgm:pt modelId="{107F5F34-1D3A-434D-9D3A-0CBF8610649F}" type="pres">
      <dgm:prSet presAssocID="{0397FD7A-53E0-4148-9F0D-9A0567BD3645}" presName="sibTrans" presStyleLbl="sibTrans2D1" presStyleIdx="0" presStyleCnt="0"/>
      <dgm:spPr/>
    </dgm:pt>
    <dgm:pt modelId="{8470DE0E-4CDA-4A43-B4B7-CA694E0D404B}" type="pres">
      <dgm:prSet presAssocID="{4D78418C-01F9-4C42-8C3C-F2F6192BFC8F}" presName="compNode" presStyleCnt="0"/>
      <dgm:spPr/>
    </dgm:pt>
    <dgm:pt modelId="{314689D3-AAE7-4ED0-B579-7C880B63D0BF}" type="pres">
      <dgm:prSet presAssocID="{4D78418C-01F9-4C42-8C3C-F2F6192BFC8F}" presName="iconBgRect" presStyleLbl="bgShp" presStyleIdx="2" presStyleCnt="3"/>
      <dgm:spPr/>
    </dgm:pt>
    <dgm:pt modelId="{ABD75CC1-2BD5-4AF8-9E41-5A63F71E92B7}" type="pres">
      <dgm:prSet presAssocID="{4D78418C-01F9-4C42-8C3C-F2F6192BFC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634E73E5-966C-4B3B-A61D-BFA652A01145}" type="pres">
      <dgm:prSet presAssocID="{4D78418C-01F9-4C42-8C3C-F2F6192BFC8F}" presName="spaceRect" presStyleCnt="0"/>
      <dgm:spPr/>
    </dgm:pt>
    <dgm:pt modelId="{08EEEC7A-205E-44E3-8202-00AE6FE9D1F7}" type="pres">
      <dgm:prSet presAssocID="{4D78418C-01F9-4C42-8C3C-F2F6192BFC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134111-143E-4558-AC19-24C597AC84F2}" srcId="{53F6EC0C-FE18-4395-93CE-B63B4923C442}" destId="{848D7DF5-577B-4CF9-BE66-94E13B9D9D21}" srcOrd="0" destOrd="0" parTransId="{0B4B2AFF-8D51-4F72-8FB9-70189A5E55B8}" sibTransId="{C8711EF3-2491-43A5-9605-1BDAF58E2D1B}"/>
    <dgm:cxn modelId="{F4DFB471-8F91-485B-AD8C-8EBD1AC06689}" type="presOf" srcId="{53F6EC0C-FE18-4395-93CE-B63B4923C442}" destId="{BE56E738-41FB-49B3-AC86-C3802F33C3F8}" srcOrd="0" destOrd="0" presId="urn:microsoft.com/office/officeart/2018/2/layout/IconCircleList"/>
    <dgm:cxn modelId="{B2394458-4B6E-43A7-9806-30BE35F7ED68}" srcId="{53F6EC0C-FE18-4395-93CE-B63B4923C442}" destId="{1756E408-553E-4797-8B9D-1B3B4A15102C}" srcOrd="1" destOrd="0" parTransId="{3F997BEF-DAE5-47D1-828D-CF566FFE9AD3}" sibTransId="{0397FD7A-53E0-4148-9F0D-9A0567BD3645}"/>
    <dgm:cxn modelId="{9BC9E7B5-13BE-4256-9562-6B652CBBF38D}" srcId="{53F6EC0C-FE18-4395-93CE-B63B4923C442}" destId="{4D78418C-01F9-4C42-8C3C-F2F6192BFC8F}" srcOrd="2" destOrd="0" parTransId="{70677469-EF0F-4D43-BC2A-5FC0BB071DC1}" sibTransId="{A6F36FED-4972-48DD-B7FE-3EF68D0B655A}"/>
    <dgm:cxn modelId="{35E90CD1-62E3-43A1-B1F0-60A9150B7A8A}" type="presOf" srcId="{4D78418C-01F9-4C42-8C3C-F2F6192BFC8F}" destId="{08EEEC7A-205E-44E3-8202-00AE6FE9D1F7}" srcOrd="0" destOrd="0" presId="urn:microsoft.com/office/officeart/2018/2/layout/IconCircleList"/>
    <dgm:cxn modelId="{3A9300D5-4457-461E-A9F8-7BC8CB60BFBC}" type="presOf" srcId="{1756E408-553E-4797-8B9D-1B3B4A15102C}" destId="{991E9779-74C3-41CA-A4FE-CCB464FB0CFD}" srcOrd="0" destOrd="0" presId="urn:microsoft.com/office/officeart/2018/2/layout/IconCircleList"/>
    <dgm:cxn modelId="{6DECECE0-F6D9-42DE-8752-0977B8E77935}" type="presOf" srcId="{848D7DF5-577B-4CF9-BE66-94E13B9D9D21}" destId="{076B1777-F96F-4A98-B99C-24FA36D8D0B6}" srcOrd="0" destOrd="0" presId="urn:microsoft.com/office/officeart/2018/2/layout/IconCircleList"/>
    <dgm:cxn modelId="{575979E2-3D50-4390-BD90-57279452125C}" type="presOf" srcId="{C8711EF3-2491-43A5-9605-1BDAF58E2D1B}" destId="{2538C9F8-6A98-4B58-AFC0-E3FACD592046}" srcOrd="0" destOrd="0" presId="urn:microsoft.com/office/officeart/2018/2/layout/IconCircleList"/>
    <dgm:cxn modelId="{2A6452F6-FD15-415E-85CF-4468648B3523}" type="presOf" srcId="{0397FD7A-53E0-4148-9F0D-9A0567BD3645}" destId="{107F5F34-1D3A-434D-9D3A-0CBF8610649F}" srcOrd="0" destOrd="0" presId="urn:microsoft.com/office/officeart/2018/2/layout/IconCircleList"/>
    <dgm:cxn modelId="{8C0EE736-5199-4A27-BF2C-DE3F5283E180}" type="presParOf" srcId="{BE56E738-41FB-49B3-AC86-C3802F33C3F8}" destId="{A05AE132-FA2A-419C-B0F3-E54DCB0EF9E3}" srcOrd="0" destOrd="0" presId="urn:microsoft.com/office/officeart/2018/2/layout/IconCircleList"/>
    <dgm:cxn modelId="{18518984-3E69-40A3-8B7A-5AF16FE87E75}" type="presParOf" srcId="{A05AE132-FA2A-419C-B0F3-E54DCB0EF9E3}" destId="{2711777C-7631-494F-89D0-52A0F2CF2E54}" srcOrd="0" destOrd="0" presId="urn:microsoft.com/office/officeart/2018/2/layout/IconCircleList"/>
    <dgm:cxn modelId="{2BDD81CB-48A1-47A6-A97C-93A4802BCCFF}" type="presParOf" srcId="{2711777C-7631-494F-89D0-52A0F2CF2E54}" destId="{F57C2019-947C-47D3-B453-4C312EA0DA49}" srcOrd="0" destOrd="0" presId="urn:microsoft.com/office/officeart/2018/2/layout/IconCircleList"/>
    <dgm:cxn modelId="{89A98CD9-5804-4601-BD71-1DD7DB3C2A53}" type="presParOf" srcId="{2711777C-7631-494F-89D0-52A0F2CF2E54}" destId="{257401A4-F837-45AD-B28C-7410C2D541B6}" srcOrd="1" destOrd="0" presId="urn:microsoft.com/office/officeart/2018/2/layout/IconCircleList"/>
    <dgm:cxn modelId="{3211600B-9331-482B-ABCC-FA1793227FB2}" type="presParOf" srcId="{2711777C-7631-494F-89D0-52A0F2CF2E54}" destId="{7C6D233C-F9DC-4CBC-AD05-EE33FAFC2182}" srcOrd="2" destOrd="0" presId="urn:microsoft.com/office/officeart/2018/2/layout/IconCircleList"/>
    <dgm:cxn modelId="{660443F2-B9C7-4952-A906-4401449950A6}" type="presParOf" srcId="{2711777C-7631-494F-89D0-52A0F2CF2E54}" destId="{076B1777-F96F-4A98-B99C-24FA36D8D0B6}" srcOrd="3" destOrd="0" presId="urn:microsoft.com/office/officeart/2018/2/layout/IconCircleList"/>
    <dgm:cxn modelId="{1BA1CDAF-ED02-4327-9F97-9F208B476B9D}" type="presParOf" srcId="{A05AE132-FA2A-419C-B0F3-E54DCB0EF9E3}" destId="{2538C9F8-6A98-4B58-AFC0-E3FACD592046}" srcOrd="1" destOrd="0" presId="urn:microsoft.com/office/officeart/2018/2/layout/IconCircleList"/>
    <dgm:cxn modelId="{D23C1906-45B4-488D-9011-78481DA919FC}" type="presParOf" srcId="{A05AE132-FA2A-419C-B0F3-E54DCB0EF9E3}" destId="{11E15090-9D1E-4616-876B-39E9D639F403}" srcOrd="2" destOrd="0" presId="urn:microsoft.com/office/officeart/2018/2/layout/IconCircleList"/>
    <dgm:cxn modelId="{EB93ABEF-F0A5-4057-8842-4AD7D8D41B59}" type="presParOf" srcId="{11E15090-9D1E-4616-876B-39E9D639F403}" destId="{2C243928-6805-4286-9749-8EA368892676}" srcOrd="0" destOrd="0" presId="urn:microsoft.com/office/officeart/2018/2/layout/IconCircleList"/>
    <dgm:cxn modelId="{E9E12C0C-CCEA-443E-96AF-DC31F0EC9E76}" type="presParOf" srcId="{11E15090-9D1E-4616-876B-39E9D639F403}" destId="{A6EF4FED-B369-4153-A75C-CD1A8A95219E}" srcOrd="1" destOrd="0" presId="urn:microsoft.com/office/officeart/2018/2/layout/IconCircleList"/>
    <dgm:cxn modelId="{9F35FA46-1FD5-4C81-B7A2-F3C6C201903A}" type="presParOf" srcId="{11E15090-9D1E-4616-876B-39E9D639F403}" destId="{4ED0245C-7EFF-4563-966F-B628CD981054}" srcOrd="2" destOrd="0" presId="urn:microsoft.com/office/officeart/2018/2/layout/IconCircleList"/>
    <dgm:cxn modelId="{DDA45403-9739-4B0F-8D06-173A4D0431FE}" type="presParOf" srcId="{11E15090-9D1E-4616-876B-39E9D639F403}" destId="{991E9779-74C3-41CA-A4FE-CCB464FB0CFD}" srcOrd="3" destOrd="0" presId="urn:microsoft.com/office/officeart/2018/2/layout/IconCircleList"/>
    <dgm:cxn modelId="{C29B62E3-518C-48F2-9454-BFCEE13CD3B9}" type="presParOf" srcId="{A05AE132-FA2A-419C-B0F3-E54DCB0EF9E3}" destId="{107F5F34-1D3A-434D-9D3A-0CBF8610649F}" srcOrd="3" destOrd="0" presId="urn:microsoft.com/office/officeart/2018/2/layout/IconCircleList"/>
    <dgm:cxn modelId="{A850EB3D-2097-46B6-BBB1-D3E5725313BA}" type="presParOf" srcId="{A05AE132-FA2A-419C-B0F3-E54DCB0EF9E3}" destId="{8470DE0E-4CDA-4A43-B4B7-CA694E0D404B}" srcOrd="4" destOrd="0" presId="urn:microsoft.com/office/officeart/2018/2/layout/IconCircleList"/>
    <dgm:cxn modelId="{D8B9690C-FC29-488C-B697-9AC55A6EF46B}" type="presParOf" srcId="{8470DE0E-4CDA-4A43-B4B7-CA694E0D404B}" destId="{314689D3-AAE7-4ED0-B579-7C880B63D0BF}" srcOrd="0" destOrd="0" presId="urn:microsoft.com/office/officeart/2018/2/layout/IconCircleList"/>
    <dgm:cxn modelId="{FC5B19CF-3AED-4074-AB82-4AAFE7D1750E}" type="presParOf" srcId="{8470DE0E-4CDA-4A43-B4B7-CA694E0D404B}" destId="{ABD75CC1-2BD5-4AF8-9E41-5A63F71E92B7}" srcOrd="1" destOrd="0" presId="urn:microsoft.com/office/officeart/2018/2/layout/IconCircleList"/>
    <dgm:cxn modelId="{3AA8D017-7E5E-4222-936D-4CB2F4B59631}" type="presParOf" srcId="{8470DE0E-4CDA-4A43-B4B7-CA694E0D404B}" destId="{634E73E5-966C-4B3B-A61D-BFA652A01145}" srcOrd="2" destOrd="0" presId="urn:microsoft.com/office/officeart/2018/2/layout/IconCircleList"/>
    <dgm:cxn modelId="{0487F93B-4DF3-4C3D-BBB5-38FD41D07D50}" type="presParOf" srcId="{8470DE0E-4CDA-4A43-B4B7-CA694E0D404B}" destId="{08EEEC7A-205E-44E3-8202-00AE6FE9D1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9193CFF-2911-4942-BE3F-B3450660465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82F121F-675D-4278-B52A-FB1BF8D69828}">
      <dgm:prSet/>
      <dgm:spPr/>
      <dgm:t>
        <a:bodyPr/>
        <a:lstStyle/>
        <a:p>
          <a:r>
            <a:rPr lang="en-US" dirty="0"/>
            <a:t>This project is solely student-centric. </a:t>
          </a:r>
        </a:p>
      </dgm:t>
    </dgm:pt>
    <dgm:pt modelId="{BCE97AA0-A5DA-4C5E-9B4F-CBDDB2FE1BF6}" type="parTrans" cxnId="{A4F544CD-8A96-41A0-B2EC-54D736A76B02}">
      <dgm:prSet/>
      <dgm:spPr/>
      <dgm:t>
        <a:bodyPr/>
        <a:lstStyle/>
        <a:p>
          <a:endParaRPr lang="en-US"/>
        </a:p>
      </dgm:t>
    </dgm:pt>
    <dgm:pt modelId="{C6817FE5-3D41-4E5D-AD1B-2046C651A1E9}" type="sibTrans" cxnId="{A4F544CD-8A96-41A0-B2EC-54D736A76B02}">
      <dgm:prSet/>
      <dgm:spPr/>
      <dgm:t>
        <a:bodyPr/>
        <a:lstStyle/>
        <a:p>
          <a:endParaRPr lang="en-US"/>
        </a:p>
      </dgm:t>
    </dgm:pt>
    <dgm:pt modelId="{01A24D53-F9EA-4A5C-8EBE-18D6D2C06871}">
      <dgm:prSet/>
      <dgm:spPr/>
      <dgm:t>
        <a:bodyPr/>
        <a:lstStyle/>
        <a:p>
          <a:pPr rtl="0"/>
          <a:r>
            <a:rPr lang="en-US" dirty="0"/>
            <a:t>With the curriculum alignment implemented in</a:t>
          </a:r>
          <a:r>
            <a:rPr lang="en-US" dirty="0">
              <a:latin typeface="Calibri Light" panose="020F0302020204030204"/>
            </a:rPr>
            <a:t> PS</a:t>
          </a:r>
          <a:r>
            <a:rPr lang="en-US" dirty="0"/>
            <a:t> courses, the students will get similar standards regardless of the section or the faculty teaching that section. </a:t>
          </a:r>
        </a:p>
      </dgm:t>
    </dgm:pt>
    <dgm:pt modelId="{07259547-386B-4D2E-A59D-1E26AD800BB2}" type="parTrans" cxnId="{6D688442-7C2F-4863-82DC-801F6C8EABF1}">
      <dgm:prSet/>
      <dgm:spPr/>
      <dgm:t>
        <a:bodyPr/>
        <a:lstStyle/>
        <a:p>
          <a:endParaRPr lang="en-US"/>
        </a:p>
      </dgm:t>
    </dgm:pt>
    <dgm:pt modelId="{73D2BACA-DC29-4305-AD40-C4A3D43CA867}" type="sibTrans" cxnId="{6D688442-7C2F-4863-82DC-801F6C8EABF1}">
      <dgm:prSet/>
      <dgm:spPr/>
      <dgm:t>
        <a:bodyPr/>
        <a:lstStyle/>
        <a:p>
          <a:endParaRPr lang="en-US"/>
        </a:p>
      </dgm:t>
    </dgm:pt>
    <dgm:pt modelId="{9EE05CEB-2C51-4E56-B1E6-A90D5AD13D17}">
      <dgm:prSet/>
      <dgm:spPr/>
      <dgm:t>
        <a:bodyPr/>
        <a:lstStyle/>
        <a:p>
          <a:pPr rtl="0"/>
          <a:r>
            <a:rPr lang="en-US" dirty="0"/>
            <a:t>The </a:t>
          </a:r>
          <a:r>
            <a:rPr lang="en-US" dirty="0">
              <a:latin typeface="Calibri Light" panose="020F0302020204030204"/>
            </a:rPr>
            <a:t>tutoring</a:t>
          </a:r>
          <a:r>
            <a:rPr lang="en-US" dirty="0"/>
            <a:t> labs will also help us identify the problem areas in </a:t>
          </a:r>
          <a:r>
            <a:rPr lang="en-US" dirty="0">
              <a:latin typeface="Calibri Light" panose="020F0302020204030204"/>
            </a:rPr>
            <a:t>PS courses</a:t>
          </a:r>
          <a:r>
            <a:rPr lang="en-US" dirty="0"/>
            <a:t>. </a:t>
          </a:r>
        </a:p>
      </dgm:t>
    </dgm:pt>
    <dgm:pt modelId="{F51C9CCD-3056-4AA0-B9AF-863069459475}" type="parTrans" cxnId="{918B6938-9EA9-4B3A-B802-CEA949F9ED8D}">
      <dgm:prSet/>
      <dgm:spPr/>
      <dgm:t>
        <a:bodyPr/>
        <a:lstStyle/>
        <a:p>
          <a:endParaRPr lang="en-US"/>
        </a:p>
      </dgm:t>
    </dgm:pt>
    <dgm:pt modelId="{AC4202A7-208F-40F7-981C-F166F599EB1D}" type="sibTrans" cxnId="{918B6938-9EA9-4B3A-B802-CEA949F9ED8D}">
      <dgm:prSet/>
      <dgm:spPr/>
      <dgm:t>
        <a:bodyPr/>
        <a:lstStyle/>
        <a:p>
          <a:endParaRPr lang="en-US"/>
        </a:p>
      </dgm:t>
    </dgm:pt>
    <dgm:pt modelId="{803351D7-E021-48D9-80F4-D329A6125A81}">
      <dgm:prSet/>
      <dgm:spPr/>
      <dgm:t>
        <a:bodyPr/>
        <a:lstStyle/>
        <a:p>
          <a:pPr rtl="0"/>
          <a:r>
            <a:rPr lang="en-US" dirty="0"/>
            <a:t>We hope to achieve </a:t>
          </a:r>
          <a:r>
            <a:rPr lang="en-US" dirty="0">
              <a:latin typeface="Calibri Light" panose="020F0302020204030204"/>
            </a:rPr>
            <a:t>an</a:t>
          </a:r>
          <a:r>
            <a:rPr lang="en-US" dirty="0"/>
            <a:t> </a:t>
          </a:r>
          <a:r>
            <a:rPr lang="en-US" dirty="0">
              <a:latin typeface="Calibri Light" panose="020F0302020204030204"/>
            </a:rPr>
            <a:t>average </a:t>
          </a:r>
          <a:r>
            <a:rPr lang="en-US" dirty="0"/>
            <a:t>DFWI rate of </a:t>
          </a:r>
          <a:r>
            <a:rPr lang="en-US" dirty="0">
              <a:latin typeface="Calibri Light" panose="020F0302020204030204"/>
            </a:rPr>
            <a:t>10</a:t>
          </a:r>
          <a:r>
            <a:rPr lang="en-US" dirty="0"/>
            <a:t>% for all three PS courses by the end of this initiative in the fall of 2023.</a:t>
          </a:r>
        </a:p>
      </dgm:t>
    </dgm:pt>
    <dgm:pt modelId="{1CF403CC-1EF1-4B04-8A35-DA7D0AC42AEA}" type="parTrans" cxnId="{80FC80D5-844C-4A9A-8140-12724E5DA9FA}">
      <dgm:prSet/>
      <dgm:spPr/>
      <dgm:t>
        <a:bodyPr/>
        <a:lstStyle/>
        <a:p>
          <a:endParaRPr lang="en-US"/>
        </a:p>
      </dgm:t>
    </dgm:pt>
    <dgm:pt modelId="{FFE4BAD3-A6F8-47B2-928B-75EA17486C32}" type="sibTrans" cxnId="{80FC80D5-844C-4A9A-8140-12724E5DA9FA}">
      <dgm:prSet/>
      <dgm:spPr/>
      <dgm:t>
        <a:bodyPr/>
        <a:lstStyle/>
        <a:p>
          <a:endParaRPr lang="en-US"/>
        </a:p>
      </dgm:t>
    </dgm:pt>
    <dgm:pt modelId="{B78225C2-4533-4A81-BB47-3DEE0A01EF32}" type="pres">
      <dgm:prSet presAssocID="{A9193CFF-2911-4942-BE3F-B34506604656}" presName="root" presStyleCnt="0">
        <dgm:presLayoutVars>
          <dgm:dir/>
          <dgm:resizeHandles val="exact"/>
        </dgm:presLayoutVars>
      </dgm:prSet>
      <dgm:spPr/>
    </dgm:pt>
    <dgm:pt modelId="{CFF775D5-975A-4BF5-93B3-A8C8CFE88444}" type="pres">
      <dgm:prSet presAssocID="{A9193CFF-2911-4942-BE3F-B34506604656}" presName="container" presStyleCnt="0">
        <dgm:presLayoutVars>
          <dgm:dir/>
          <dgm:resizeHandles val="exact"/>
        </dgm:presLayoutVars>
      </dgm:prSet>
      <dgm:spPr/>
    </dgm:pt>
    <dgm:pt modelId="{03456979-FCA3-4682-BD51-A69BFFE7FC47}" type="pres">
      <dgm:prSet presAssocID="{882F121F-675D-4278-B52A-FB1BF8D69828}" presName="compNode" presStyleCnt="0"/>
      <dgm:spPr/>
    </dgm:pt>
    <dgm:pt modelId="{403C3CAD-D029-4A28-A25B-DD31A4092472}" type="pres">
      <dgm:prSet presAssocID="{882F121F-675D-4278-B52A-FB1BF8D69828}" presName="iconBgRect" presStyleLbl="bgShp" presStyleIdx="0" presStyleCnt="4"/>
      <dgm:spPr/>
    </dgm:pt>
    <dgm:pt modelId="{A4F09424-3878-4C82-9173-5634C8AA6D76}" type="pres">
      <dgm:prSet presAssocID="{882F121F-675D-4278-B52A-FB1BF8D698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200D3C6D-38BB-4C8F-B1ED-77CD8D62E085}" type="pres">
      <dgm:prSet presAssocID="{882F121F-675D-4278-B52A-FB1BF8D69828}" presName="spaceRect" presStyleCnt="0"/>
      <dgm:spPr/>
    </dgm:pt>
    <dgm:pt modelId="{33DDDEE7-CB96-4CDB-B13F-1A25BE0E66EA}" type="pres">
      <dgm:prSet presAssocID="{882F121F-675D-4278-B52A-FB1BF8D69828}" presName="textRect" presStyleLbl="revTx" presStyleIdx="0" presStyleCnt="4">
        <dgm:presLayoutVars>
          <dgm:chMax val="1"/>
          <dgm:chPref val="1"/>
        </dgm:presLayoutVars>
      </dgm:prSet>
      <dgm:spPr/>
    </dgm:pt>
    <dgm:pt modelId="{BAFCECA5-74EA-4435-8A8B-EE174AEDDE20}" type="pres">
      <dgm:prSet presAssocID="{C6817FE5-3D41-4E5D-AD1B-2046C651A1E9}" presName="sibTrans" presStyleLbl="sibTrans2D1" presStyleIdx="0" presStyleCnt="0"/>
      <dgm:spPr/>
    </dgm:pt>
    <dgm:pt modelId="{1D0E04B7-0CCE-49B2-9A71-F1EADC1C8287}" type="pres">
      <dgm:prSet presAssocID="{01A24D53-F9EA-4A5C-8EBE-18D6D2C06871}" presName="compNode" presStyleCnt="0"/>
      <dgm:spPr/>
    </dgm:pt>
    <dgm:pt modelId="{3F567CB7-857F-4E9D-ABF3-7562DEAA7D1A}" type="pres">
      <dgm:prSet presAssocID="{01A24D53-F9EA-4A5C-8EBE-18D6D2C06871}" presName="iconBgRect" presStyleLbl="bgShp" presStyleIdx="1" presStyleCnt="4"/>
      <dgm:spPr/>
    </dgm:pt>
    <dgm:pt modelId="{EC55B443-B384-44E8-B559-6E73372E1ED2}" type="pres">
      <dgm:prSet presAssocID="{01A24D53-F9EA-4A5C-8EBE-18D6D2C068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40965B0-CCFF-4EB8-A498-BD406FEB61A4}" type="pres">
      <dgm:prSet presAssocID="{01A24D53-F9EA-4A5C-8EBE-18D6D2C06871}" presName="spaceRect" presStyleCnt="0"/>
      <dgm:spPr/>
    </dgm:pt>
    <dgm:pt modelId="{23681656-F44E-4E24-B090-015A9001E133}" type="pres">
      <dgm:prSet presAssocID="{01A24D53-F9EA-4A5C-8EBE-18D6D2C06871}" presName="textRect" presStyleLbl="revTx" presStyleIdx="1" presStyleCnt="4">
        <dgm:presLayoutVars>
          <dgm:chMax val="1"/>
          <dgm:chPref val="1"/>
        </dgm:presLayoutVars>
      </dgm:prSet>
      <dgm:spPr/>
    </dgm:pt>
    <dgm:pt modelId="{15C5D87F-8716-453D-9135-69954B76BBC5}" type="pres">
      <dgm:prSet presAssocID="{73D2BACA-DC29-4305-AD40-C4A3D43CA867}" presName="sibTrans" presStyleLbl="sibTrans2D1" presStyleIdx="0" presStyleCnt="0"/>
      <dgm:spPr/>
    </dgm:pt>
    <dgm:pt modelId="{C562A580-5C85-400A-B4D3-C8DF89B3F876}" type="pres">
      <dgm:prSet presAssocID="{9EE05CEB-2C51-4E56-B1E6-A90D5AD13D17}" presName="compNode" presStyleCnt="0"/>
      <dgm:spPr/>
    </dgm:pt>
    <dgm:pt modelId="{9769A130-4545-4ACB-8EFC-69F607601633}" type="pres">
      <dgm:prSet presAssocID="{9EE05CEB-2C51-4E56-B1E6-A90D5AD13D17}" presName="iconBgRect" presStyleLbl="bgShp" presStyleIdx="2" presStyleCnt="4"/>
      <dgm:spPr/>
    </dgm:pt>
    <dgm:pt modelId="{DFC19C47-013F-4FA1-A1F3-1A4E84884DB2}" type="pres">
      <dgm:prSet presAssocID="{9EE05CEB-2C51-4E56-B1E6-A90D5AD13D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EEC6C1E9-5CEF-4F70-99E3-9E9CD95FCC82}" type="pres">
      <dgm:prSet presAssocID="{9EE05CEB-2C51-4E56-B1E6-A90D5AD13D17}" presName="spaceRect" presStyleCnt="0"/>
      <dgm:spPr/>
    </dgm:pt>
    <dgm:pt modelId="{E30BE0DD-B99A-4FCF-94D7-B799CC259887}" type="pres">
      <dgm:prSet presAssocID="{9EE05CEB-2C51-4E56-B1E6-A90D5AD13D17}" presName="textRect" presStyleLbl="revTx" presStyleIdx="2" presStyleCnt="4">
        <dgm:presLayoutVars>
          <dgm:chMax val="1"/>
          <dgm:chPref val="1"/>
        </dgm:presLayoutVars>
      </dgm:prSet>
      <dgm:spPr/>
    </dgm:pt>
    <dgm:pt modelId="{F7BC20E7-007F-4777-AC10-E5213983929D}" type="pres">
      <dgm:prSet presAssocID="{AC4202A7-208F-40F7-981C-F166F599EB1D}" presName="sibTrans" presStyleLbl="sibTrans2D1" presStyleIdx="0" presStyleCnt="0"/>
      <dgm:spPr/>
    </dgm:pt>
    <dgm:pt modelId="{99DB037F-DAC7-4AFC-9B1C-FDBC7B4B8763}" type="pres">
      <dgm:prSet presAssocID="{803351D7-E021-48D9-80F4-D329A6125A81}" presName="compNode" presStyleCnt="0"/>
      <dgm:spPr/>
    </dgm:pt>
    <dgm:pt modelId="{BA37F00F-DCBA-42CC-B9AF-8BB3C3745B6F}" type="pres">
      <dgm:prSet presAssocID="{803351D7-E021-48D9-80F4-D329A6125A81}" presName="iconBgRect" presStyleLbl="bgShp" presStyleIdx="3" presStyleCnt="4"/>
      <dgm:spPr/>
    </dgm:pt>
    <dgm:pt modelId="{418E246B-8651-4F02-9B4F-50BF9398EF0F}" type="pres">
      <dgm:prSet presAssocID="{803351D7-E021-48D9-80F4-D329A6125A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4CADE83-6FDA-40B7-892B-547577C6230D}" type="pres">
      <dgm:prSet presAssocID="{803351D7-E021-48D9-80F4-D329A6125A81}" presName="spaceRect" presStyleCnt="0"/>
      <dgm:spPr/>
    </dgm:pt>
    <dgm:pt modelId="{59C4B931-C82C-4CAF-AC08-01DD61378298}" type="pres">
      <dgm:prSet presAssocID="{803351D7-E021-48D9-80F4-D329A6125A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8B6938-9EA9-4B3A-B802-CEA949F9ED8D}" srcId="{A9193CFF-2911-4942-BE3F-B34506604656}" destId="{9EE05CEB-2C51-4E56-B1E6-A90D5AD13D17}" srcOrd="2" destOrd="0" parTransId="{F51C9CCD-3056-4AA0-B9AF-863069459475}" sibTransId="{AC4202A7-208F-40F7-981C-F166F599EB1D}"/>
    <dgm:cxn modelId="{6D688442-7C2F-4863-82DC-801F6C8EABF1}" srcId="{A9193CFF-2911-4942-BE3F-B34506604656}" destId="{01A24D53-F9EA-4A5C-8EBE-18D6D2C06871}" srcOrd="1" destOrd="0" parTransId="{07259547-386B-4D2E-A59D-1E26AD800BB2}" sibTransId="{73D2BACA-DC29-4305-AD40-C4A3D43CA867}"/>
    <dgm:cxn modelId="{74157D7F-2249-44F0-AFD2-167422FDEF6D}" type="presOf" srcId="{AC4202A7-208F-40F7-981C-F166F599EB1D}" destId="{F7BC20E7-007F-4777-AC10-E5213983929D}" srcOrd="0" destOrd="0" presId="urn:microsoft.com/office/officeart/2018/2/layout/IconCircleList"/>
    <dgm:cxn modelId="{BA66938E-3047-48FA-A83D-19368BE08CF5}" type="presOf" srcId="{803351D7-E021-48D9-80F4-D329A6125A81}" destId="{59C4B931-C82C-4CAF-AC08-01DD61378298}" srcOrd="0" destOrd="0" presId="urn:microsoft.com/office/officeart/2018/2/layout/IconCircleList"/>
    <dgm:cxn modelId="{81E90F98-949B-459D-AF11-133E26563BE2}" type="presOf" srcId="{A9193CFF-2911-4942-BE3F-B34506604656}" destId="{B78225C2-4533-4A81-BB47-3DEE0A01EF32}" srcOrd="0" destOrd="0" presId="urn:microsoft.com/office/officeart/2018/2/layout/IconCircleList"/>
    <dgm:cxn modelId="{87C8D39A-3876-49C4-9802-08112131A92C}" type="presOf" srcId="{882F121F-675D-4278-B52A-FB1BF8D69828}" destId="{33DDDEE7-CB96-4CDB-B13F-1A25BE0E66EA}" srcOrd="0" destOrd="0" presId="urn:microsoft.com/office/officeart/2018/2/layout/IconCircleList"/>
    <dgm:cxn modelId="{185FEEA8-8EFE-4C68-B0F0-A8D88E408A89}" type="presOf" srcId="{73D2BACA-DC29-4305-AD40-C4A3D43CA867}" destId="{15C5D87F-8716-453D-9135-69954B76BBC5}" srcOrd="0" destOrd="0" presId="urn:microsoft.com/office/officeart/2018/2/layout/IconCircleList"/>
    <dgm:cxn modelId="{A4F544CD-8A96-41A0-B2EC-54D736A76B02}" srcId="{A9193CFF-2911-4942-BE3F-B34506604656}" destId="{882F121F-675D-4278-B52A-FB1BF8D69828}" srcOrd="0" destOrd="0" parTransId="{BCE97AA0-A5DA-4C5E-9B4F-CBDDB2FE1BF6}" sibTransId="{C6817FE5-3D41-4E5D-AD1B-2046C651A1E9}"/>
    <dgm:cxn modelId="{5CEC30D3-CD44-4176-B2B1-CD6BD5E5C4AF}" type="presOf" srcId="{C6817FE5-3D41-4E5D-AD1B-2046C651A1E9}" destId="{BAFCECA5-74EA-4435-8A8B-EE174AEDDE20}" srcOrd="0" destOrd="0" presId="urn:microsoft.com/office/officeart/2018/2/layout/IconCircleList"/>
    <dgm:cxn modelId="{9F5C4CD4-10B1-4717-82F3-17DD0D1E8764}" type="presOf" srcId="{9EE05CEB-2C51-4E56-B1E6-A90D5AD13D17}" destId="{E30BE0DD-B99A-4FCF-94D7-B799CC259887}" srcOrd="0" destOrd="0" presId="urn:microsoft.com/office/officeart/2018/2/layout/IconCircleList"/>
    <dgm:cxn modelId="{80FC80D5-844C-4A9A-8140-12724E5DA9FA}" srcId="{A9193CFF-2911-4942-BE3F-B34506604656}" destId="{803351D7-E021-48D9-80F4-D329A6125A81}" srcOrd="3" destOrd="0" parTransId="{1CF403CC-1EF1-4B04-8A35-DA7D0AC42AEA}" sibTransId="{FFE4BAD3-A6F8-47B2-928B-75EA17486C32}"/>
    <dgm:cxn modelId="{5F5905EA-E0E9-4540-86DD-8471CB75111D}" type="presOf" srcId="{01A24D53-F9EA-4A5C-8EBE-18D6D2C06871}" destId="{23681656-F44E-4E24-B090-015A9001E133}" srcOrd="0" destOrd="0" presId="urn:microsoft.com/office/officeart/2018/2/layout/IconCircleList"/>
    <dgm:cxn modelId="{A7A9FE9E-2585-4FCA-8E69-FFC13BDFC2D6}" type="presParOf" srcId="{B78225C2-4533-4A81-BB47-3DEE0A01EF32}" destId="{CFF775D5-975A-4BF5-93B3-A8C8CFE88444}" srcOrd="0" destOrd="0" presId="urn:microsoft.com/office/officeart/2018/2/layout/IconCircleList"/>
    <dgm:cxn modelId="{9C293417-1211-4A4F-A994-439E788A3891}" type="presParOf" srcId="{CFF775D5-975A-4BF5-93B3-A8C8CFE88444}" destId="{03456979-FCA3-4682-BD51-A69BFFE7FC47}" srcOrd="0" destOrd="0" presId="urn:microsoft.com/office/officeart/2018/2/layout/IconCircleList"/>
    <dgm:cxn modelId="{63DE5BFA-5742-4BC3-BA1A-2ECCF0418BEA}" type="presParOf" srcId="{03456979-FCA3-4682-BD51-A69BFFE7FC47}" destId="{403C3CAD-D029-4A28-A25B-DD31A4092472}" srcOrd="0" destOrd="0" presId="urn:microsoft.com/office/officeart/2018/2/layout/IconCircleList"/>
    <dgm:cxn modelId="{7DB95532-10A1-4707-AC40-D2FA75D821A7}" type="presParOf" srcId="{03456979-FCA3-4682-BD51-A69BFFE7FC47}" destId="{A4F09424-3878-4C82-9173-5634C8AA6D76}" srcOrd="1" destOrd="0" presId="urn:microsoft.com/office/officeart/2018/2/layout/IconCircleList"/>
    <dgm:cxn modelId="{C0D49EC8-3613-4908-A300-FC8E11B1E786}" type="presParOf" srcId="{03456979-FCA3-4682-BD51-A69BFFE7FC47}" destId="{200D3C6D-38BB-4C8F-B1ED-77CD8D62E085}" srcOrd="2" destOrd="0" presId="urn:microsoft.com/office/officeart/2018/2/layout/IconCircleList"/>
    <dgm:cxn modelId="{14078ADC-F762-476A-82BE-0C512B7A525D}" type="presParOf" srcId="{03456979-FCA3-4682-BD51-A69BFFE7FC47}" destId="{33DDDEE7-CB96-4CDB-B13F-1A25BE0E66EA}" srcOrd="3" destOrd="0" presId="urn:microsoft.com/office/officeart/2018/2/layout/IconCircleList"/>
    <dgm:cxn modelId="{51E0E97A-9CE5-4696-A16F-5C73C5CA5185}" type="presParOf" srcId="{CFF775D5-975A-4BF5-93B3-A8C8CFE88444}" destId="{BAFCECA5-74EA-4435-8A8B-EE174AEDDE20}" srcOrd="1" destOrd="0" presId="urn:microsoft.com/office/officeart/2018/2/layout/IconCircleList"/>
    <dgm:cxn modelId="{9FCF786B-62AD-4BAE-A273-A81B016A9684}" type="presParOf" srcId="{CFF775D5-975A-4BF5-93B3-A8C8CFE88444}" destId="{1D0E04B7-0CCE-49B2-9A71-F1EADC1C8287}" srcOrd="2" destOrd="0" presId="urn:microsoft.com/office/officeart/2018/2/layout/IconCircleList"/>
    <dgm:cxn modelId="{E5EFFCC3-3397-48D9-A097-996DD1652CB0}" type="presParOf" srcId="{1D0E04B7-0CCE-49B2-9A71-F1EADC1C8287}" destId="{3F567CB7-857F-4E9D-ABF3-7562DEAA7D1A}" srcOrd="0" destOrd="0" presId="urn:microsoft.com/office/officeart/2018/2/layout/IconCircleList"/>
    <dgm:cxn modelId="{3227E612-BD91-4CB3-BF1C-C210B7E468AB}" type="presParOf" srcId="{1D0E04B7-0CCE-49B2-9A71-F1EADC1C8287}" destId="{EC55B443-B384-44E8-B559-6E73372E1ED2}" srcOrd="1" destOrd="0" presId="urn:microsoft.com/office/officeart/2018/2/layout/IconCircleList"/>
    <dgm:cxn modelId="{FCB62BA3-5788-4AF9-AEE4-847B5A223C41}" type="presParOf" srcId="{1D0E04B7-0CCE-49B2-9A71-F1EADC1C8287}" destId="{D40965B0-CCFF-4EB8-A498-BD406FEB61A4}" srcOrd="2" destOrd="0" presId="urn:microsoft.com/office/officeart/2018/2/layout/IconCircleList"/>
    <dgm:cxn modelId="{9302BA9D-1F34-4B04-AAE4-DF2C7C34DAA2}" type="presParOf" srcId="{1D0E04B7-0CCE-49B2-9A71-F1EADC1C8287}" destId="{23681656-F44E-4E24-B090-015A9001E133}" srcOrd="3" destOrd="0" presId="urn:microsoft.com/office/officeart/2018/2/layout/IconCircleList"/>
    <dgm:cxn modelId="{42D68DF2-1F05-457D-B569-A696E9031B64}" type="presParOf" srcId="{CFF775D5-975A-4BF5-93B3-A8C8CFE88444}" destId="{15C5D87F-8716-453D-9135-69954B76BBC5}" srcOrd="3" destOrd="0" presId="urn:microsoft.com/office/officeart/2018/2/layout/IconCircleList"/>
    <dgm:cxn modelId="{6446D6D1-6CE6-4B83-B8A5-4807F818F0A9}" type="presParOf" srcId="{CFF775D5-975A-4BF5-93B3-A8C8CFE88444}" destId="{C562A580-5C85-400A-B4D3-C8DF89B3F876}" srcOrd="4" destOrd="0" presId="urn:microsoft.com/office/officeart/2018/2/layout/IconCircleList"/>
    <dgm:cxn modelId="{71A7B4EE-A173-4F3D-A0E7-CC55E1448242}" type="presParOf" srcId="{C562A580-5C85-400A-B4D3-C8DF89B3F876}" destId="{9769A130-4545-4ACB-8EFC-69F607601633}" srcOrd="0" destOrd="0" presId="urn:microsoft.com/office/officeart/2018/2/layout/IconCircleList"/>
    <dgm:cxn modelId="{808E498A-F025-4394-A6E7-F67ADE60FB13}" type="presParOf" srcId="{C562A580-5C85-400A-B4D3-C8DF89B3F876}" destId="{DFC19C47-013F-4FA1-A1F3-1A4E84884DB2}" srcOrd="1" destOrd="0" presId="urn:microsoft.com/office/officeart/2018/2/layout/IconCircleList"/>
    <dgm:cxn modelId="{CD8FA355-D249-409B-A37F-AC5E0E91C4EF}" type="presParOf" srcId="{C562A580-5C85-400A-B4D3-C8DF89B3F876}" destId="{EEC6C1E9-5CEF-4F70-99E3-9E9CD95FCC82}" srcOrd="2" destOrd="0" presId="urn:microsoft.com/office/officeart/2018/2/layout/IconCircleList"/>
    <dgm:cxn modelId="{4B3887A9-9B10-493F-A574-811AB49DDACB}" type="presParOf" srcId="{C562A580-5C85-400A-B4D3-C8DF89B3F876}" destId="{E30BE0DD-B99A-4FCF-94D7-B799CC259887}" srcOrd="3" destOrd="0" presId="urn:microsoft.com/office/officeart/2018/2/layout/IconCircleList"/>
    <dgm:cxn modelId="{27528757-F665-4669-B7E9-CC64734465F4}" type="presParOf" srcId="{CFF775D5-975A-4BF5-93B3-A8C8CFE88444}" destId="{F7BC20E7-007F-4777-AC10-E5213983929D}" srcOrd="5" destOrd="0" presId="urn:microsoft.com/office/officeart/2018/2/layout/IconCircleList"/>
    <dgm:cxn modelId="{080932B5-9BD3-4DB9-9703-1E1A0CEF163C}" type="presParOf" srcId="{CFF775D5-975A-4BF5-93B3-A8C8CFE88444}" destId="{99DB037F-DAC7-4AFC-9B1C-FDBC7B4B8763}" srcOrd="6" destOrd="0" presId="urn:microsoft.com/office/officeart/2018/2/layout/IconCircleList"/>
    <dgm:cxn modelId="{E36DEBEB-FF34-4790-83C2-AAC3392142DF}" type="presParOf" srcId="{99DB037F-DAC7-4AFC-9B1C-FDBC7B4B8763}" destId="{BA37F00F-DCBA-42CC-B9AF-8BB3C3745B6F}" srcOrd="0" destOrd="0" presId="urn:microsoft.com/office/officeart/2018/2/layout/IconCircleList"/>
    <dgm:cxn modelId="{0111DBFB-FEE2-4128-9B1C-4CF496ABB97B}" type="presParOf" srcId="{99DB037F-DAC7-4AFC-9B1C-FDBC7B4B8763}" destId="{418E246B-8651-4F02-9B4F-50BF9398EF0F}" srcOrd="1" destOrd="0" presId="urn:microsoft.com/office/officeart/2018/2/layout/IconCircleList"/>
    <dgm:cxn modelId="{9E08CB9D-83B9-4507-A77B-753E99261BD1}" type="presParOf" srcId="{99DB037F-DAC7-4AFC-9B1C-FDBC7B4B8763}" destId="{A4CADE83-6FDA-40B7-892B-547577C6230D}" srcOrd="2" destOrd="0" presId="urn:microsoft.com/office/officeart/2018/2/layout/IconCircleList"/>
    <dgm:cxn modelId="{020CAD33-6813-4234-A05B-65D88C8ED583}" type="presParOf" srcId="{99DB037F-DAC7-4AFC-9B1C-FDBC7B4B8763}" destId="{59C4B931-C82C-4CAF-AC08-01DD613782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7BFD7-C69C-4EC0-9B68-54F6417665A5}">
      <dsp:nvSpPr>
        <dsp:cNvPr id="0" name=""/>
        <dsp:cNvSpPr/>
      </dsp:nvSpPr>
      <dsp:spPr>
        <a:xfrm>
          <a:off x="0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/>
              <a:cs typeface="Times New Roman"/>
            </a:rPr>
            <a:t>Every year students from STEM major take 3 PS courses 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latin typeface="Times New Roman"/>
              <a:cs typeface="Times New Roman"/>
            </a:rPr>
            <a:t>Programming I(COMS 2104)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latin typeface="Times New Roman"/>
              <a:cs typeface="Times New Roman"/>
            </a:rPr>
            <a:t>Programming II(COMS 2203)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latin typeface="Times New Roman"/>
              <a:cs typeface="Times New Roman"/>
            </a:rPr>
            <a:t>Data Structures (COMS 2213)</a:t>
          </a:r>
        </a:p>
      </dsp:txBody>
      <dsp:txXfrm>
        <a:off x="0" y="1401973"/>
        <a:ext cx="3414946" cy="2213643"/>
      </dsp:txXfrm>
    </dsp:sp>
    <dsp:sp modelId="{255F1EC0-7B0A-42F2-A480-6DB8CE610A23}">
      <dsp:nvSpPr>
        <dsp:cNvPr id="0" name=""/>
        <dsp:cNvSpPr/>
      </dsp:nvSpPr>
      <dsp:spPr>
        <a:xfrm>
          <a:off x="1154062" y="368940"/>
          <a:ext cx="1106821" cy="11068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6152" y="531030"/>
        <a:ext cx="782641" cy="782641"/>
      </dsp:txXfrm>
    </dsp:sp>
    <dsp:sp modelId="{0DEC5EBE-8C40-4F1A-A37B-7C539282FFFC}">
      <dsp:nvSpPr>
        <dsp:cNvPr id="0" name=""/>
        <dsp:cNvSpPr/>
      </dsp:nvSpPr>
      <dsp:spPr>
        <a:xfrm>
          <a:off x="0" y="3689333"/>
          <a:ext cx="34149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C40B9-7622-4D44-881D-12779EEEAC7C}">
      <dsp:nvSpPr>
        <dsp:cNvPr id="0" name=""/>
        <dsp:cNvSpPr/>
      </dsp:nvSpPr>
      <dsp:spPr>
        <a:xfrm>
          <a:off x="3756441" y="0"/>
          <a:ext cx="3414946" cy="36894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/>
              <a:cs typeface="Times New Roman"/>
            </a:rPr>
            <a:t>Department of Engineering and Computing Science struggling to retain students.</a:t>
          </a:r>
        </a:p>
      </dsp:txBody>
      <dsp:txXfrm>
        <a:off x="3756441" y="1401973"/>
        <a:ext cx="3414946" cy="2213643"/>
      </dsp:txXfrm>
    </dsp:sp>
    <dsp:sp modelId="{ECEF3B47-6B5A-443C-A971-F35AD1C2C48E}">
      <dsp:nvSpPr>
        <dsp:cNvPr id="0" name=""/>
        <dsp:cNvSpPr/>
      </dsp:nvSpPr>
      <dsp:spPr>
        <a:xfrm>
          <a:off x="4910503" y="368940"/>
          <a:ext cx="1106821" cy="110682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72593" y="531030"/>
        <a:ext cx="782641" cy="782641"/>
      </dsp:txXfrm>
    </dsp:sp>
    <dsp:sp modelId="{CD6F98EC-3851-4A52-9FBB-6BB12F70EBD8}">
      <dsp:nvSpPr>
        <dsp:cNvPr id="0" name=""/>
        <dsp:cNvSpPr/>
      </dsp:nvSpPr>
      <dsp:spPr>
        <a:xfrm>
          <a:off x="3756441" y="3689333"/>
          <a:ext cx="341494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FA5B7-123C-44EB-8A94-11B61BE67221}">
      <dsp:nvSpPr>
        <dsp:cNvPr id="0" name=""/>
        <dsp:cNvSpPr/>
      </dsp:nvSpPr>
      <dsp:spPr>
        <a:xfrm>
          <a:off x="7512882" y="0"/>
          <a:ext cx="3414946" cy="36894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/>
              <a:cs typeface="Times New Roman"/>
            </a:rPr>
            <a:t>DFWI rate for those PS course from 2015-2019 was 32%, 35% and 27%.</a:t>
          </a:r>
        </a:p>
      </dsp:txBody>
      <dsp:txXfrm>
        <a:off x="7512882" y="1401973"/>
        <a:ext cx="3414946" cy="2213643"/>
      </dsp:txXfrm>
    </dsp:sp>
    <dsp:sp modelId="{D1B68041-2467-41DA-A56B-11CD8B0B8093}">
      <dsp:nvSpPr>
        <dsp:cNvPr id="0" name=""/>
        <dsp:cNvSpPr/>
      </dsp:nvSpPr>
      <dsp:spPr>
        <a:xfrm>
          <a:off x="8666944" y="368940"/>
          <a:ext cx="1106821" cy="110682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29034" y="531030"/>
        <a:ext cx="782641" cy="782641"/>
      </dsp:txXfrm>
    </dsp:sp>
    <dsp:sp modelId="{60EBBE07-2132-4597-8C91-D9D5194CC11D}">
      <dsp:nvSpPr>
        <dsp:cNvPr id="0" name=""/>
        <dsp:cNvSpPr/>
      </dsp:nvSpPr>
      <dsp:spPr>
        <a:xfrm>
          <a:off x="7512882" y="3689333"/>
          <a:ext cx="341494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AACDB-40ED-4FC3-B97C-A9938434223F}">
      <dsp:nvSpPr>
        <dsp:cNvPr id="0" name=""/>
        <dsp:cNvSpPr/>
      </dsp:nvSpPr>
      <dsp:spPr>
        <a:xfrm>
          <a:off x="2368713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A536E-DC0E-4C50-86D2-BD05259798C0}">
      <dsp:nvSpPr>
        <dsp:cNvPr id="0" name=""/>
        <dsp:cNvSpPr/>
      </dsp:nvSpPr>
      <dsp:spPr>
        <a:xfrm>
          <a:off x="1180713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Increase the first year and second-year student retention in Programming Sequence courses. </a:t>
          </a:r>
        </a:p>
      </dsp:txBody>
      <dsp:txXfrm>
        <a:off x="1180713" y="2943510"/>
        <a:ext cx="4320000" cy="720000"/>
      </dsp:txXfrm>
    </dsp:sp>
    <dsp:sp modelId="{88B189EF-AF9D-4ABA-A648-112BD6566942}">
      <dsp:nvSpPr>
        <dsp:cNvPr id="0" name=""/>
        <dsp:cNvSpPr/>
      </dsp:nvSpPr>
      <dsp:spPr>
        <a:xfrm>
          <a:off x="7444713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E9AB1-8CCB-4D31-AE79-4B0C6BC572CC}">
      <dsp:nvSpPr>
        <dsp:cNvPr id="0" name=""/>
        <dsp:cNvSpPr/>
      </dsp:nvSpPr>
      <dsp:spPr>
        <a:xfrm>
          <a:off x="6256713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Decreasing DFWI  rates 10% each year.</a:t>
          </a:r>
        </a:p>
      </dsp:txBody>
      <dsp:txXfrm>
        <a:off x="6256713" y="2943510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C1A1DF-43A5-4269-BC78-3CA53E77DE9E}">
      <dsp:nvSpPr>
        <dsp:cNvPr id="0" name=""/>
        <dsp:cNvSpPr/>
      </dsp:nvSpPr>
      <dsp:spPr>
        <a:xfrm>
          <a:off x="962512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8C1D8-9CFF-410B-A774-9B0BFFD243AC}">
      <dsp:nvSpPr>
        <dsp:cNvPr id="0" name=""/>
        <dsp:cNvSpPr/>
      </dsp:nvSpPr>
      <dsp:spPr>
        <a:xfrm>
          <a:off x="1279432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F837A-04DF-487D-8326-AB20A1A31EA7}">
      <dsp:nvSpPr>
        <dsp:cNvPr id="0" name=""/>
        <dsp:cNvSpPr/>
      </dsp:nvSpPr>
      <dsp:spPr>
        <a:xfrm>
          <a:off x="487133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Create a tutoring lab for students enrolled in a programming course.</a:t>
          </a:r>
        </a:p>
      </dsp:txBody>
      <dsp:txXfrm>
        <a:off x="487133" y="3130639"/>
        <a:ext cx="2437844" cy="720000"/>
      </dsp:txXfrm>
    </dsp:sp>
    <dsp:sp modelId="{57A216A2-8815-4CDF-9152-12E4F38C2343}">
      <dsp:nvSpPr>
        <dsp:cNvPr id="0" name=""/>
        <dsp:cNvSpPr/>
      </dsp:nvSpPr>
      <dsp:spPr>
        <a:xfrm>
          <a:off x="3826980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E0D61-C83D-4DEB-B82F-0B96AF324E59}">
      <dsp:nvSpPr>
        <dsp:cNvPr id="0" name=""/>
        <dsp:cNvSpPr/>
      </dsp:nvSpPr>
      <dsp:spPr>
        <a:xfrm>
          <a:off x="4143900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1D9A5-DCCF-422E-B43B-EBC4D9A301D6}">
      <dsp:nvSpPr>
        <dsp:cNvPr id="0" name=""/>
        <dsp:cNvSpPr/>
      </dsp:nvSpPr>
      <dsp:spPr>
        <a:xfrm>
          <a:off x="3351600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Implement communication/collaboration tools for students.</a:t>
          </a:r>
        </a:p>
      </dsp:txBody>
      <dsp:txXfrm>
        <a:off x="3351600" y="3130639"/>
        <a:ext cx="2437844" cy="720000"/>
      </dsp:txXfrm>
    </dsp:sp>
    <dsp:sp modelId="{7DB8F8AC-AAA1-4F64-BB07-3CEEA21282A6}">
      <dsp:nvSpPr>
        <dsp:cNvPr id="0" name=""/>
        <dsp:cNvSpPr/>
      </dsp:nvSpPr>
      <dsp:spPr>
        <a:xfrm>
          <a:off x="6691447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4E824-2807-44D9-843F-323DBE67D014}">
      <dsp:nvSpPr>
        <dsp:cNvPr id="0" name=""/>
        <dsp:cNvSpPr/>
      </dsp:nvSpPr>
      <dsp:spPr>
        <a:xfrm>
          <a:off x="7008367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91F0A-C0B4-48E1-A528-EE0B4F130737}">
      <dsp:nvSpPr>
        <dsp:cNvPr id="0" name=""/>
        <dsp:cNvSpPr/>
      </dsp:nvSpPr>
      <dsp:spPr>
        <a:xfrm>
          <a:off x="6216067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Research current pedagogies for teaching programming.</a:t>
          </a:r>
        </a:p>
      </dsp:txBody>
      <dsp:txXfrm>
        <a:off x="6216067" y="3130639"/>
        <a:ext cx="2437844" cy="720000"/>
      </dsp:txXfrm>
    </dsp:sp>
    <dsp:sp modelId="{60152979-1007-4B83-B10F-2EAD3B552672}">
      <dsp:nvSpPr>
        <dsp:cNvPr id="0" name=""/>
        <dsp:cNvSpPr/>
      </dsp:nvSpPr>
      <dsp:spPr>
        <a:xfrm>
          <a:off x="9555914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7A15C-820A-416C-A120-5EBA5B6539E9}">
      <dsp:nvSpPr>
        <dsp:cNvPr id="0" name=""/>
        <dsp:cNvSpPr/>
      </dsp:nvSpPr>
      <dsp:spPr>
        <a:xfrm>
          <a:off x="9872834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23DD5-F9E4-4B1F-9FE5-B30BB03A0BF1}">
      <dsp:nvSpPr>
        <dsp:cNvPr id="0" name=""/>
        <dsp:cNvSpPr/>
      </dsp:nvSpPr>
      <dsp:spPr>
        <a:xfrm>
          <a:off x="9080535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Better align the curriculum.</a:t>
          </a:r>
        </a:p>
      </dsp:txBody>
      <dsp:txXfrm>
        <a:off x="9080535" y="3130639"/>
        <a:ext cx="2437844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8155E-099E-4645-AF7B-CFC4A8A250EC}">
      <dsp:nvSpPr>
        <dsp:cNvPr id="0" name=""/>
        <dsp:cNvSpPr/>
      </dsp:nvSpPr>
      <dsp:spPr>
        <a:xfrm>
          <a:off x="0" y="3227702"/>
          <a:ext cx="7505032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073C2-51ED-4F6A-9845-C7B2F62E26ED}">
      <dsp:nvSpPr>
        <dsp:cNvPr id="0" name=""/>
        <dsp:cNvSpPr/>
      </dsp:nvSpPr>
      <dsp:spPr>
        <a:xfrm rot="8100000">
          <a:off x="97024" y="755757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9C077D-36C9-4BF3-B445-B8275C7F0842}">
      <dsp:nvSpPr>
        <dsp:cNvPr id="0" name=""/>
        <dsp:cNvSpPr/>
      </dsp:nvSpPr>
      <dsp:spPr>
        <a:xfrm>
          <a:off x="147119" y="805851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387E-136C-4CC5-9743-A8D3E250FD26}">
      <dsp:nvSpPr>
        <dsp:cNvPr id="0" name=""/>
        <dsp:cNvSpPr/>
      </dsp:nvSpPr>
      <dsp:spPr>
        <a:xfrm>
          <a:off x="641343" y="13169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1 (Spring 2022): Equipment acquisition and start deployment and utilize by at least 10~25 using them daily</a:t>
          </a:r>
        </a:p>
      </dsp:txBody>
      <dsp:txXfrm>
        <a:off x="641343" y="1316902"/>
        <a:ext cx="2375954" cy="1910799"/>
      </dsp:txXfrm>
    </dsp:sp>
    <dsp:sp modelId="{8D826D04-05FB-4CC2-9325-3DE46B7A5BC1}">
      <dsp:nvSpPr>
        <dsp:cNvPr id="0" name=""/>
        <dsp:cNvSpPr/>
      </dsp:nvSpPr>
      <dsp:spPr>
        <a:xfrm>
          <a:off x="641343" y="645540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2022</a:t>
          </a:r>
        </a:p>
      </dsp:txBody>
      <dsp:txXfrm>
        <a:off x="641343" y="645540"/>
        <a:ext cx="2375954" cy="671362"/>
      </dsp:txXfrm>
    </dsp:sp>
    <dsp:sp modelId="{DF22A952-2214-4A9A-B8BF-8A58C0B6A2D4}">
      <dsp:nvSpPr>
        <dsp:cNvPr id="0" name=""/>
        <dsp:cNvSpPr/>
      </dsp:nvSpPr>
      <dsp:spPr>
        <a:xfrm>
          <a:off x="322488" y="13169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C4DFC7-E162-4AFF-B33B-4B016F1D33A2}">
      <dsp:nvSpPr>
        <dsp:cNvPr id="0" name=""/>
        <dsp:cNvSpPr/>
      </dsp:nvSpPr>
      <dsp:spPr>
        <a:xfrm>
          <a:off x="281922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8B53A1-2EED-4E7D-AD4F-43BE940DE698}">
      <dsp:nvSpPr>
        <dsp:cNvPr id="0" name=""/>
        <dsp:cNvSpPr/>
      </dsp:nvSpPr>
      <dsp:spPr>
        <a:xfrm rot="18900000">
          <a:off x="1591724" y="5248719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CEA26E-9CAF-4E21-90C6-D7DB1C4BC215}">
      <dsp:nvSpPr>
        <dsp:cNvPr id="0" name=""/>
        <dsp:cNvSpPr/>
      </dsp:nvSpPr>
      <dsp:spPr>
        <a:xfrm>
          <a:off x="1641819" y="5298813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E2EAA-33F5-4B43-AAD7-2F81FB603AA0}">
      <dsp:nvSpPr>
        <dsp:cNvPr id="0" name=""/>
        <dsp:cNvSpPr/>
      </dsp:nvSpPr>
      <dsp:spPr>
        <a:xfrm>
          <a:off x="2136043" y="32277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2 (Fall 2022): Fully operational lab and utilized by all students enrolled in PS courses at ATU</a:t>
          </a:r>
        </a:p>
      </dsp:txBody>
      <dsp:txXfrm>
        <a:off x="2136043" y="3227702"/>
        <a:ext cx="2375954" cy="1910799"/>
      </dsp:txXfrm>
    </dsp:sp>
    <dsp:sp modelId="{CCAFAF63-D538-469E-84DF-8857E6088849}">
      <dsp:nvSpPr>
        <dsp:cNvPr id="0" name=""/>
        <dsp:cNvSpPr/>
      </dsp:nvSpPr>
      <dsp:spPr>
        <a:xfrm>
          <a:off x="2136043" y="5138502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2022</a:t>
          </a:r>
        </a:p>
      </dsp:txBody>
      <dsp:txXfrm>
        <a:off x="2136043" y="5138502"/>
        <a:ext cx="2375954" cy="671362"/>
      </dsp:txXfrm>
    </dsp:sp>
    <dsp:sp modelId="{52A33F32-A58A-4222-B40B-3E62F6ABDAE9}">
      <dsp:nvSpPr>
        <dsp:cNvPr id="0" name=""/>
        <dsp:cNvSpPr/>
      </dsp:nvSpPr>
      <dsp:spPr>
        <a:xfrm>
          <a:off x="1817188" y="32277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56B93-D6DF-4460-8359-FBC6569B0AB5}">
      <dsp:nvSpPr>
        <dsp:cNvPr id="0" name=""/>
        <dsp:cNvSpPr/>
      </dsp:nvSpPr>
      <dsp:spPr>
        <a:xfrm>
          <a:off x="17766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3664DB-B12B-4B3C-BB58-7020DA5088FE}">
      <dsp:nvSpPr>
        <dsp:cNvPr id="0" name=""/>
        <dsp:cNvSpPr/>
      </dsp:nvSpPr>
      <dsp:spPr>
        <a:xfrm rot="8100000">
          <a:off x="3086424" y="755757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3EA544-A438-4FAA-A238-E2F3C8183912}">
      <dsp:nvSpPr>
        <dsp:cNvPr id="0" name=""/>
        <dsp:cNvSpPr/>
      </dsp:nvSpPr>
      <dsp:spPr>
        <a:xfrm>
          <a:off x="3136519" y="805851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60D69-3BEB-4EB7-955A-6806E4869AB5}">
      <dsp:nvSpPr>
        <dsp:cNvPr id="0" name=""/>
        <dsp:cNvSpPr/>
      </dsp:nvSpPr>
      <dsp:spPr>
        <a:xfrm>
          <a:off x="3630743" y="13169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3 (Spring 2023): Retention/completion in COMS 2104, COMS 2203, and COMS 2213 increased by 10%.</a:t>
          </a:r>
        </a:p>
      </dsp:txBody>
      <dsp:txXfrm>
        <a:off x="3630743" y="1316902"/>
        <a:ext cx="2375954" cy="1910799"/>
      </dsp:txXfrm>
    </dsp:sp>
    <dsp:sp modelId="{A16A6C97-32EC-41C3-99A4-4CEFB906E2E4}">
      <dsp:nvSpPr>
        <dsp:cNvPr id="0" name=""/>
        <dsp:cNvSpPr/>
      </dsp:nvSpPr>
      <dsp:spPr>
        <a:xfrm>
          <a:off x="3630743" y="645540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2023</a:t>
          </a:r>
        </a:p>
      </dsp:txBody>
      <dsp:txXfrm>
        <a:off x="3630743" y="645540"/>
        <a:ext cx="2375954" cy="671362"/>
      </dsp:txXfrm>
    </dsp:sp>
    <dsp:sp modelId="{FEE2EA5A-47AE-4321-84C0-80E4B88550A9}">
      <dsp:nvSpPr>
        <dsp:cNvPr id="0" name=""/>
        <dsp:cNvSpPr/>
      </dsp:nvSpPr>
      <dsp:spPr>
        <a:xfrm>
          <a:off x="3311888" y="13169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16D9B-9322-47F9-A37A-AB1D4722403C}">
      <dsp:nvSpPr>
        <dsp:cNvPr id="0" name=""/>
        <dsp:cNvSpPr/>
      </dsp:nvSpPr>
      <dsp:spPr>
        <a:xfrm>
          <a:off x="32713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3DD968-3287-4C58-91A1-006A2134ADAF}">
      <dsp:nvSpPr>
        <dsp:cNvPr id="0" name=""/>
        <dsp:cNvSpPr/>
      </dsp:nvSpPr>
      <dsp:spPr>
        <a:xfrm rot="18900000">
          <a:off x="4581124" y="5248719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A121FD-976C-4044-A573-A614C229E1A9}">
      <dsp:nvSpPr>
        <dsp:cNvPr id="0" name=""/>
        <dsp:cNvSpPr/>
      </dsp:nvSpPr>
      <dsp:spPr>
        <a:xfrm>
          <a:off x="4631218" y="5298813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04AB3-8384-49C0-B134-2E298EEC4E6C}">
      <dsp:nvSpPr>
        <dsp:cNvPr id="0" name=""/>
        <dsp:cNvSpPr/>
      </dsp:nvSpPr>
      <dsp:spPr>
        <a:xfrm>
          <a:off x="5125443" y="32277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4 (Fall 2023): Retention/completion in COMS 2104, COMS 2203, and COMS 2213 increased by 10% from semester 1 &amp; 2.</a:t>
          </a:r>
        </a:p>
      </dsp:txBody>
      <dsp:txXfrm>
        <a:off x="5125443" y="3227702"/>
        <a:ext cx="2375954" cy="1910799"/>
      </dsp:txXfrm>
    </dsp:sp>
    <dsp:sp modelId="{8FBEAAA1-6223-4157-93F2-33D4ED8F1EB2}">
      <dsp:nvSpPr>
        <dsp:cNvPr id="0" name=""/>
        <dsp:cNvSpPr/>
      </dsp:nvSpPr>
      <dsp:spPr>
        <a:xfrm>
          <a:off x="5125443" y="5138502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2023</a:t>
          </a:r>
        </a:p>
      </dsp:txBody>
      <dsp:txXfrm>
        <a:off x="5125443" y="5138502"/>
        <a:ext cx="2375954" cy="671362"/>
      </dsp:txXfrm>
    </dsp:sp>
    <dsp:sp modelId="{3D9AB30E-117E-4E39-AFEE-733980F63A5F}">
      <dsp:nvSpPr>
        <dsp:cNvPr id="0" name=""/>
        <dsp:cNvSpPr/>
      </dsp:nvSpPr>
      <dsp:spPr>
        <a:xfrm>
          <a:off x="4806588" y="32277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E2E7E-4A21-4816-B09B-81F1261E598D}">
      <dsp:nvSpPr>
        <dsp:cNvPr id="0" name=""/>
        <dsp:cNvSpPr/>
      </dsp:nvSpPr>
      <dsp:spPr>
        <a:xfrm>
          <a:off x="47660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8D64F-7622-4576-846F-405603302663}">
      <dsp:nvSpPr>
        <dsp:cNvPr id="0" name=""/>
        <dsp:cNvSpPr/>
      </dsp:nvSpPr>
      <dsp:spPr>
        <a:xfrm>
          <a:off x="0" y="3189602"/>
          <a:ext cx="738528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1E17E-6DF9-47FF-9FB2-1410E8959AEC}">
      <dsp:nvSpPr>
        <dsp:cNvPr id="0" name=""/>
        <dsp:cNvSpPr/>
      </dsp:nvSpPr>
      <dsp:spPr>
        <a:xfrm rot="8100000">
          <a:off x="97959" y="737175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596EBA-34D0-4737-A556-D2ED95568D80}">
      <dsp:nvSpPr>
        <dsp:cNvPr id="0" name=""/>
        <dsp:cNvSpPr/>
      </dsp:nvSpPr>
      <dsp:spPr>
        <a:xfrm>
          <a:off x="149609" y="788824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4D9EE-523E-4CB9-902B-6F7C7CE1FF0F}">
      <dsp:nvSpPr>
        <dsp:cNvPr id="0" name=""/>
        <dsp:cNvSpPr/>
      </dsp:nvSpPr>
      <dsp:spPr>
        <a:xfrm>
          <a:off x="659177" y="1301357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2 (Fall 2022): 20~25 participants enrolled in COMS 2104, COMS 2203, and COMS 2213.</a:t>
          </a:r>
        </a:p>
      </dsp:txBody>
      <dsp:txXfrm>
        <a:off x="659177" y="1301357"/>
        <a:ext cx="3048448" cy="1888244"/>
      </dsp:txXfrm>
    </dsp:sp>
    <dsp:sp modelId="{266B1524-8C87-47B3-B8BE-E21650072780}">
      <dsp:nvSpPr>
        <dsp:cNvPr id="0" name=""/>
        <dsp:cNvSpPr/>
      </dsp:nvSpPr>
      <dsp:spPr>
        <a:xfrm>
          <a:off x="659177" y="637920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2022</a:t>
          </a:r>
        </a:p>
      </dsp:txBody>
      <dsp:txXfrm>
        <a:off x="659177" y="637920"/>
        <a:ext cx="3048448" cy="663437"/>
      </dsp:txXfrm>
    </dsp:sp>
    <dsp:sp modelId="{EA62D250-FA8F-478B-97DE-DE822BA5EC4B}">
      <dsp:nvSpPr>
        <dsp:cNvPr id="0" name=""/>
        <dsp:cNvSpPr/>
      </dsp:nvSpPr>
      <dsp:spPr>
        <a:xfrm>
          <a:off x="330423" y="1301357"/>
          <a:ext cx="0" cy="1888244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EB818-BEC2-4C09-A66A-7388AC4B44A3}">
      <dsp:nvSpPr>
        <dsp:cNvPr id="0" name=""/>
        <dsp:cNvSpPr/>
      </dsp:nvSpPr>
      <dsp:spPr>
        <a:xfrm>
          <a:off x="274213" y="3129893"/>
          <a:ext cx="118351" cy="119418"/>
        </a:xfrm>
        <a:prstGeom prst="ellipse">
          <a:avLst/>
        </a:prstGeom>
        <a:gradFill rotWithShape="0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8D2DF7-8E77-4D34-85B6-52214A74FF49}">
      <dsp:nvSpPr>
        <dsp:cNvPr id="0" name=""/>
        <dsp:cNvSpPr/>
      </dsp:nvSpPr>
      <dsp:spPr>
        <a:xfrm rot="18900000">
          <a:off x="1935956" y="5177101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DF1208-F38E-4579-AC96-4501D6A8ABA6}">
      <dsp:nvSpPr>
        <dsp:cNvPr id="0" name=""/>
        <dsp:cNvSpPr/>
      </dsp:nvSpPr>
      <dsp:spPr>
        <a:xfrm>
          <a:off x="1987605" y="5228751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9BCE9-860D-449D-9AA0-7F6F8D19F20A}">
      <dsp:nvSpPr>
        <dsp:cNvPr id="0" name=""/>
        <dsp:cNvSpPr/>
      </dsp:nvSpPr>
      <dsp:spPr>
        <a:xfrm>
          <a:off x="2497173" y="3189602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3 (Spring 2023): 10% increase in participation from semester 2 in social media sites.</a:t>
          </a:r>
        </a:p>
      </dsp:txBody>
      <dsp:txXfrm>
        <a:off x="2497173" y="3189602"/>
        <a:ext cx="3048448" cy="1888244"/>
      </dsp:txXfrm>
    </dsp:sp>
    <dsp:sp modelId="{DF3F78B2-0D1A-45DF-BB1D-66B02746C489}">
      <dsp:nvSpPr>
        <dsp:cNvPr id="0" name=""/>
        <dsp:cNvSpPr/>
      </dsp:nvSpPr>
      <dsp:spPr>
        <a:xfrm>
          <a:off x="2497173" y="5077847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2023</a:t>
          </a:r>
        </a:p>
      </dsp:txBody>
      <dsp:txXfrm>
        <a:off x="2497173" y="5077847"/>
        <a:ext cx="3048448" cy="663437"/>
      </dsp:txXfrm>
    </dsp:sp>
    <dsp:sp modelId="{463F75E4-1EBC-4FB8-A9AA-8F1C6FD884FB}">
      <dsp:nvSpPr>
        <dsp:cNvPr id="0" name=""/>
        <dsp:cNvSpPr/>
      </dsp:nvSpPr>
      <dsp:spPr>
        <a:xfrm>
          <a:off x="2168420" y="3189602"/>
          <a:ext cx="0" cy="1888244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0F60B-F21C-4C16-8711-715462B8CFEB}">
      <dsp:nvSpPr>
        <dsp:cNvPr id="0" name=""/>
        <dsp:cNvSpPr/>
      </dsp:nvSpPr>
      <dsp:spPr>
        <a:xfrm>
          <a:off x="2112209" y="3129893"/>
          <a:ext cx="118351" cy="119418"/>
        </a:xfrm>
        <a:prstGeom prst="ellipse">
          <a:avLst/>
        </a:prstGeom>
        <a:gradFill rotWithShape="0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41F93F-D9CB-4552-B80B-F436B666DA48}">
      <dsp:nvSpPr>
        <dsp:cNvPr id="0" name=""/>
        <dsp:cNvSpPr/>
      </dsp:nvSpPr>
      <dsp:spPr>
        <a:xfrm rot="8100000">
          <a:off x="3773953" y="737175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FECCAC-913D-4017-845C-31DC3E0A71EF}">
      <dsp:nvSpPr>
        <dsp:cNvPr id="0" name=""/>
        <dsp:cNvSpPr/>
      </dsp:nvSpPr>
      <dsp:spPr>
        <a:xfrm>
          <a:off x="3825602" y="788824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CA109-AE32-4B99-A6CE-0EE9606D3531}">
      <dsp:nvSpPr>
        <dsp:cNvPr id="0" name=""/>
        <dsp:cNvSpPr/>
      </dsp:nvSpPr>
      <dsp:spPr>
        <a:xfrm>
          <a:off x="4335170" y="1301357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4 (Fall 2023): 10% increase in participation from semester 3 in social media sites.</a:t>
          </a:r>
        </a:p>
      </dsp:txBody>
      <dsp:txXfrm>
        <a:off x="4335170" y="1301357"/>
        <a:ext cx="3048448" cy="1888244"/>
      </dsp:txXfrm>
    </dsp:sp>
    <dsp:sp modelId="{ACCFDD07-167C-41CF-BEE8-A88DB519A058}">
      <dsp:nvSpPr>
        <dsp:cNvPr id="0" name=""/>
        <dsp:cNvSpPr/>
      </dsp:nvSpPr>
      <dsp:spPr>
        <a:xfrm>
          <a:off x="4335170" y="637920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2023</a:t>
          </a:r>
        </a:p>
      </dsp:txBody>
      <dsp:txXfrm>
        <a:off x="4335170" y="637920"/>
        <a:ext cx="3048448" cy="663437"/>
      </dsp:txXfrm>
    </dsp:sp>
    <dsp:sp modelId="{3DF51CEB-6B42-4039-B9B3-67788851BC48}">
      <dsp:nvSpPr>
        <dsp:cNvPr id="0" name=""/>
        <dsp:cNvSpPr/>
      </dsp:nvSpPr>
      <dsp:spPr>
        <a:xfrm>
          <a:off x="4006416" y="1301357"/>
          <a:ext cx="0" cy="1888244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78FB7-7E93-4698-8139-E60295F88D78}">
      <dsp:nvSpPr>
        <dsp:cNvPr id="0" name=""/>
        <dsp:cNvSpPr/>
      </dsp:nvSpPr>
      <dsp:spPr>
        <a:xfrm>
          <a:off x="3950206" y="3129893"/>
          <a:ext cx="118351" cy="119418"/>
        </a:xfrm>
        <a:prstGeom prst="ellipse">
          <a:avLst/>
        </a:prstGeom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0BB4E-8659-478E-8B47-DA2800EBF97B}">
      <dsp:nvSpPr>
        <dsp:cNvPr id="0" name=""/>
        <dsp:cNvSpPr/>
      </dsp:nvSpPr>
      <dsp:spPr>
        <a:xfrm>
          <a:off x="1090" y="1181438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1</a:t>
          </a:r>
        </a:p>
      </dsp:txBody>
      <dsp:txXfrm>
        <a:off x="1090" y="1181438"/>
        <a:ext cx="2586994" cy="776098"/>
      </dsp:txXfrm>
    </dsp:sp>
    <dsp:sp modelId="{AC6296DD-D270-4621-A187-FB4304600BAF}">
      <dsp:nvSpPr>
        <dsp:cNvPr id="0" name=""/>
        <dsp:cNvSpPr/>
      </dsp:nvSpPr>
      <dsp:spPr>
        <a:xfrm>
          <a:off x="1090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Identify curriculum content for different sections in the PS.</a:t>
          </a:r>
        </a:p>
      </dsp:txBody>
      <dsp:txXfrm>
        <a:off x="1090" y="1957537"/>
        <a:ext cx="2586994" cy="2768218"/>
      </dsp:txXfrm>
    </dsp:sp>
    <dsp:sp modelId="{B99A2FD0-23A4-489E-9BE0-7B0B72C8D4D2}">
      <dsp:nvSpPr>
        <dsp:cNvPr id="0" name=""/>
        <dsp:cNvSpPr/>
      </dsp:nvSpPr>
      <dsp:spPr>
        <a:xfrm>
          <a:off x="2696085" y="1181438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2</a:t>
          </a:r>
        </a:p>
      </dsp:txBody>
      <dsp:txXfrm>
        <a:off x="2696085" y="1181438"/>
        <a:ext cx="2586994" cy="776098"/>
      </dsp:txXfrm>
    </dsp:sp>
    <dsp:sp modelId="{D95E080E-BE26-4A90-8EE9-7B02410B0D36}">
      <dsp:nvSpPr>
        <dsp:cNvPr id="0" name=""/>
        <dsp:cNvSpPr/>
      </dsp:nvSpPr>
      <dsp:spPr>
        <a:xfrm>
          <a:off x="2696085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Examine the creation of team-taught PS courses within CIS faculty.</a:t>
          </a:r>
        </a:p>
      </dsp:txBody>
      <dsp:txXfrm>
        <a:off x="2696085" y="1957537"/>
        <a:ext cx="2586994" cy="2768218"/>
      </dsp:txXfrm>
    </dsp:sp>
    <dsp:sp modelId="{00FD7F1E-44A8-4056-BC4B-93F0824C22DB}">
      <dsp:nvSpPr>
        <dsp:cNvPr id="0" name=""/>
        <dsp:cNvSpPr/>
      </dsp:nvSpPr>
      <dsp:spPr>
        <a:xfrm>
          <a:off x="5391079" y="1181438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3</a:t>
          </a:r>
        </a:p>
      </dsp:txBody>
      <dsp:txXfrm>
        <a:off x="5391079" y="1181438"/>
        <a:ext cx="2586994" cy="776098"/>
      </dsp:txXfrm>
    </dsp:sp>
    <dsp:sp modelId="{48626929-5F29-42EA-9965-7FEDF9727EA0}">
      <dsp:nvSpPr>
        <dsp:cNvPr id="0" name=""/>
        <dsp:cNvSpPr/>
      </dsp:nvSpPr>
      <dsp:spPr>
        <a:xfrm>
          <a:off x="5391079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Increase dialogue among faculty within the departments to increase awareness.</a:t>
          </a:r>
        </a:p>
      </dsp:txBody>
      <dsp:txXfrm>
        <a:off x="5391079" y="1957537"/>
        <a:ext cx="2586994" cy="27682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89EB3-CE5D-4F50-9320-D0B300EE3AE4}">
      <dsp:nvSpPr>
        <dsp:cNvPr id="0" name=""/>
        <dsp:cNvSpPr/>
      </dsp:nvSpPr>
      <dsp:spPr>
        <a:xfrm>
          <a:off x="0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Develop a training program for CIS faculty.</a:t>
          </a:r>
        </a:p>
      </dsp:txBody>
      <dsp:txXfrm>
        <a:off x="0" y="2972073"/>
        <a:ext cx="2396349" cy="2012933"/>
      </dsp:txXfrm>
    </dsp:sp>
    <dsp:sp modelId="{0BB98D4A-B48F-4157-94A3-201C6FC53F44}">
      <dsp:nvSpPr>
        <dsp:cNvPr id="0" name=""/>
        <dsp:cNvSpPr/>
      </dsp:nvSpPr>
      <dsp:spPr>
        <a:xfrm>
          <a:off x="694941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42335" y="2180098"/>
        <a:ext cx="711678" cy="711678"/>
      </dsp:txXfrm>
    </dsp:sp>
    <dsp:sp modelId="{13C44FE5-390C-4AB4-9004-F59E7D6C1FAE}">
      <dsp:nvSpPr>
        <dsp:cNvPr id="0" name=""/>
        <dsp:cNvSpPr/>
      </dsp:nvSpPr>
      <dsp:spPr>
        <a:xfrm>
          <a:off x="0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4889C7-62F2-457B-8DE2-ED3985D0D71A}">
      <dsp:nvSpPr>
        <dsp:cNvPr id="0" name=""/>
        <dsp:cNvSpPr/>
      </dsp:nvSpPr>
      <dsp:spPr>
        <a:xfrm>
          <a:off x="2635984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Develop a departmental wiki training series for faculty. </a:t>
          </a:r>
        </a:p>
      </dsp:txBody>
      <dsp:txXfrm>
        <a:off x="2635984" y="2972073"/>
        <a:ext cx="2396349" cy="2012933"/>
      </dsp:txXfrm>
    </dsp:sp>
    <dsp:sp modelId="{2E7A8C2F-1846-4285-8A53-02D207787E67}">
      <dsp:nvSpPr>
        <dsp:cNvPr id="0" name=""/>
        <dsp:cNvSpPr/>
      </dsp:nvSpPr>
      <dsp:spPr>
        <a:xfrm>
          <a:off x="3330925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78319" y="2180098"/>
        <a:ext cx="711678" cy="711678"/>
      </dsp:txXfrm>
    </dsp:sp>
    <dsp:sp modelId="{4AB83486-543F-45BF-83F6-AF2AA0D16ACD}">
      <dsp:nvSpPr>
        <dsp:cNvPr id="0" name=""/>
        <dsp:cNvSpPr/>
      </dsp:nvSpPr>
      <dsp:spPr>
        <a:xfrm>
          <a:off x="2635984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B6F8AA-F030-41EB-A81F-DE72CFDAC474}">
      <dsp:nvSpPr>
        <dsp:cNvPr id="0" name=""/>
        <dsp:cNvSpPr/>
      </dsp:nvSpPr>
      <dsp:spPr>
        <a:xfrm>
          <a:off x="5271968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Encourage faculty to participate in national conferences.</a:t>
          </a:r>
        </a:p>
      </dsp:txBody>
      <dsp:txXfrm>
        <a:off x="5271968" y="2972073"/>
        <a:ext cx="2396349" cy="2012933"/>
      </dsp:txXfrm>
    </dsp:sp>
    <dsp:sp modelId="{094D647E-ECA7-46B7-A671-BBF510A7700D}">
      <dsp:nvSpPr>
        <dsp:cNvPr id="0" name=""/>
        <dsp:cNvSpPr/>
      </dsp:nvSpPr>
      <dsp:spPr>
        <a:xfrm>
          <a:off x="5966909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14303" y="2180098"/>
        <a:ext cx="711678" cy="711678"/>
      </dsp:txXfrm>
    </dsp:sp>
    <dsp:sp modelId="{BCF8AD56-F226-40A1-B0D6-C0C2E58FB426}">
      <dsp:nvSpPr>
        <dsp:cNvPr id="0" name=""/>
        <dsp:cNvSpPr/>
      </dsp:nvSpPr>
      <dsp:spPr>
        <a:xfrm>
          <a:off x="5271968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C2019-947C-47D3-B453-4C312EA0DA49}">
      <dsp:nvSpPr>
        <dsp:cNvPr id="0" name=""/>
        <dsp:cNvSpPr/>
      </dsp:nvSpPr>
      <dsp:spPr>
        <a:xfrm>
          <a:off x="29903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401A4-F837-45AD-B28C-7410C2D541B6}">
      <dsp:nvSpPr>
        <dsp:cNvPr id="0" name=""/>
        <dsp:cNvSpPr/>
      </dsp:nvSpPr>
      <dsp:spPr>
        <a:xfrm>
          <a:off x="247366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B1777-F96F-4A98-B99C-24FA36D8D0B6}">
      <dsp:nvSpPr>
        <dsp:cNvPr id="0" name=""/>
        <dsp:cNvSpPr/>
      </dsp:nvSpPr>
      <dsp:spPr>
        <a:xfrm>
          <a:off x="1287346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2104 (Programming I) was from 32% to 22%, and we successfully reduced it to 23%.</a:t>
          </a:r>
        </a:p>
      </dsp:txBody>
      <dsp:txXfrm>
        <a:off x="1287346" y="2008617"/>
        <a:ext cx="2440918" cy="1035541"/>
      </dsp:txXfrm>
    </dsp:sp>
    <dsp:sp modelId="{2C243928-6805-4286-9749-8EA368892676}">
      <dsp:nvSpPr>
        <dsp:cNvPr id="0" name=""/>
        <dsp:cNvSpPr/>
      </dsp:nvSpPr>
      <dsp:spPr>
        <a:xfrm>
          <a:off x="4153576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F4FED-B369-4153-A75C-CD1A8A95219E}">
      <dsp:nvSpPr>
        <dsp:cNvPr id="0" name=""/>
        <dsp:cNvSpPr/>
      </dsp:nvSpPr>
      <dsp:spPr>
        <a:xfrm>
          <a:off x="4371039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E9779-74C3-41CA-A4FE-CCB464FB0CFD}">
      <dsp:nvSpPr>
        <dsp:cNvPr id="0" name=""/>
        <dsp:cNvSpPr/>
      </dsp:nvSpPr>
      <dsp:spPr>
        <a:xfrm>
          <a:off x="5411019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2203 (Programming II) was from 35% to 25%, and we successfully reduced it to 15%.</a:t>
          </a:r>
        </a:p>
      </dsp:txBody>
      <dsp:txXfrm>
        <a:off x="5411019" y="2008617"/>
        <a:ext cx="2440918" cy="1035541"/>
      </dsp:txXfrm>
    </dsp:sp>
    <dsp:sp modelId="{314689D3-AAE7-4ED0-B579-7C880B63D0BF}">
      <dsp:nvSpPr>
        <dsp:cNvPr id="0" name=""/>
        <dsp:cNvSpPr/>
      </dsp:nvSpPr>
      <dsp:spPr>
        <a:xfrm>
          <a:off x="8277249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D75CC1-2BD5-4AF8-9E41-5A63F71E92B7}">
      <dsp:nvSpPr>
        <dsp:cNvPr id="0" name=""/>
        <dsp:cNvSpPr/>
      </dsp:nvSpPr>
      <dsp:spPr>
        <a:xfrm>
          <a:off x="8494713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EEC7A-205E-44E3-8202-00AE6FE9D1F7}">
      <dsp:nvSpPr>
        <dsp:cNvPr id="0" name=""/>
        <dsp:cNvSpPr/>
      </dsp:nvSpPr>
      <dsp:spPr>
        <a:xfrm>
          <a:off x="9534692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2213 (Data Structure)  was from 27% to 17%, and we successfully reduced it to 0%.</a:t>
          </a:r>
        </a:p>
      </dsp:txBody>
      <dsp:txXfrm>
        <a:off x="9534692" y="2008617"/>
        <a:ext cx="2440918" cy="10355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C3CAD-D029-4A28-A25B-DD31A409247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09424-3878-4C82-9173-5634C8AA6D7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DDEE7-CB96-4CDB-B13F-1A25BE0E66E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project is solely student-centric. </a:t>
          </a:r>
        </a:p>
      </dsp:txBody>
      <dsp:txXfrm>
        <a:off x="1948202" y="368029"/>
        <a:ext cx="3233964" cy="1371985"/>
      </dsp:txXfrm>
    </dsp:sp>
    <dsp:sp modelId="{3F567CB7-857F-4E9D-ABF3-7562DEAA7D1A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5B443-B384-44E8-B559-6E73372E1ED2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81656-F44E-4E24-B090-015A9001E133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With the curriculum alignment implemented in</a:t>
          </a:r>
          <a:r>
            <a:rPr lang="en-US" sz="1800" kern="1200" dirty="0">
              <a:latin typeface="Calibri Light" panose="020F0302020204030204"/>
            </a:rPr>
            <a:t> PS</a:t>
          </a:r>
          <a:r>
            <a:rPr lang="en-US" sz="1800" kern="1200" dirty="0"/>
            <a:t> courses, the students will get similar standards regardless of the section or the faculty teaching that section. </a:t>
          </a:r>
        </a:p>
      </dsp:txBody>
      <dsp:txXfrm>
        <a:off x="7411643" y="368029"/>
        <a:ext cx="3233964" cy="1371985"/>
      </dsp:txXfrm>
    </dsp:sp>
    <dsp:sp modelId="{9769A130-4545-4ACB-8EFC-69F60760163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19C47-013F-4FA1-A1F3-1A4E84884DB2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BE0DD-B99A-4FCF-94D7-B799CC259887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</a:t>
          </a:r>
          <a:r>
            <a:rPr lang="en-US" sz="1800" kern="1200" dirty="0">
              <a:latin typeface="Calibri Light" panose="020F0302020204030204"/>
            </a:rPr>
            <a:t>tutoring</a:t>
          </a:r>
          <a:r>
            <a:rPr lang="en-US" sz="1800" kern="1200" dirty="0"/>
            <a:t> labs will also help us identify the problem areas in </a:t>
          </a:r>
          <a:r>
            <a:rPr lang="en-US" sz="1800" kern="1200" dirty="0">
              <a:latin typeface="Calibri Light" panose="020F0302020204030204"/>
            </a:rPr>
            <a:t>PS courses</a:t>
          </a:r>
          <a:r>
            <a:rPr lang="en-US" sz="1800" kern="1200" dirty="0"/>
            <a:t>. </a:t>
          </a:r>
        </a:p>
      </dsp:txBody>
      <dsp:txXfrm>
        <a:off x="1948202" y="2452790"/>
        <a:ext cx="3233964" cy="1371985"/>
      </dsp:txXfrm>
    </dsp:sp>
    <dsp:sp modelId="{BA37F00F-DCBA-42CC-B9AF-8BB3C3745B6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E246B-8651-4F02-9B4F-50BF9398EF0F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4B931-C82C-4CAF-AC08-01DD61378298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hope to achieve </a:t>
          </a:r>
          <a:r>
            <a:rPr lang="en-US" sz="1800" kern="1200" dirty="0">
              <a:latin typeface="Calibri Light" panose="020F0302020204030204"/>
            </a:rPr>
            <a:t>an</a:t>
          </a:r>
          <a:r>
            <a:rPr lang="en-US" sz="1800" kern="1200" dirty="0"/>
            <a:t> </a:t>
          </a:r>
          <a:r>
            <a:rPr lang="en-US" sz="1800" kern="1200" dirty="0">
              <a:latin typeface="Calibri Light" panose="020F0302020204030204"/>
            </a:rPr>
            <a:t>average </a:t>
          </a:r>
          <a:r>
            <a:rPr lang="en-US" sz="1800" kern="1200" dirty="0"/>
            <a:t>DFWI rate of </a:t>
          </a:r>
          <a:r>
            <a:rPr lang="en-US" sz="1800" kern="1200" dirty="0">
              <a:latin typeface="Calibri Light" panose="020F0302020204030204"/>
            </a:rPr>
            <a:t>10</a:t>
          </a:r>
          <a:r>
            <a:rPr lang="en-US" sz="1800" kern="1200" dirty="0"/>
            <a:t>% for all three PS courses by the end of this initiative in the fall of 2023.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rahaman@atu.edu" TargetMode="External"/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C_A2F2846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9CADBC6E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microsoft.com/office/2018/10/relationships/comments" Target="../comments/modernComment_107_F521D29D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6835" y="252103"/>
            <a:ext cx="7878976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Programming Sequence Improvement Program (PSIP) </a:t>
            </a:r>
            <a:endParaRPr lang="en-US" sz="2800" kern="120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4344" y="4633182"/>
            <a:ext cx="10464079" cy="13165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 defTabSz="822960">
              <a:spcBef>
                <a:spcPts val="900"/>
              </a:spcBef>
            </a:pPr>
            <a:endParaRPr lang="en-US" sz="1700" b="1" kern="1200">
              <a:solidFill>
                <a:schemeClr val="tx1"/>
              </a:solidFill>
              <a:latin typeface="Times New Roman"/>
              <a:ea typeface="+mn-ea"/>
              <a:cs typeface="Arial"/>
            </a:endParaRPr>
          </a:p>
          <a:p>
            <a:pPr defTabSz="822960">
              <a:spcBef>
                <a:spcPts val="900"/>
              </a:spcBef>
            </a:pPr>
            <a:br>
              <a:rPr lang="en-US" sz="1700" b="1" kern="1200">
                <a:latin typeface="Times New Roman"/>
                <a:cs typeface="Arial"/>
              </a:rPr>
            </a:br>
            <a:endParaRPr lang="en-US" sz="1700" b="1" kern="1200">
              <a:latin typeface="Times New Roman"/>
              <a:ea typeface="+mn-lt"/>
              <a:cs typeface="Arial"/>
            </a:endParaRPr>
          </a:p>
          <a:p>
            <a:endParaRPr lang="en-US" sz="170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9EF6C-676C-B86D-7C39-EC4155F06424}"/>
              </a:ext>
            </a:extLst>
          </p:cNvPr>
          <p:cNvSpPr txBox="1"/>
          <p:nvPr/>
        </p:nvSpPr>
        <p:spPr>
          <a:xfrm>
            <a:off x="446717" y="2323028"/>
            <a:ext cx="11062643" cy="43473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822960">
              <a:spcAft>
                <a:spcPts val="600"/>
              </a:spcAft>
            </a:pPr>
            <a:r>
              <a:rPr lang="en-US" sz="3000" b="1" kern="1200" err="1">
                <a:latin typeface="Times New Roman"/>
                <a:ea typeface="+mn-ea"/>
                <a:cs typeface="Arial"/>
              </a:rPr>
              <a:t>Musfikur</a:t>
            </a:r>
            <a:r>
              <a:rPr lang="en-US" sz="3000" b="1" kern="1200">
                <a:latin typeface="Times New Roman"/>
                <a:ea typeface="+mn-ea"/>
                <a:cs typeface="Arial"/>
              </a:rPr>
              <a:t> Rahaman</a:t>
            </a:r>
            <a:r>
              <a:rPr lang="en-US" sz="3000" b="1">
                <a:latin typeface="Times New Roman"/>
                <a:cs typeface="Arial"/>
              </a:rPr>
              <a:t> </a:t>
            </a: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>
                <a:latin typeface="Times New Roman"/>
                <a:cs typeface="Times New Roman"/>
              </a:rPr>
              <a:t>Graduate Teaching Assistant</a:t>
            </a:r>
            <a:endParaRPr lang="en-US" sz="3000">
              <a:latin typeface="Times New Roman"/>
              <a:cs typeface="Calibri" panose="020F0502020204030204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>
                <a:latin typeface="Times New Roman"/>
                <a:cs typeface="Times New Roman"/>
              </a:rPr>
              <a:t>Department of Engineering and Computing Sciences</a:t>
            </a:r>
            <a:endParaRPr lang="en-US" sz="3000">
              <a:latin typeface="Times New Roman"/>
              <a:cs typeface="Calibri" panose="020F0502020204030204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>
                <a:latin typeface="Times New Roman"/>
                <a:cs typeface="Times New Roman"/>
              </a:rPr>
              <a:t>Arkansas Tech University </a:t>
            </a:r>
            <a:endParaRPr lang="en-US" sz="3000">
              <a:latin typeface="Times New Roman"/>
              <a:ea typeface="+mn-lt"/>
              <a:cs typeface="+mn-lt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>
                <a:latin typeface="Times New Roman"/>
                <a:cs typeface="Times New Roman"/>
              </a:rPr>
              <a:t>Russellville, Arkansas 72801</a:t>
            </a:r>
            <a:endParaRPr lang="en-US" sz="3000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>
                <a:latin typeface="Times New Roman"/>
                <a:cs typeface="Times New Roman"/>
                <a:hlinkClick r:id="rId3"/>
              </a:rPr>
              <a:t>Email: mrahaman@atu.edu</a:t>
            </a:r>
            <a:endParaRPr lang="en-US" sz="3000" b="1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endParaRPr lang="en-US" sz="3000" b="1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endParaRPr lang="en-US" sz="3000" b="1">
              <a:latin typeface="Times New Roman"/>
              <a:cs typeface="Times New Roman"/>
            </a:endParaRPr>
          </a:p>
        </p:txBody>
      </p:sp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6F2230E0-9E95-2C69-CE1C-9C64B383D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9822" y="-105549"/>
            <a:ext cx="2310460" cy="1791543"/>
          </a:xfrm>
          <a:prstGeom prst="rect">
            <a:avLst/>
          </a:prstGeom>
        </p:spPr>
      </p:pic>
      <p:pic>
        <p:nvPicPr>
          <p:cNvPr id="9" name="Picture 5" descr="Logo&#10;&#10;Description automatically generated">
            <a:extLst>
              <a:ext uri="{FF2B5EF4-FFF2-40B4-BE49-F238E27FC236}">
                <a16:creationId xmlns:a16="http://schemas.microsoft.com/office/drawing/2014/main" id="{6458B6ED-FDD2-3907-C767-5F7AF45EB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881" y="-105549"/>
            <a:ext cx="2310460" cy="17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2D620-473C-FD3F-09B6-180DAB9F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" y="348865"/>
            <a:ext cx="12189167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kern="120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  <a:endParaRPr lang="en-US" sz="5000">
              <a:solidFill>
                <a:srgbClr val="FFFFFF"/>
              </a:solidFill>
              <a:cs typeface="Calibri Light" panose="020F03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D3F0E71-13EC-BDBC-4C27-1CA6AA6A6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8306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489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 descr="Chart&#10;&#10;Description automatically generated">
            <a:extLst>
              <a:ext uri="{FF2B5EF4-FFF2-40B4-BE49-F238E27FC236}">
                <a16:creationId xmlns:a16="http://schemas.microsoft.com/office/drawing/2014/main" id="{F2A044BF-932A-9E11-80D1-28841E1E6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610"/>
          <a:stretch/>
        </p:blipFill>
        <p:spPr>
          <a:xfrm>
            <a:off x="1132252" y="914400"/>
            <a:ext cx="9950074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02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FF5C2DDF-426E-4E54-B9C8-BBEC4FA4C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539"/>
          <a:stretch/>
        </p:blipFill>
        <p:spPr>
          <a:xfrm>
            <a:off x="1071757" y="914400"/>
            <a:ext cx="10048485" cy="511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0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CD0321C0-F905-8135-48E3-D7AAA11FF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360"/>
          <a:stretch/>
        </p:blipFill>
        <p:spPr>
          <a:xfrm>
            <a:off x="1051585" y="914400"/>
            <a:ext cx="10056171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83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EA026-756C-D76C-EB8C-FE810E97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4" y="348865"/>
            <a:ext cx="1219831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Purpose/Objective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740960-4FD5-BCBE-D937-D8E35CB3C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193791"/>
              </p:ext>
            </p:extLst>
          </p:nvPr>
        </p:nvGraphicFramePr>
        <p:xfrm>
          <a:off x="291145" y="2112579"/>
          <a:ext cx="11757426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587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F1663-F2FE-136C-F2C6-110A66D3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4" y="348865"/>
            <a:ext cx="1219831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Methodology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2156E0B8-9F3D-E87A-6F3C-ECCE46576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52307"/>
              </p:ext>
            </p:extLst>
          </p:nvPr>
        </p:nvGraphicFramePr>
        <p:xfrm>
          <a:off x="1800" y="1666264"/>
          <a:ext cx="12005513" cy="503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358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A82EF-C458-689E-8405-F34D1F7D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4" y="113429"/>
            <a:ext cx="12161587" cy="6762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kern="1200">
                <a:solidFill>
                  <a:srgbClr val="FFFFFF"/>
                </a:solidFill>
                <a:latin typeface="Times New Roman"/>
                <a:cs typeface="Times New Roman"/>
              </a:rPr>
              <a:t>Action Plans</a:t>
            </a:r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1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7055D-7EB4-17E4-A39A-4257C591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6" y="1683756"/>
            <a:ext cx="4029664" cy="23963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1: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Create Comprehensive Programming Tutoring Laboratories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153D1E-9138-5D16-D478-D3565051C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344834"/>
              </p:ext>
            </p:extLst>
          </p:nvPr>
        </p:nvGraphicFramePr>
        <p:xfrm>
          <a:off x="4458738" y="206155"/>
          <a:ext cx="7505032" cy="6455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4274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5F0A9-670F-2963-8CDB-96A6F118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6" y="1683756"/>
            <a:ext cx="4040549" cy="23963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2: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Develop a Social Media PS Reaction System (SMPSRM).</a:t>
            </a:r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EB2DF9-EE9D-800E-E101-592C60C27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789145"/>
              </p:ext>
            </p:extLst>
          </p:nvPr>
        </p:nvGraphicFramePr>
        <p:xfrm>
          <a:off x="4534938" y="260583"/>
          <a:ext cx="7385289" cy="6379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488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6516C-0C89-8D63-5A37-270CA929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" y="1711978"/>
            <a:ext cx="4046597" cy="2368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3: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Programming Sequence Curriculum Alignment</a:t>
            </a:r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DFDEB6A-41E0-6AF2-D45B-2019C7D18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964716"/>
              </p:ext>
            </p:extLst>
          </p:nvPr>
        </p:nvGraphicFramePr>
        <p:xfrm>
          <a:off x="4171275" y="101329"/>
          <a:ext cx="7979165" cy="5907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2634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D3C7-B07D-A788-BAAE-29CD48F0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50" y="1683756"/>
            <a:ext cx="4040550" cy="239635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algn="r">
              <a:spcBef>
                <a:spcPts val="1000"/>
              </a:spcBef>
              <a:buFont typeface="Arial"/>
              <a:buChar char="•"/>
            </a:pP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marL="285750" indent="-285750" algn="r">
              <a:spcAft>
                <a:spcPct val="0"/>
              </a:spcAft>
              <a:buFont typeface="Arial"/>
              <a:buChar char="•"/>
            </a:pP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algn="ctr"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4: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Programming Sequence Curriculum Alignment Faculty Development in New Programming Sequence Pedagogies</a:t>
            </a: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algn="r"/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58097-4B15-AD08-3067-9FAECCFC3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456379"/>
              </p:ext>
            </p:extLst>
          </p:nvPr>
        </p:nvGraphicFramePr>
        <p:xfrm>
          <a:off x="4338995" y="64640"/>
          <a:ext cx="7668318" cy="6749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9226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1BD2C2-D8F2-6AC9-D491-7277E2DC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348865"/>
            <a:ext cx="1218850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endParaRPr lang="en-US" sz="5000">
              <a:solidFill>
                <a:srgbClr val="FFFFFF"/>
              </a:solidFill>
              <a:cs typeface="Calibri Light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DE114E9-120E-3D4E-82E7-84C15D4B5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22563"/>
              </p:ext>
            </p:extLst>
          </p:nvPr>
        </p:nvGraphicFramePr>
        <p:xfrm>
          <a:off x="132428" y="1807779"/>
          <a:ext cx="12005514" cy="5052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0487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1A498AB-6261-B46A-E697-6ADBDCA65FEB}"/>
              </a:ext>
              <a:ext uri="{147F2762-F138-4A5C-976F-8EAC2B608ADB}">
                <a16:predDERef xmlns:a16="http://schemas.microsoft.com/office/drawing/2014/main" pred="{43393BE6-9D28-1E46-941C-0C8E5CA25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4587800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952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ACEBB4-547E-7F1B-2CA9-9126730FEF6E}"/>
              </a:ext>
              <a:ext uri="{147F2762-F138-4A5C-976F-8EAC2B608ADB}">
                <a16:predDERef xmlns:a16="http://schemas.microsoft.com/office/drawing/2014/main" pred="{986423E8-414B-34A4-C33E-7CE86B944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950960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5691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995C1A-3A70-66DF-4526-AE28BC192DD8}"/>
              </a:ext>
              <a:ext uri="{147F2762-F138-4A5C-976F-8EAC2B608ADB}">
                <a16:predDERef xmlns:a16="http://schemas.microsoft.com/office/drawing/2014/main" pred="{64FF177A-543A-5EC3-553D-F1FEEB21A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2760986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767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228BA-CCB6-CFF8-097C-8E23F03C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145" y="760549"/>
            <a:ext cx="6075629" cy="35661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>
                <a:latin typeface="Times New Roman"/>
                <a:cs typeface="Times New Roman"/>
              </a:rPr>
              <a:t>Survey Results</a:t>
            </a:r>
            <a:br>
              <a:rPr lang="en-US" sz="5000">
                <a:latin typeface="Times New Roman"/>
              </a:rPr>
            </a:br>
            <a:r>
              <a:rPr lang="en-US" sz="5000">
                <a:latin typeface="Times New Roman"/>
                <a:cs typeface="Calibri Light"/>
              </a:rPr>
              <a:t>Fall -2022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A7F70AA-6510-42E5-9DDE-8C1AD2770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87" r="18348" b="-3"/>
          <a:stretch/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5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FD4C04-0DEB-5C06-070C-1754545C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cs typeface="Calibri"/>
              </a:rPr>
              <a:t>Programming I (COMS 2104)</a:t>
            </a:r>
          </a:p>
          <a:p>
            <a:r>
              <a:rPr lang="en-US" sz="2400">
                <a:latin typeface="Times New Roman"/>
                <a:cs typeface="Calibri"/>
              </a:rPr>
              <a:t>40 Students</a:t>
            </a:r>
          </a:p>
          <a:p>
            <a:pPr marL="0" indent="0" algn="ctr">
              <a:buNone/>
            </a:pPr>
            <a:endParaRPr lang="en-US" sz="2200">
              <a:latin typeface="Times New Roman"/>
              <a:cs typeface="Calibri"/>
            </a:endParaRPr>
          </a:p>
        </p:txBody>
      </p:sp>
      <p:pic>
        <p:nvPicPr>
          <p:cNvPr id="3" name="Picture 5" descr="Chart&#10;&#10;Description automatically generated">
            <a:extLst>
              <a:ext uri="{FF2B5EF4-FFF2-40B4-BE49-F238E27FC236}">
                <a16:creationId xmlns:a16="http://schemas.microsoft.com/office/drawing/2014/main" id="{2D18ED00-BF5E-428E-EBC4-4E3FCA8B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880" y="3346281"/>
            <a:ext cx="5943600" cy="2857839"/>
          </a:xfrm>
          <a:prstGeom prst="rect">
            <a:avLst/>
          </a:prstGeom>
        </p:spPr>
      </p:pic>
      <p:pic>
        <p:nvPicPr>
          <p:cNvPr id="6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7CECD462-8A56-AE3D-487B-E6CC254B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683000"/>
            <a:ext cx="5344160" cy="23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07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FD6D1A-3BD5-3DA0-E7B4-4255EDAD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+mn-lt"/>
              </a:rPr>
              <a:t>Programming II (COMS 2203)</a:t>
            </a:r>
          </a:p>
          <a:p>
            <a:r>
              <a:rPr lang="en-US" sz="2400">
                <a:latin typeface="Times New Roman"/>
                <a:ea typeface="+mn-lt"/>
                <a:cs typeface="+mn-lt"/>
              </a:rPr>
              <a:t>22 Students</a:t>
            </a:r>
          </a:p>
          <a:p>
            <a:endParaRPr lang="en-US" sz="2200">
              <a:latin typeface="Times New Roman"/>
              <a:cs typeface="Calibri" panose="020F0502020204030204"/>
            </a:endParaRPr>
          </a:p>
        </p:txBody>
      </p:sp>
      <p:pic>
        <p:nvPicPr>
          <p:cNvPr id="3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628E6B83-95F0-0282-0207-7B3418484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3581034"/>
            <a:ext cx="6248400" cy="260169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4372F42-1CC4-CACE-47C0-961F16FCD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3826342"/>
            <a:ext cx="5049520" cy="212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14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8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623509-7EAB-CA0D-D3F2-51733744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+mn-lt"/>
              </a:rPr>
              <a:t>Data Structures (COMS 2213)</a:t>
            </a:r>
          </a:p>
          <a:p>
            <a:r>
              <a:rPr lang="en-US" sz="2400">
                <a:latin typeface="Times New Roman"/>
                <a:ea typeface="+mn-lt"/>
                <a:cs typeface="+mn-lt"/>
              </a:rPr>
              <a:t>18 Students</a:t>
            </a:r>
          </a:p>
          <a:p>
            <a:pPr algn="ctr"/>
            <a:endParaRPr lang="en-US" sz="2200">
              <a:latin typeface="Times New Roman"/>
              <a:cs typeface="Calibri" panose="020F0502020204030204"/>
            </a:endParaRPr>
          </a:p>
        </p:txBody>
      </p:sp>
      <p:pic>
        <p:nvPicPr>
          <p:cNvPr id="3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9C9729B9-41E8-1425-0A82-84975D0A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444800"/>
            <a:ext cx="6106160" cy="2599840"/>
          </a:xfrm>
          <a:prstGeom prst="rect">
            <a:avLst/>
          </a:prstGeom>
        </p:spPr>
      </p:pic>
      <p:pic>
        <p:nvPicPr>
          <p:cNvPr id="6" name="Picture 6" descr="A picture containing scatter chart&#10;&#10;Description automatically generated">
            <a:extLst>
              <a:ext uri="{FF2B5EF4-FFF2-40B4-BE49-F238E27FC236}">
                <a16:creationId xmlns:a16="http://schemas.microsoft.com/office/drawing/2014/main" id="{6C00000E-4B49-0911-FC04-063BC0AE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3781661"/>
            <a:ext cx="5049520" cy="19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4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FE630-C0DC-AD73-5755-C1E0EB45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348865"/>
            <a:ext cx="1218850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Conclusion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354EC6-B6E1-FA6B-12E0-04B0F3C60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7999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0304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64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66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FBC65-9383-FDA3-DE50-657DCB99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6097457" cy="1454051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  <a:latin typeface="Times New Roman"/>
                <a:cs typeface="Calibri Light"/>
              </a:rPr>
              <a:t>Acknowledgment</a:t>
            </a:r>
            <a:r>
              <a:rPr lang="en-US" sz="3600">
                <a:solidFill>
                  <a:schemeClr val="tx2"/>
                </a:solidFill>
                <a:latin typeface="Times New Roman"/>
                <a:cs typeface="Calibri Light"/>
              </a:rPr>
              <a:t> </a:t>
            </a:r>
          </a:p>
        </p:txBody>
      </p:sp>
      <p:pic>
        <p:nvPicPr>
          <p:cNvPr id="4" name="Picture 4" descr="Text, logo&#10;&#10;Description automatically generated">
            <a:extLst>
              <a:ext uri="{FF2B5EF4-FFF2-40B4-BE49-F238E27FC236}">
                <a16:creationId xmlns:a16="http://schemas.microsoft.com/office/drawing/2014/main" id="{83CC719A-EDF1-098F-9392-815B0CFA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6" y="2582921"/>
            <a:ext cx="5119979" cy="18819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AC78-D54D-71A6-3D07-77F411F3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6097059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 Dr. Robin Ghosh [Mentor]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Dr. Indira Dutta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Dr. </a:t>
            </a:r>
            <a:r>
              <a:rPr lang="en-US" sz="1800" b="1" dirty="0" err="1">
                <a:solidFill>
                  <a:schemeClr val="tx2"/>
                </a:solidFill>
                <a:latin typeface="Times New Roman"/>
                <a:cs typeface="Times New Roman"/>
              </a:rPr>
              <a:t>Tolga</a:t>
            </a: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 </a:t>
            </a:r>
            <a:r>
              <a:rPr lang="en-US" sz="1800" b="1" dirty="0" err="1">
                <a:solidFill>
                  <a:schemeClr val="tx2"/>
                </a:solidFill>
                <a:latin typeface="Times New Roman"/>
                <a:cs typeface="Times New Roman"/>
              </a:rPr>
              <a:t>Ensari</a:t>
            </a:r>
            <a:endParaRPr lang="en-US" sz="1800" dirty="0" err="1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Mrs. Becky Cunningham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457200" indent="-457200" algn="ctr">
              <a:spcBef>
                <a:spcPts val="0"/>
              </a:spcBef>
              <a:spcAft>
                <a:spcPts val="600"/>
              </a:spcAft>
            </a:pPr>
            <a:endParaRPr lang="en-US" sz="18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18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Arkansas Tech Innovation Grant, </a:t>
            </a:r>
            <a:endParaRPr lang="en-US" sz="1800" dirty="0">
              <a:solidFill>
                <a:schemeClr val="tx2"/>
              </a:solidFill>
              <a:latin typeface="Times New Roman"/>
              <a:cs typeface="Calibri" panose="020F0502020204030204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Department of Engineering and Computing Sciences,    </a:t>
            </a:r>
            <a:endParaRPr lang="en-US" sz="1800" dirty="0">
              <a:solidFill>
                <a:schemeClr val="tx2"/>
              </a:solidFill>
              <a:latin typeface="Times New Roman"/>
              <a:cs typeface="Calibri" panose="020F0502020204030204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Arkansas Tech University, Russellville, Arkansas</a:t>
            </a:r>
            <a:endParaRPr lang="en-US" sz="1800" dirty="0">
              <a:solidFill>
                <a:schemeClr val="tx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800">
              <a:solidFill>
                <a:schemeClr val="tx2"/>
              </a:solidFill>
              <a:latin typeface="Times New Roman"/>
              <a:cs typeface="Calibri"/>
            </a:endParaRPr>
          </a:p>
        </p:txBody>
      </p:sp>
      <p:grpSp>
        <p:nvGrpSpPr>
          <p:cNvPr id="80" name="Group 6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71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5927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E29D0-CA4A-C820-3507-37B35E9A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5" name="Graphic 40" descr="Question mark">
            <a:extLst>
              <a:ext uri="{FF2B5EF4-FFF2-40B4-BE49-F238E27FC236}">
                <a16:creationId xmlns:a16="http://schemas.microsoft.com/office/drawing/2014/main" id="{D784D49E-3124-9A33-0482-8617923B7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7788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E29D0-CA4A-C820-3507-37B35E9A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712" y="2400475"/>
            <a:ext cx="9142288" cy="2068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41" name="Graphic 40" descr="Smiling Face with No Fill">
            <a:extLst>
              <a:ext uri="{FF2B5EF4-FFF2-40B4-BE49-F238E27FC236}">
                <a16:creationId xmlns:a16="http://schemas.microsoft.com/office/drawing/2014/main" id="{7DD73DEB-8A24-D90B-7090-84EF4B3AF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8070" y="1133637"/>
            <a:ext cx="1075860" cy="10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9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Programming Sequence Improvement Program (PSIP) </vt:lpstr>
      <vt:lpstr>Background</vt:lpstr>
      <vt:lpstr>PowerPoint Presentation</vt:lpstr>
      <vt:lpstr>PowerPoint Presentation</vt:lpstr>
      <vt:lpstr>PowerPoint Presentation</vt:lpstr>
      <vt:lpstr>Purpose/Objective</vt:lpstr>
      <vt:lpstr>Methodology</vt:lpstr>
      <vt:lpstr>Action Plans</vt:lpstr>
      <vt:lpstr>Action Plan 1: Create Comprehensive Programming Tutoring Laboratories </vt:lpstr>
      <vt:lpstr>Action Plan 2: Develop a Social Media PS Reaction System (SMPSRM).</vt:lpstr>
      <vt:lpstr>Action Plan 3: Programming Sequence Curriculum Alignment</vt:lpstr>
      <vt:lpstr>  Action Plan 4: Programming Sequence Curriculum Alignment Faculty Development in New Programming Sequence Pedagogies </vt:lpstr>
      <vt:lpstr>Results</vt:lpstr>
      <vt:lpstr>PowerPoint Presentation</vt:lpstr>
      <vt:lpstr>PowerPoint Presentation</vt:lpstr>
      <vt:lpstr>PowerPoint Presentation</vt:lpstr>
      <vt:lpstr>Survey Results Fall -2022</vt:lpstr>
      <vt:lpstr>PowerPoint Presentation</vt:lpstr>
      <vt:lpstr>PowerPoint Presentation</vt:lpstr>
      <vt:lpstr>PowerPoint Presentation</vt:lpstr>
      <vt:lpstr>Conclusion</vt:lpstr>
      <vt:lpstr>Acknowledgment </vt:lpstr>
      <vt:lpstr>Any 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56</cp:revision>
  <dcterms:created xsi:type="dcterms:W3CDTF">2023-03-23T15:45:35Z</dcterms:created>
  <dcterms:modified xsi:type="dcterms:W3CDTF">2023-03-29T20:59:56Z</dcterms:modified>
</cp:coreProperties>
</file>